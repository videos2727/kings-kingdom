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1" r:id="rId13"/>
    <p:sldId id="262" r:id="rId14"/>
    <p:sldId id="263" r:id="rId15"/>
    <p:sldId id="276" r:id="rId16"/>
    <p:sldId id="264" r:id="rId17"/>
    <p:sldId id="265" r:id="rId18"/>
    <p:sldId id="277" r:id="rId19"/>
    <p:sldId id="278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3:59:33.42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197 20 24575,'-1'16'0,"0"0"0,-7 22 0,6-28 0,0 0 0,0-1 0,1 1 0,0 0 0,0 0 0,1 0 0,0 0 0,1 0 0,2 11 0,-1-19 0,-1 1 0,0 0 0,1-1 0,-1 1 0,1 0 0,0-1 0,0 0 0,0 0 0,0 1 0,1-1 0,-1 0 0,0-1 0,1 1 0,-1 0 0,4 1 0,48 20 0,-28-14 0,71 37 0,-43-20 0,68 24 0,-105-41 0,-16-8 0,-10-7 0,-42-31 0,1-2 0,2-2 0,-64-72 0,107 107 0,1 1 0,-1 0 0,0 0 0,0 1 0,-1-1 0,1 1 0,-1 0 0,0 0 0,0 1 0,0 0 0,-1 0 0,1 0 0,-12-2 0,-6 0 0,0 1 0,-32-1 0,44 3 0,1-1 0,0 0 0,-1 0 0,1-1 0,-13-7 0,22 11 0,1-1 0,-1 0 0,1 0 0,-1 1 0,1-1 0,-1 0 0,1 0 0,0-1 0,0 1 0,-1 0 0,1 0 0,0 0 0,0-1 0,0 1 0,0-1 0,-1-1 0,3 2 0,-1 0 0,0 0 0,0 1 0,1-1 0,-1 0 0,1 0 0,-1 1 0,0-1 0,1 0 0,-1 1 0,1-1 0,0 0 0,-1 1 0,1-1 0,-1 1 0,1-1 0,0 1 0,-1-1 0,1 1 0,0 0 0,0-1 0,-1 1 0,1 0 0,0 0 0,0-1 0,0 1 0,-1 0 0,1 0 0,0 0 0,0 0 0,0 0 0,1 0 0,28-3 0,1 0 0,-1 2 0,35 4 0,4-1 0,-34-2 0,17 1 0,0-2 0,0-2 0,87-18 0,-125 19 0,1 1 0,-1 0 0,1 1 0,0 0 0,-1 1 0,0 1 0,20 4 0,-12-2 0,44 2 0,-36-6 0,-1 2 0,-1 0 0,34 8 0,-34-6 0,1-1 0,-1-2 0,45-3 0,-6 0 0,-51 3 0,1 0 0,-1 2 0,0 0 0,22 7 0,-23-5 0,0-1 0,0-1 0,0 0 0,1-1 0,16 0 0,58-3 0,-34 1 0,1-2 0,60-10 0,2 0 0,-105 11 0,46-8 0,-44 6 0,-1 0 0,0 1 0,17 0 0,119-6 0,313 8 0,-464 0 0,0 0 0,1-1 0,-1 1 0,0 0 0,1 0 0,-1 0 0,0 0 0,1 0 0,-1 0 0,1 0 0,-1 0 0,0 0 0,1 0 0,-1 0 0,0 0 0,1 0 0,-1 1 0,0-1 0,1 0 0,-1 0 0,0 0 0,1 0 0,-1 1 0,0-1 0,1 0 0,-1 0 0,0 1 0,0-1 0,1 0 0,-1 0 0,0 1 0,0-1 0,0 0 0,1 1 0,-1-1 0,0 0 0,0 1 0,-10 12 0,-31 16 0,34-24 0,2-2 0,1-1 0,0 1 0,0 0 0,0 0 0,0 0 0,0 1 0,1 0 0,-1-1 0,1 1 0,0 0 0,0 1 0,0-1 0,1 0 0,0 1 0,0-1 0,0 1 0,0 0 0,1 0 0,-1 0 0,1 0 0,1 0 0,-1 0 0,1 0 0,0 8 0,0 3 0,-1-10 0,1 0 0,0 1 0,1-1 0,0 0 0,0 0 0,0 0 0,0 1 0,1-1 0,5 10 0,-3-7 0,0-1 0,-1 1 0,0 0 0,0 1 0,-1-1 0,0 1 0,0-1 0,-1 1 0,0-1 0,-1 1 0,0-1 0,-1 1 0,0 0 0,-1-1 0,1 1 0,-2-1 0,1 0 0,-7 15 0,-6 17 0,-10 45 0,23-79 0,-14 60 0,11-39 0,-2 0 0,-1 0 0,-1-1 0,-1 0 0,-1-1 0,-23 39 0,13-35 0,12-18 0,0 0 0,2 0 0,-1 1 0,1 0 0,-9 25 0,6-11 0,-1 0 0,-18 30 0,-15 36 0,33-67 0,0 0 0,-2-2 0,0 1 0,-2-2 0,0 0 0,-32 36 0,-145 143 0,163-172 0,1 1 0,-30 44 0,49-64 0,0-1 0,-1-1 0,0 0 0,-1 0 0,1-1 0,-2 0 0,-13 6 0,-19 15 0,29-20 0,0 0 0,-1-1 0,-24 8 0,-25 14 0,-39 38 0,90-60 0,1 0 0,0 1 0,0 1 0,1 0 0,0 1 0,1 0 0,0 0 0,-12 19 0,8-10 0,-1-1 0,-1-1 0,-1-1 0,0 0 0,-1-1 0,-25 16 0,9-10 0,0-2 0,-2-1 0,-41 14 0,70-30 0,-7 5 0,-1 1 0,-25 18 0,-20 11 0,-99 31 0,80-29 0,45-20 0,0-3 0,-63 22 0,82-36 0,0-1 0,0 0 0,-1-1 0,1-1 0,-25-3 0,-9 1 0,41 2 0,0 0 0,0-1 0,0 0 0,0 0 0,0-1 0,1 0 0,-1-1 0,-11-4 0,15 4 0,0 0 0,0 0 0,1 0 0,-1-1 0,1 1 0,-1-1 0,1 0 0,1 0 0,-1 0 0,0-1 0,1 1 0,0-1 0,0 0 0,-3-7 0,-2-9 0,2 0 0,0 0 0,1-1 0,0 1 0,2-1 0,0-29 0,2 46 0,-7-162 0,23 11 0,-7 90 0,1-7 0,6-78 0,-7-94 0,-16-184 0,-2 52 0,10 342 0,-2 0 0,-11-60 0,-10-76 0,19 133 0,4 36 0,0-1 0,0 1 0,0 0 0,0 0 0,1-1 0,-1 1 0,1 0 0,0 0 0,-1 0 0,1 0 0,0-1 0,0 1 0,0 0 0,0 1 0,1-1 0,-1 0 0,1 0 0,-1 0 0,1 1 0,-1-1 0,1 1 0,0-1 0,0 1 0,0 0 0,0 0 0,0 0 0,0 0 0,3-1 0,8-3 0,-1 1 0,0 0 0,24-3 0,-21 4 0,27-6 0,-9 2 0,1 0 0,46-1 0,-38 6 0,-1 0 0,1 1 0,72 9 0,-70 1 0,-21-4 0,1-1 0,41 2 0,123-15 0,-1 0 0,99-5 0,5 0 0,-259 12 0,-1-1 0,48-10 0,-46 6 0,66-5 0,-62 11 0,-17 0 0,0 0 0,0 1 0,0 1 0,30 6 0,68 34 0,-104-36 0,-12-4 0,1 1 0,-1 0 0,0-1 0,1 1 0,-1 0 0,0 0 0,0 0 0,0 0 0,0 1 0,0-1 0,-1 1 0,1-1 0,-1 1 0,0-1 0,1 1 0,-1 0 0,0 0 0,-1-1 0,1 1 0,0 0 0,-1 0 0,0 0 0,1 0 0,-1 4 0,0 10 0,-1 0 0,-4 32 0,5-47 0,-8 35 0,-2 1 0,-15 39 0,7-22 0,8-29 0,-2 0 0,0-1 0,-2-1 0,-19 28 0,-26 48 0,-87 154 0,92-169 0,13-20 0,-81 100 0,-76 54 0,144-159 0,-38 40 0,73-85 0,-1-1 0,0-1 0,0-1 0,-1-1 0,-27 10 0,48-21 0,-84 30 0,54-20 0,-33 15 0,21-5 0,-156 70 0,177-84 0,-37 8 0,43-11 0,-1 0 0,1 1 0,0 1 0,1 0 0,-20 10 0,-53 41 0,-15 9 0,80-52 0,16-9 0,0-1 0,0 1 0,0-1 0,0 0 0,-1-1 0,-10 4 0,16-6 0,-1 0 0,1 0 0,-1 0 0,0 0 0,1 0 0,-1 0 0,0-1 0,1 1 0,-1 0 0,1-1 0,-1 0 0,1 1 0,-1-1 0,1 0 0,-1 1 0,1-1 0,0 0 0,-1 0 0,1 0 0,0 0 0,0-1 0,0 1 0,0 0 0,0 0 0,0-1 0,0 1 0,0-1 0,1 1 0,-1 0 0,0-1 0,1 1 0,-1-1 0,0-2 0,-5-16 0,0-1 0,1-1 0,1 1 0,-2-36 0,5-89 0,2 115 0,0 0 0,2 0 0,2 0 0,0 0 0,2 1 0,13-36 0,-14 42 0,0 0 0,-2 0 0,0 0 0,-2-1 0,0-24 0,-2-31 0,-2 0 0,-22-133 0,19 185 0,2-1 0,1 1 0,1-29 0,0-1 0,2-69 0,0 115 0,1 0 0,0 0 0,0 0 0,2 0 0,-1 0 0,1 1 0,12-23 0,-8 22 0,1 0 0,1 0 0,0 0 0,0 1 0,1 1 0,1 0 0,0 0 0,0 2 0,0-1 0,21-9 0,8-2 0,1 2 0,51-15 0,-58 24 0,57-9 0,-63 14 0,1-1 0,-2-2 0,40-13 0,-47 12 0,1 2 0,27-5 0,33-10 0,245-74 0,-281 86 0,0 3 0,1 2 0,0 2 0,52 4 0,-16-1 0,-70 0 0,1 0 0,0 1 0,-1 1 0,1 0 0,-1 1 0,0 0 0,20 10 0,-29-11 0,0-1 0,-1 1 0,0 0 0,0 0 0,0 0 0,0 0 0,0 1 0,-1-1 0,1 1 0,-1 0 0,0 0 0,0 0 0,0 0 0,-1 0 0,0 0 0,1 0 0,-1 0 0,-1 0 0,1 1 0,0-1 0,-1 0 0,0 1 0,-1 5 0,1 3 0,-1 1 0,-1-1 0,0 0 0,0 0 0,-2 0 0,-6 18 0,1-12 0,0 0 0,-2-1 0,0 0 0,-1-1 0,0 0 0,-27 25 0,6-9 0,-74 53 0,100-81 0,0 0 0,1-1 0,0 1 0,0 0 0,1 0 0,-1 1 0,-5 8 0,-34 53 0,2 3 0,-47 109 0,74-152 0,-1-1 0,-1-1 0,-1 0 0,-1-1 0,-1-1 0,-25 21 0,-86 96 0,107-111 0,-1-2 0,-2 0 0,0-2 0,-2-1 0,0-2 0,-55 31 0,53-38 0,-1-2 0,-1-1 0,1-2 0,-56 10 0,42-10 0,34-6 0,-47 7 0,57-10 0,0-1 0,0 1 0,-1-1 0,1 0 0,0-1 0,0 1 0,0 0 0,-1-1 0,1 0 0,0 0 0,0 0 0,0 0 0,0 0 0,-6-3 0,8 2 0,0 1 0,0-1 0,0 1 0,0-1 0,1 0 0,-1 1 0,0-1 0,1 0 0,-1 1 0,1-1 0,-1 0 0,1 0 0,0 0 0,0 1 0,0-5 0,2-35 0,0 22 0,3-63 0,27-139 0,4-46 0,-35 231 0,3-20 0,-6-64 0,0 94 0,-1 5 0,1 0 0,1 0 0,1 0 0,1 0 0,7-40 0,-7 58 0,0 0 0,0 1 0,0-1 0,0 1 0,0-1 0,0 1 0,0-1 0,1 1 0,-1 0 0,1 0 0,0 0 0,0 0 0,0 0 0,0 0 0,0 0 0,0 1 0,0-1 0,0 1 0,4-3 0,0 2 0,0 1 0,0 0 0,1 0 0,-1 0 0,0 0 0,10 1 0,9-1 0,4-1 0,116-4 0,-122 5 0,0 0 0,0-2 0,0 0 0,32-10 0,-8-2 0,46-21 0,15-12 0,109-66 0,-196 104 0,-1 1 0,1 1 0,29-7 0,-49 15 0,-1-1 0,0 1 0,1 0 0,-1 0 0,0 0 0,1 0 0,-1 0 0,1 0 0,-1-1 0,1 1 0,-1 0 0,0 0 0,1 0 0,-1 0 0,1 0 0,-1 1 0,0-1 0,1 0 0,-1 0 0,1 0 0,-1 0 0,0 0 0,1 1 0,-1-1 0,1 0 0,-1 0 0,0 0 0,1 1 0,-1-1 0,0 0 0,0 1 0,1-1 0,-1 0 0,0 1 0,1 0 0,-2 17 0,-15 17 0,-26 23 0,-3-2 0,-1-1 0,-3-3 0,-3-3 0,-91 70 0,121-98 0,1 0 0,1 1 0,1 1 0,-30 46 0,9-12 0,28-41 0,-8 11 0,-30 33 0,41-52 0,1 0 0,-1 0 0,-1-1 0,1 0 0,-1-1 0,-1 0 0,-16 7 0,15-7 0,-10 1 0,21-8 0,1 1 0,-1-1 0,1 1 0,-1-1 0,1 1 0,-1-1 0,1 1 0,-1-1 0,1 0 0,0 1 0,-1-1 0,1 0 0,0 1 0,0-1 0,0 0 0,-1 0 0,1 1 0,0-1 0,0 0 0,0 0 0,0 1 0,0-1 0,0 0 0,0 0 0,1 1 0,-1-1 0,0 0 0,0 1 0,0-1 0,1 0 0,-1 0 0,1 0 0,32-277 0,-23 155 0,-9 109 0,0 7 0,-1-1 0,1 1 0,0 0 0,1 0 0,-1 0 0,6-11 0,-7 18 0,0 0 0,0-1 0,0 1 0,0 0 0,0 0 0,0 0 0,0 0 0,0 0 0,0 0 0,0 0 0,0 0 0,0 0 0,1 0 0,-1 0 0,0 0 0,0 0 0,0 0 0,0 0 0,0 0 0,0 0 0,0 0 0,0 0 0,0 0 0,0 0 0,1 0 0,-1 0 0,0 0 0,0 0 0,0 0 0,0 0 0,0 0 0,0 0 0,0 0 0,0 0 0,0 0 0,0 0 0,1 0 0,-1 0 0,0 0 0,0 0 0,0 0 0,0 0 0,0 0 0,0 0 0,0 0 0,0 0 0,0 1 0,0-1 0,0 0 0,0 0 0,0 0 0,0 0 0,0 0 0,0 0 0,0 0 0,0 0 0,1 0 0,-1 0 0,0 1 0,0-1 0,0 0 0,0 0 0,0 0 0,-1 0 0,1 0 0,0 0 0,0 0 0,0 0 0,3 14 0,0 14 0,-8 24 0,-2 0 0,-3-1 0,-2 0 0,-28 76 0,-25 20 306,45-105-724,1 1 0,2 0 1,-13 53-1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3:59:59.81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2593 345 24575,'-203'-9'0,"186"8"0,-1-2 0,1 0 0,-31-9 0,29 6 0,9 4 0,-1 1 0,1-1 0,-17 1 0,15 1 0,1 0 0,0-2 0,-14-2 0,-253-46 0,250 46 0,-61-5 0,-13 0 0,91 8 0,0 0 0,0-1 0,0 0 0,-20-6 0,-28-6 0,26 9 0,-32-9 0,54 11 0,-2-1 0,-1 1 0,0 0 0,1 2 0,-24-2 0,-9 4 0,0-2 0,0-2 0,0-1 0,-46-13 0,83 16 0,0 0 0,0 1 0,0 0 0,0 0 0,0 1 0,-13 2 0,-26 2 0,-18-7 0,-85 3 0,99 8 0,38-5 0,0-2 0,1 0 0,-18 0 0,7-3 0,-1-1 0,1-1 0,0-2 0,-27-8 0,16 1 0,27 8 0,0 1 0,0 0 0,0 1 0,0 0 0,0 0 0,-1 1 0,-8-1 0,-21 11 0,32-7 0,1 0 0,-1 0 0,0-1 0,0 0 0,-9 1 0,-32-1 0,-98-3 0,127-4 0,17 5 0,-1 0 0,0 1 0,1-1 0,-1 0 0,0 1 0,0-1 0,0 1 0,0-1 0,1 1 0,-1 0 0,0 0 0,0 0 0,0 0 0,-3 0 0,5 1 0,-1 0 0,1-1 0,0 1 0,-1-1 0,1 1 0,0 0 0,0-1 0,0 1 0,-1-1 0,1 1 0,0 0 0,0-1 0,0 1 0,0 0 0,0-1 0,0 1 0,0 0 0,0-1 0,1 1 0,-1 0 0,0-1 0,0 1 0,0 0 0,1-1 0,-1 1 0,0-1 0,1 1 0,-1-1 0,1 2 0,16 21 0,-11-15 0,1 5 0,-1 1 0,-1-1 0,6 22 0,6 13 0,36 81 0,-49-118 0,0 1 0,-1 0 0,2 17 0,4 17 0,14 23 0,42 123 0,-17-61 0,-43-117 0,2 0 0,0-1 0,0 0 0,14 17 0,-10-15 0,-1 1 0,10 20 0,25 60 0,-30-69 0,21 58 0,-32-72 0,1 0 0,1 0 0,0-1 0,1 0 0,0 0 0,1-1 0,0 0 0,1 0 0,0-1 0,0 0 0,1 0 0,19 13 0,-5-4 0,0 1 0,41 45 0,19 25 0,-36-35 0,33 42 0,-62-77 0,1 0 0,1-1 0,1-2 0,26 18 0,25 3 0,-50-28 0,-2 1 0,0 2 0,31 22 0,12 25 0,-41-36 0,38 29 0,-55-50 0,-1 0 0,1 0 0,0-1 0,0 0 0,0 0 0,10 2 0,21 6 0,18 9 0,-43-16 0,-1 0 0,-1 1 0,1 0 0,-1 1 0,1 0 0,12 8 0,46 32 0,-51-35 0,-1 1 0,0 0 0,-1 2 0,0 0 0,27 28 0,-30-27 0,1-1 0,0-1 0,0 0 0,2-1 0,19 11 0,12 9 0,-33-23 0,0-1 0,1 0 0,30 10 0,-11-7 0,-2 2 0,37 18 0,-56-23 0,0-1 0,0-1 0,1-1 0,0 0 0,25 4 0,72 0 0,-37-4 0,-63-3 0,1 0 0,-1 0 0,0 1 0,0 1 0,0 0 0,0 1 0,0 0 0,0 0 0,13 9 0,-23-12 0,0-1 0,0 1 0,0 0 0,-1 0 0,1 0 0,0 0 0,0-1 0,0 1 0,1-1 0,-1 1 0,0 0 0,0-1 0,0 0 0,0 1 0,1-1 0,-1 0 0,0 0 0,0 1 0,0-1 0,1 0 0,-1 0 0,0 0 0,0 0 0,1-1 0,-1 1 0,0 0 0,0-1 0,0 1 0,1 0 0,-1-1 0,0 1 0,0-1 0,0 0 0,0 1 0,0-1 0,0 0 0,0 0 0,0 1 0,0-1 0,0 0 0,-1 0 0,1 0 0,0 0 0,-1 0 0,1 0 0,0-1 0,-1 1 0,1 0 0,-1 0 0,0 0 0,1-2 0,2-9 0,0 0 0,-1 0 0,0-1 0,0-15 0,-1 12 0,3-29 0,-2 0 0,-6-59 0,-6 22 0,6 59 0,-1 0 0,0 0 0,-11-26 0,7 22 0,2-1 0,1 0 0,2 0 0,0 0 0,2-1 0,1-30 0,2 28 0,0 9 0,-1 1 0,-1 0 0,-1 0 0,-1 0 0,-5-23 0,2 20 0,2-1 0,0 0 0,1-40 0,-2-6 0,1-3 0,4-75 0,2 49 0,7-49 0,-7 120 0,6-45 0,1 8 0,9-90 0,-9 39 0,0-9 0,-10 99 0,-2 1 0,-10-49 0,2 31 0,-22-109 0,13-15 0,19 168 0,1 0 0,0 0 0,0-1 0,0 1 0,0 0 0,0 0 0,0 0 0,0-1 0,0 1 0,0 0 0,0 0 0,0-1 0,0 1 0,0 0 0,0 0 0,0 0 0,0-1 0,0 1 0,0 0 0,0 0 0,1 0 0,-1 0 0,0-1 0,0 1 0,0 0 0,0 0 0,0 0 0,0 0 0,1-1 0,-1 1 0,0 0 0,0 0 0,0 0 0,0 0 0,1 0 0,-1 0 0,0 0 0,0-1 0,0 1 0,1 0 0,-1 0 0,0 0 0,13 6 0,22 22 0,-11-8 0,-11-9 0,-12-4 0,-23 1 0,5-4 0,-6 3 0,0-2 0,0 0 0,0-1 0,-1-2 0,-31 0 0,3-3 0,-76-13 0,94 11 0,-1 2 0,1 1 0,0 2 0,0 1 0,-54 12 0,15-3 0,68-11 0,0 0 0,1 0 0,-1 1 0,1-1 0,-1 1 0,1 0 0,-1 0 0,1 0 0,0 1 0,-6 5 0,8-8 0,1 1 0,-1-1 0,0 1 0,1-1 0,-1 1 0,0-1 0,1 0 0,-1 0 0,0 0 0,1 0 0,-1 0 0,0 0 0,1 0 0,-1 0 0,-3-1 0,-30-11 0,16 6 0,10 5 0,1 0 0,-1 0 0,0 1 0,1 0 0,-1 1 0,0 0 0,1 0 0,-1 1 0,-14 5 0,15-4 0,-1-1 0,0 0 0,0 0 0,0-1 0,0 0 0,0 0 0,0-1 0,0 0 0,-13-3 0,7 1 0,0 0 0,1 0 0,-1 2 0,0 0 0,0 0 0,0 2 0,-23 4 0,1 3 0,-63 23 0,-52 35 0,31-12 0,84-39 0,21-8 0,-1-1 0,0-1 0,0 0 0,0-1 0,-1-1 0,-28 4 0,-122-1 0,141-5 0,0 1 0,-45 11 0,70-13 0,1 0 0,-1 0 0,1 0 0,-1 0 0,1 0 0,0 1 0,-1-1 0,1 0 0,0 1 0,0-1 0,0 1 0,0-1 0,0 1 0,0 0 0,1-1 0,-1 1 0,0 0 0,1 0 0,0-1 0,-1 1 0,1 0 0,0 0 0,0 0 0,0 0 0,0-1 0,0 5 0,0 1 0,1-1 0,-1 1 0,1 0 0,0 0 0,0-1 0,4 9 0,1 2 0,1-1 0,1 1 0,1-1 0,0-1 0,1 0 0,1 0 0,0-1 0,15 14 0,7 4 0,-1 1 0,-2 1 0,46 69 0,-61-75 0,-1 1 0,-2 0 0,-1 1 0,9 38 0,7 18 0,-22-71 0,37 90 0,-35-92 0,0 0 0,0-1 0,1 0 0,1-1 0,19 21 0,178 153 0,-198-179 0,217 160 0,-150-111 0,9 6 0,32 21 0,-71-48 0,-14-11 0,2-2 0,0 0 0,2-3 0,67 27 0,-79-37 0,0 2 0,0 0 0,-1 1 0,0 1 0,23 17 0,-19-4 0,-22-21 0,-1 0 0,1 0 0,0 0 0,0 0 0,1-1 0,-1 1 0,1-1 0,0 0 0,0-1 0,0 1 0,8 2 0,-12-5 0,-1 0 0,1 0 0,-1 1 0,1-1 0,-1 0 0,1-1 0,-1 1 0,1 0 0,-1 0 0,1 0 0,-1 0 0,1 0 0,-1 0 0,1-1 0,-1 1 0,1 0 0,-1 0 0,1-1 0,-1 1 0,0 0 0,1 0 0,-1-1 0,0 1 0,1-1 0,-1 1 0,0 0 0,1-1 0,-1 1 0,0-1 0,0 1 0,1-1 0,0-21 0,-13-25 0,11 43 0,-6-18 0,0 2 0,1 1 0,1 0 0,0-1 0,2 0 0,0 0 0,1-23 0,-7-130 0,7 65 0,0 42 0,12-129 0,7 70 0,-14 103 0,0 1 0,-2-1 0,-1-29 0,-1 29 0,2 1 0,0 0 0,6-35 0,-2 25 0,-2 0 0,0 0 0,-3-1 0,0 1 0,-2 0 0,-8-43 0,-24-83 0,33 153 0,-1 1 0,1-1 0,-1 1 0,0 0 0,1 0 0,-2-1 0,1 1 0,0 1 0,-1-1 0,1 0 0,-1 0 0,0 1 0,0 0 0,0-1 0,0 1 0,0 0 0,0 1 0,0-1 0,-1 1 0,1-1 0,-7-1 0,-7-1 0,-1 0 0,0 0 0,-22 0 0,17 1 0,-213-13 0,201 15 0,-66-13 0,35 4 0,18 6 0,-69 3 0,66 2 0,-55-6 0,98 5 0,0 0 0,0 1 0,1 0 0,-1 0 0,0 0 0,1 1 0,-1 0 0,1 1 0,-8 3 0,6-3 0,0 1 0,-1-1 0,0-1 0,1 0 0,-14 1 0,-94-6 0,115 3 0,1 1 0,-1-1 0,1 1 0,-1 0 0,1-1 0,0 1 0,-1 0 0,1 0 0,0 0 0,0 0 0,0 0 0,0 0 0,0 1 0,0-1 0,0 0 0,0 1 0,0-1 0,0 0 0,1 1 0,-1-1 0,1 1 0,-1-1 0,1 1 0,-1-1 0,1 1 0,0-1 0,0 1 0,0 2 0,-3 51 0,4-45 0,-2 0 0,1-1 0,0 1 0,1-1 0,0 1 0,1-1 0,-1 0 0,2 1 0,0-1 0,0 0 0,0 0 0,6 9 0,-7-15 0,21 39 0,2-2 0,40 49 0,-51-73 0,118 130 0,-60-69 0,68 61 0,-119-121 0,0 0 0,2-1 0,0-1 0,0-2 0,32 14 0,61 33 0,-38-18 0,53 26 0,-126-65 0,-1-1 0,0 1 0,1-2 0,-1 1 0,1 0 0,0-1 0,8 2 0,-12-3 0,1 0 0,-1 0 0,1-1 0,-1 1 0,1 0 0,-1-1 0,1 1 0,-1-1 0,0 1 0,1-1 0,-1 1 0,0-1 0,1 0 0,-1 0 0,0 0 0,0 0 0,0 0 0,0 0 0,0 0 0,0 0 0,0 0 0,0-1 0,0 1 0,-1 0 0,1 0 0,0-1 0,-1 1 0,1-1 0,0-2 0,11-36 0,-2 0 0,8-69 0,-3 16 0,8-13 0,21-130 0,-45 235 0,1-1 0,0 1 0,-1-1 0,1 1 0,-1-1 0,1 1 0,-1 0 0,1-1 0,-1 1 0,0 0 0,0-1 0,0 1 0,0 0 0,0 0 0,0 0 0,0 0 0,0 0 0,0 0 0,-1 0 0,1 0 0,0 1 0,-2-2 0,-40-19 0,23 12 0,-11-6 0,-1 0 0,0 2 0,-1 1 0,-1 2 0,0 1 0,-45-5 0,48 9 0,1-2 0,-51-17 0,23-2 0,44 18 0,-1 1 0,0 0 0,-28-7 0,3 9 0,33 5 0,-1 0 0,1-1 0,0 0 0,0 0 0,-13-5 0,19 5 0,0 1 0,1 0 0,-1-1 0,0 1 0,0 0 0,0-1 0,0 1 0,0 0 0,0 0 0,0 0 0,1 0 0,-1 0 0,0 0 0,0 0 0,0 0 0,0 0 0,0 0 0,0 1 0,0-1 0,0 0 0,1 1 0,-1-1 0,0 0 0,0 1 0,0-1 0,1 1 0,-1-1 0,0 1 0,1 0 0,-1-1 0,0 1 0,1 0 0,-1-1 0,1 1 0,-1 0 0,1 0 0,-1-1 0,1 1 0,-1 0 0,1 0 0,0 0 0,0 0 0,-1 0 0,1 0 0,0-1 0,0 1 0,0 2 0,-1 7 0,0 0 0,1 0 0,2 18 0,0-9 0,-2-3 0,-1 0 0,2 0 0,0 0 0,0 0 0,6 20 0,-6-33 0,-1 1 0,2-1 0,-1 0 0,0 1 0,1-1 0,-1 0 0,1 0 0,0 0 0,0 0 0,0 0 0,1 0 0,-1-1 0,1 1 0,-1-1 0,1 0 0,0 1 0,0-1 0,0-1 0,0 1 0,0 0 0,0-1 0,1 1 0,-1-1 0,0 0 0,4 1 0,15 3 0,-2 2 0,33 14 0,9 2 0,-8-8 229,-38-12-495,0 1 1,0 1-1,-1 0 0,0 1 1,25 14-1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0:03.65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0 24575,'3'4'0,"0"0"0,0 0 0,-1 0 0,1 0 0,-1 0 0,0 1 0,-1-1 0,3 7 0,-3-7 0,0 1 0,1-1 0,0 0 0,0 0 0,0 0 0,0 0 0,0 0 0,1 0 0,0-1 0,5 6 0,6 2 0,0-2 0,1 0 0,18 8 0,27 17 0,-52-30 0,-1 0 0,2 0 0,-1-1 0,0 1 0,16 2 0,-16-4 0,1 0 0,-1 1 0,1 0 0,-1 1 0,0-1 0,8 7 0,-12-8 0,0 1 0,0 0 0,0 0 0,0 0 0,-1 1 0,1-1 0,-1 1 0,0 0 0,0 0 0,0 0 0,-1 0 0,0 0 0,1 1 0,-1-1 0,-1 1 0,1 0 0,-1-1 0,0 1 0,0 0 0,0 0 0,0 0 0,-1 0 0,0 0 0,-1 8 0,-8 165 0,18-50-1365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0:08.855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1194 691 24575,'-42'9'0,"2"0"0,20-8 0,-1-2 0,-24-4 0,5 1 0,-2-5 0,35 7 0,0 0 0,-1 0 0,1 1 0,-14-1 0,16 1 0,0 1 0,0-1 0,0 0 0,0 0 0,0-1 0,0 1 0,1-1 0,-1 0 0,-8-5 0,-40-30 0,0 0 0,20 21 0,-43-26 0,-133-105 0,191 134 0,1-1 0,0-1 0,1 0 0,1-1 0,-21-29 0,31 38 0,0 0 0,0-1 0,0 2 0,-1-1 0,0 0 0,0 1 0,-1 1 0,0-1 0,0 1 0,0 0 0,-1 0 0,1 1 0,-1 0 0,-10-3 0,6 0 0,0 1 0,1-2 0,0 1 0,0-1 0,0-1 0,1 0 0,-17-20 0,7 9 0,18 17 6,-8-6-281,1-1 1,0 0 0,0 0 0,-13-23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0:35.17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490 1 24575,'-51'56'0,"39"-41"0,-1 0 0,-1-1 0,0 0 0,-1-1 0,-28 19 0,22-20 0,-1 1 0,-38 29 0,27-4 0,13-12 0,-5 5 0,-16 16 0,30-37 0,1 0 0,-1 1 0,2 0 0,-1 0 0,-9 17 0,16-23-195,-1 0 0,1 0 0,-1-1 0,0 1 0,-1-1 0,-7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1:07.56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1238 655 24575,'0'4'0,"0"-1"0,-1 1 0,0 0 0,1 0 0,-1-1 0,-1 1 0,1 0 0,-1-1 0,1 1 0,-1-1 0,0 0 0,0 1 0,0-1 0,-1 0 0,1 0 0,-1-1 0,0 1 0,-3 2 0,-7 6 0,-1-2 0,-29 17 0,1-2 0,33-17 0,-7 3 0,0 1 0,1 1 0,1 0 0,-1 1 0,-19 25 0,0 32 0,25-56 0,-1-1 0,-1 0 0,0 0 0,-1-1 0,0 0 0,-1-1 0,0-1 0,-1 0 0,0-1 0,-18 9 0,15-7 0,0 0 0,0 1 0,-21 20 0,-7 5 0,-66 41 0,26-20 0,71-45 0,0 0 0,0 0 0,2 2 0,-12 15 0,-2 1 0,-6 8 0,-1-2 0,-3-1 0,-78 61 0,86-75 0,23-16 0,-1-2 0,1 1 0,-1-1 0,0 0 0,0 0 0,-1-1 0,1 1 0,-1-1 0,0-1 0,-8 3 0,11-5 0,0 1 0,1 0 0,-1 0 0,1 0 0,0 0 0,-1 1 0,-3 1 0,7-3 0,0 0 0,-1 0 0,1 1 0,0-1 0,0 0 0,0 0 0,0 0 0,-1 0 0,1 1 0,0-1 0,0 0 0,0 0 0,0 0 0,0 0 0,0 1 0,0-1 0,0 0 0,0 0 0,-1 0 0,1 1 0,0-1 0,0 0 0,0 0 0,0 0 0,0 1 0,0-1 0,0 0 0,0 0 0,0 0 0,0 1 0,1-1 0,-1 0 0,0 0 0,0 0 0,0 1 0,0-1 0,0 0 0,0 0 0,1 1 0,15 7 0,-4-4 0,-1 1 0,0 0 0,0 0 0,0 1 0,-1 0 0,1 1 0,-2 0 0,15 13 0,-10-8 0,1-1 0,28 15 0,-23-14 0,150 79 0,-147-77 0,-11-7 0,1 0 0,-1 1 0,-1 1 0,14 11 0,-14-10 0,0-1 0,25 15 0,-8-6 0,-11-5 0,0-1 0,2-1 0,-1-1 0,1 0 0,28 9 0,-32-12 0,0 0 0,0 1 0,0 0 0,-1 1 0,15 14 0,-14-12 0,38 21 0,-39-25 0,-1 1 0,0 1 0,18 14 0,-14-9 0,2 0 0,-1-2 0,27 13 0,-20-10 0,-11-9 0,0 0 0,1-1 0,27 7 0,5 1 0,-6 1 0,56 10 0,-45-15 0,39 8 0,-52 1 0,-35-16 0,1 1 0,0-1 0,-1 1 0,1-1 0,0-1 0,0 1 0,0-1 0,1 0 0,6 1 0,53 3 0,-40-2 0,-1-1 0,1-1 0,0-2 0,37-4 0,-56 3 0,1 1 0,-1 0 0,1 0 0,-1 1 0,1 0 0,-1 0 0,1 0 0,-1 1 0,1 0 0,-1 0 0,0 1 0,1 0 0,-1 0 0,0 0 0,0 1 0,0 0 0,-1 0 0,1 0 0,-1 1 0,8 6 0,-10-7 0,0-1 0,1 0 0,-1 1 0,1-1 0,-1 0 0,1-1 0,0 1 0,7 2 0,-11-4 0,1 0 0,0 0 0,0 0 0,-1 0 0,1 0 0,0 0 0,0 0 0,-1-1 0,1 1 0,0 0 0,-1 0 0,1 0 0,0-1 0,0 1 0,-1 0 0,1-1 0,-1 1 0,1 0 0,0-1 0,0 0 0,0-1 0,0 1 0,0-1 0,0 1 0,-1-1 0,1 1 0,0-1 0,-1 1 0,1-1 0,-1 1 0,0-1 0,0 0 0,1 1 0,-1-3 0,0-5 0,-1 0 0,0 0 0,0 0 0,-4-14 0,-3-30 0,7-5 0,3-106 0,11 102 0,-9 49 0,-1 0 0,0-1 0,0-15 0,-2 10 0,1-10 0,-1-1 0,-1 1 0,-6-38 0,-6 31 0,10 29 0,-1-1 0,1 1 0,0 0 0,-2-15 0,-2-35 0,-1-18 0,7 52 0,-2 1 0,-6-35 0,6 43 0,2-1 0,-1 1 0,2-1 0,0 1 0,4-21 0,2-38 0,-8 47 0,-2 1 0,-1 0 0,-1 0 0,-11-34 0,-4-21 0,16 55 0,2-1 0,0 0 0,4-39 0,0 9 0,-2 38 0,2 0 0,0 0 0,1 0 0,11-34 0,10-6 0,-18 47 0,-1 0 0,0-1 0,-1 1 0,0-1 0,-1-1 0,0 1 0,-1 0 0,1-14 0,-12-123 0,5 112 0,1-146 0,5 101 0,-1 58 0,1 0 0,8-32 0,-5 32 0,-1 1 0,0-38 0,-3 39 0,0 12 0,-5 25 0,-1 3 0,-1 0 0,0-1 0,-1 1 0,-1-1 0,0-1 0,-18 26 0,-94 188 0,82-150 0,-33 106 0,43-71 0,9-58 0,-5 15 0,22-67 0,1 1 0,0-1 0,0 1 0,1 0 0,0 0 0,0-1 0,0 1 0,1 0 0,-1-1 0,3 7 0,-3-12 0,0 0 0,0 0 0,-1 0 0,1 0 0,0 1 0,0-1 0,0 0 0,0 0 0,0 0 0,0 0 0,0 1 0,0-1 0,0 0 0,0 0 0,1 0 0,-1 0 0,0 1 0,0-1 0,0 0 0,0 0 0,0 0 0,0 0 0,0 0 0,0 1 0,0-1 0,0 0 0,1 0 0,-1 0 0,0 0 0,0 0 0,0 0 0,0 0 0,0 0 0,0 1 0,1-1 0,-1 0 0,0 0 0,0 0 0,0 0 0,0 0 0,1 0 0,-1 0 0,0 0 0,0 0 0,0 0 0,0 0 0,1 0 0,-1 0 0,0 0 0,0 0 0,4-11 0,-2-16 0,-4 22 0,1-1 0,-1 1 0,0 0 0,-1 0 0,1 0 0,-1 0 0,0 0 0,0 0 0,-1 1 0,1 0 0,-1-1 0,0 1 0,0 1 0,0-1 0,-10-5 0,-6-5 0,-2 2 0,-27-13 0,36 19 0,-37-21 0,35 18 0,-1 0 0,0 1 0,0 1 0,-29-9 0,42 16 0,0 0 0,1 0 0,-1 0 0,1 0 0,-1 0 0,1 0 0,-1 1 0,1-1 0,-1 1 0,1 0 0,-1-1 0,1 1 0,0 0 0,-5 3 0,-31 24 0,14-9 0,-140 79 0,26-17 0,111-61 0,2 1 0,0 1 0,1 0 0,2 2 0,-21 28 0,-2 0 0,20-23 0,1 1 0,1 1 0,2 0 0,-25 53 0,-47 88 0,55-113 0,12-22 0,13-15 0,1 1 0,2 1 0,0-1 0,2 2 0,-7 29 0,4-25 0,8-22 0,0 1 0,1-1 0,-1 1 0,2-1 0,-2 12 0,3-17 0,0-1 0,1 1 0,-1-1 0,1 1 0,0-1 0,0 0 0,-1 1 0,1-1 0,0 0 0,0 0 0,0 0 0,0 0 0,0 0 0,0 0 0,1 0 0,-1 0 0,0 0 0,0 0 0,1-1 0,-1 1 0,1 0 0,-1-1 0,0 1 0,1-1 0,2 1 0,40 8 0,5-6 0,49 5 0,-62-4 0,-25-3 0,0 0 0,0 0 0,-1 1 0,1 1 0,0 0 0,-1 0 0,1 1 0,-1 0 0,0 1 0,0 0 0,10 8 0,95 69 0,43 35 0,-153-113 0,1 0 0,0 0 0,1 0 0,-1-1 0,0 0 0,1 0 0,0-1 0,13 4 0,57 2 0,-9-1 0,-41-1 0,36 14 0,-37-11 0,43 9 0,-12-11 0,0-2 0,88-5 0,-60-2 0,-83 2 0,0 0 0,0 0 0,0-1 0,0 1 0,0-1 0,0 1 0,0-1 0,0 0 0,0 0 0,-1 0 0,1 0 0,0 0 0,0 0 0,-1 0 0,1 0 0,-1-1 0,1 1 0,-1-1 0,0 1 0,0-1 0,1 0 0,-1 1 0,0-1 0,0 0 0,0 0 0,-1 0 0,1 0 0,0 0 0,-1 0 0,1-3 0,2-8 0,-1 0 0,-1 0 0,0-24 0,-1 22 0,1-319 0,-2 167 0,-7 91 0,2 32 0,-16-87 0,13 84 0,0 7 0,5 26 0,1-1 0,1 1 0,0-1 0,0-14 0,3-29 0,-2-83 0,1 139 0,-1-1 0,0 1 0,1 0 0,-1 0 0,0 0 0,0 0 0,-1 0 0,1 0 0,0 0 0,-1 0 0,1 0 0,-1 0 0,1 1 0,-1-1 0,0 1 0,0-1 0,-2 0 0,-42-25 0,22 15 0,7 3 0,0 2 0,-1 0 0,1 1 0,-2 0 0,1 2 0,-34-5 0,21 4 0,-34-10 0,26 1 0,26 9 0,-1 0 0,0 0 0,-1 1 0,1 1 0,-1 0 0,1 1 0,-27 0 0,38 3 0,-1 0 0,1 0 0,-1 0 0,1 0 0,0 0 0,-1 1 0,1 0 0,0 0 0,0-1 0,0 2 0,1-1 0,-1 0 0,0 1 0,1-1 0,-4 5 0,-33 50 0,19-25 0,15-25 0,-3 5 0,-1 0 0,-1-1 0,-14 14 0,7-7 0,-29 36 0,34-38 0,-1 0 0,0-2 0,-1 1 0,-16 12 0,15-14 0,1 1 0,0 0 0,-22 32 0,2-3 0,-2 1 0,-39 41 0,23-23 0,20-22 0,27-33 0,0 1 0,0 0 0,1 0 0,0 1 0,1-1 0,-1 1 0,1 0 0,1 0 0,0 0 0,-2 17 0,2-2 0,1 1 0,3 47 0,-1-68 0,0 1 0,0-1 0,0 1 0,1-1 0,0 0 0,0 0 0,0 1 0,0-1 0,0-1 0,1 1 0,0 0 0,0 0 0,0-1 0,0 0 0,0 0 0,1 0 0,0 0 0,-1 0 0,1-1 0,0 1 0,0-1 0,0 0 0,6 2 0,2 0 0,-1 0 0,1 0 0,0-1 0,1-1 0,-1 0 0,0-1 0,19 0 0,55-8 0,14 0 0,-85 7 0,-4 0 0,0 0 0,0 0 0,0 1 0,0 0 0,0 1 0,0 1 0,19 6 0,15 9 0,-24-10 0,1 1 0,-1 0 0,33 22 0,-51-28 0,18 12 0,1 0 0,0-1 0,42 19 0,-26-16 0,-26-11 0,1 0 0,0-1 0,1 0 0,-1-1 0,1 0 0,-1-1 0,1-1 0,17 1 0,-10-2 0,-14 0 0,1-1 0,-1 0 0,1 0 0,-1-1 0,13-2 0,-19 2 0,1 1 0,0-1 0,0 0 0,-1 0 0,1 0 0,0 0 0,-1 0 0,1 0 0,-1 0 0,1 0 0,-1-1 0,0 1 0,0-1 0,1 1 0,-1-1 0,0 1 0,0-1 0,0 1 0,-1-1 0,1 0 0,0 0 0,-1 0 0,1 1 0,-1-1 0,1 0 0,-1-4 0,2-10 0,0-1 0,-1 0 0,-1 0 0,-1 0 0,0 0 0,-1 0 0,-6-19 0,-18-22 0,19 44 0,0 0 0,1 0 0,-7-26 0,-17-149 0,22 131 0,3 6 0,5-101 0,2 62 0,-2 64 0,-7-50 0,5 67 0,0 1 0,0-1 0,-1 1 0,0 0 0,-1 0 0,0 0 0,0 0 0,-10-13 0,11 18 0,-1 1 0,1 0 0,-1 0 0,0 1 0,0-1 0,0 1 0,0 0 0,0 0 0,-1 0 0,-8-2 0,-48-9 0,59 13 0,-6-2 0,0 1 0,-1 0 0,1 1 0,-16 0 0,23 1 0,-1-1 0,0 1 0,0-1 0,0 1 0,0-1 0,0 1 0,1 0 0,-1 0 0,0 0 0,0 0 0,1 0 0,-1 0 0,1 0 0,-1 1 0,1-1 0,0 0 0,-1 1 0,1 0 0,0-1 0,0 1 0,0-1 0,0 1 0,0 0 0,1 0 0,-2 2 0,-2 9 0,-1 0 0,-1 0 0,0-1 0,-1 0 0,0 0 0,-1-1 0,-9 12 0,-7 2 0,-41 36 0,39-38 0,2 0 0,0 2 0,2 0 0,-36 53 0,36-45 0,-33 36 0,27-42 0,21-20 0,0-1 0,0 1 0,1 1 0,-9 12 0,6-6 0,4-8 0,2 0 0,-1 0 0,0 1 0,-3 10 0,6-15 0,1 0 0,-1-1 0,1 1 0,0-1 0,-1 1 0,1 0 0,0-1 0,0 1 0,0 0 0,1-1 0,-1 1 0,0-1 0,0 1 0,1 0 0,-1-1 0,1 1 0,0-1 0,-1 1 0,1-1 0,0 0 0,0 1 0,0-1 0,0 0 0,0 1 0,2 1 0,1 1 0,0 0 0,0-1 0,0 1 0,0-1 0,1 0 0,0 0 0,-1-1 0,1 1 0,0-1 0,0 0 0,0 0 0,0-1 0,1 1 0,-1-1 0,0 0 0,1-1 0,7 1 0,-3 0 0,-1 0 0,1 1 0,-1 0 0,0 0 0,0 1 0,0 0 0,0 1 0,0 0 0,-1 0 0,1 1 0,-1 0 0,13 11 0,-9-7 0,0-1 0,1 0 0,0-1 0,18 7 0,96 36 0,-115-45 0,34 18 0,0-2 0,93 27 0,-137-48 0,-1 1 0,1-1 0,-1 1 0,0-1 0,1 0 0,-1 0 0,1 1 0,-1-1 0,1 0 0,-1 0 0,1-1 0,-1 1 0,0 0 0,1 0 0,-1-1 0,1 1 0,-1-1 0,0 1 0,1-1 0,-1 0 0,0 1 0,1-1 0,1-2 0,-2 2 0,0-1 0,-1 1 0,1-1 0,0 0 0,-1 1 0,1-1 0,-1 0 0,1 0 0,-1 1 0,0-1 0,0 0 0,0 0 0,0 1 0,0-1 0,0 0 0,-1-2 0,-2-9 0,-1 0 0,0 1 0,-11-23 0,15 33 0,-43-75 0,28 53 0,-16-36 0,28 51 0,-1 0 0,1-1 0,0 1 0,1-1 0,0 0 0,1 0 0,0-17 0,3-53 0,-4-118 0,2 194 0,-1 0 0,1 0 0,-1 0 0,0 0 0,0 0 0,-1 1 0,1-1 0,-1 0 0,0 0 0,0 1 0,0 0 0,0-1 0,-1 1 0,1 0 0,-7-6 0,4 5 0,-1 0 0,0 0 0,0 0 0,-1 0 0,1 1 0,-1 0 0,1 1 0,-9-3 0,14 5 0,-1 0 0,0 0 0,0 0 0,1 0 0,-1 0 0,0 0 0,1 1 0,-1-1 0,0 0 0,1 1 0,-1 0 0,0-1 0,1 1 0,-1 0 0,1 0 0,-1-1 0,1 1 0,0 1 0,-1-1 0,1 0 0,0 0 0,0 0 0,-2 3 0,-29 39 0,18-22 0,1-4 0,0 1 0,1 0 0,1 1 0,1 0 0,-11 30 0,19-44 0,1-1 0,-1 0 0,1 1 0,0 0 0,0-1 0,0 1 0,1 0 0,0-1 0,0 1 0,0 0 0,0-1 0,1 1 0,0 0 0,0-1 0,0 1 0,0-1 0,1 1 0,0-1 0,0 1 0,0-1 0,0 0 0,1 0 0,0 0 0,-1-1 0,1 1 0,1 0 0,-1-1 0,7 6 0,25 23 0,-31-27 0,1 0 0,-1-1 0,1 1 0,0-1 0,1 0 0,-1 0 0,0-1 0,1 1 0,0-1 0,6 2 0,45 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1:08.63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1:09.92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01:12.304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0 24575,'3'16'0,"-1"0"0,2-1 0,0 1 0,1-1 0,1 0 0,0 0 0,1-1 0,9 15 0,-13-23 0,5 9 0,2-1 0,17 22 0,-20-29 0,-1 1 0,0 0 0,0 0 0,-1 0 0,0 0 0,0 1 0,-1 0 0,-1 0 0,1 0 0,-1 0 0,2 12 0,-3-3-119,3 12-504,1 50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16:14.263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197 20 24575,'-1'16'0,"0"0"0,-7 22 0,6-28 0,0 0 0,0-1 0,1 1 0,0 0 0,0 0 0,1 0 0,0 0 0,1 0 0,2 11 0,-1-19 0,-1 1 0,0 0 0,1-1 0,-1 1 0,1 0 0,0-1 0,0 0 0,0 0 0,0 1 0,1-1 0,-1 0 0,0-1 0,1 1 0,-1 0 0,4 1 0,48 20 0,-28-14 0,71 37 0,-43-20 0,68 24 0,-105-41 0,-16-8 0,-10-7 0,-42-31 0,1-2 0,2-2 0,-64-72 0,107 107 0,1 1 0,-1 0 0,0 0 0,0 1 0,-1-1 0,1 1 0,-1 0 0,0 0 0,0 1 0,0 0 0,-1 0 0,1 0 0,-12-2 0,-6 0 0,0 1 0,-32-1 0,44 3 0,1-1 0,0 0 0,-1 0 0,1-1 0,-13-7 0,22 11 0,1-1 0,-1 0 0,1 0 0,-1 1 0,1-1 0,-1 0 0,1 0 0,0-1 0,0 1 0,-1 0 0,1 0 0,0 0 0,0-1 0,0 1 0,0-1 0,-1-1 0,3 2 0,-1 0 0,0 0 0,0 1 0,1-1 0,-1 0 0,1 0 0,-1 1 0,0-1 0,1 0 0,-1 1 0,1-1 0,0 0 0,-1 1 0,1-1 0,-1 1 0,1-1 0,0 1 0,-1-1 0,1 1 0,0 0 0,0-1 0,-1 1 0,1 0 0,0 0 0,0-1 0,0 1 0,-1 0 0,1 0 0,0 0 0,0 0 0,0 0 0,1 0 0,28-3 0,1 0 0,-1 2 0,35 4 0,4-1 0,-34-2 0,17 1 0,0-2 0,0-2 0,87-18 0,-125 19 0,1 1 0,-1 0 0,1 1 0,0 0 0,-1 1 0,0 1 0,20 4 0,-12-2 0,44 2 0,-36-6 0,-1 2 0,-1 0 0,34 8 0,-34-6 0,1-1 0,-1-2 0,45-3 0,-6 0 0,-51 3 0,1 0 0,-1 2 0,0 0 0,22 7 0,-23-5 0,0-1 0,0-1 0,0 0 0,1-1 0,16 0 0,58-3 0,-34 1 0,1-2 0,60-10 0,2 0 0,-105 11 0,46-8 0,-44 6 0,-1 0 0,0 1 0,17 0 0,119-6 0,313 8 0,-464 0 0,0 0 0,1-1 0,-1 1 0,0 0 0,1 0 0,-1 0 0,0 0 0,1 0 0,-1 0 0,1 0 0,-1 0 0,0 0 0,1 0 0,-1 0 0,0 0 0,1 0 0,-1 1 0,0-1 0,1 0 0,-1 0 0,0 0 0,1 0 0,-1 1 0,0-1 0,1 0 0,-1 0 0,0 1 0,0-1 0,1 0 0,-1 0 0,0 1 0,0-1 0,0 0 0,1 1 0,-1-1 0,0 0 0,0 1 0,-10 12 0,-31 16 0,34-24 0,2-2 0,1-1 0,0 1 0,0 0 0,0 0 0,0 0 0,0 1 0,1 0 0,-1-1 0,1 1 0,0 0 0,0 1 0,0-1 0,1 0 0,0 1 0,0-1 0,0 1 0,0 0 0,1 0 0,-1 0 0,1 0 0,1 0 0,-1 0 0,1 0 0,0 8 0,0 3 0,-1-10 0,1 0 0,0 1 0,1-1 0,0 0 0,0 0 0,0 0 0,0 1 0,1-1 0,5 10 0,-3-7 0,0-1 0,-1 1 0,0 0 0,0 1 0,-1-1 0,0 1 0,0-1 0,-1 1 0,0-1 0,-1 1 0,0-1 0,-1 1 0,0 0 0,-1-1 0,1 1 0,-2-1 0,1 0 0,-7 15 0,-6 17 0,-10 45 0,23-79 0,-14 60 0,11-39 0,-2 0 0,-1 0 0,-1-1 0,-1 0 0,-1-1 0,-23 39 0,13-35 0,12-18 0,0 0 0,2 0 0,-1 1 0,1 0 0,-9 25 0,6-11 0,-1 0 0,-18 30 0,-15 36 0,33-67 0,0 0 0,-2-2 0,0 1 0,-2-2 0,0 0 0,-32 36 0,-145 143 0,163-172 0,1 1 0,-30 44 0,49-64 0,0-1 0,-1-1 0,0 0 0,-1 0 0,1-1 0,-2 0 0,-13 6 0,-19 15 0,29-20 0,0 0 0,-1-1 0,-24 8 0,-25 14 0,-39 38 0,90-60 0,1 0 0,0 1 0,0 1 0,1 0 0,0 1 0,1 0 0,0 0 0,-12 19 0,8-10 0,-1-1 0,-1-1 0,-1-1 0,0 0 0,-1-1 0,-25 16 0,9-10 0,0-2 0,-2-1 0,-41 14 0,70-30 0,-7 5 0,-1 1 0,-25 18 0,-20 11 0,-99 31 0,80-29 0,45-20 0,0-3 0,-63 22 0,82-36 0,0-1 0,0 0 0,-1-1 0,1-1 0,-25-3 0,-9 1 0,41 2 0,0 0 0,0-1 0,0 0 0,0 0 0,0-1 0,1 0 0,-1-1 0,-11-4 0,15 4 0,0 0 0,0 0 0,1 0 0,-1-1 0,1 1 0,-1-1 0,1 0 0,1 0 0,-1 0 0,0-1 0,1 1 0,0-1 0,0 0 0,-3-7 0,-2-9 0,2 0 0,0 0 0,1-1 0,0 1 0,2-1 0,0-29 0,2 46 0,-7-162 0,23 11 0,-7 90 0,1-7 0,6-78 0,-7-94 0,-16-184 0,-2 52 0,10 342 0,-2 0 0,-11-60 0,-10-76 0,19 133 0,4 36 0,0-1 0,0 1 0,0 0 0,0 0 0,1-1 0,-1 1 0,1 0 0,0 0 0,-1 0 0,1 0 0,0-1 0,0 1 0,0 0 0,0 1 0,1-1 0,-1 0 0,1 0 0,-1 0 0,1 1 0,-1-1 0,1 1 0,0-1 0,0 1 0,0 0 0,0 0 0,0 0 0,0 0 0,3-1 0,8-3 0,-1 1 0,0 0 0,24-3 0,-21 4 0,27-6 0,-9 2 0,1 0 0,46-1 0,-38 6 0,-1 0 0,1 1 0,72 9 0,-70 1 0,-21-4 0,1-1 0,41 2 0,123-15 0,-1 0 0,99-5 0,5 0 0,-259 12 0,-1-1 0,48-10 0,-46 6 0,66-5 0,-62 11 0,-17 0 0,0 0 0,0 1 0,0 1 0,30 6 0,68 34 0,-104-36 0,-12-4 0,1 1 0,-1 0 0,0-1 0,1 1 0,-1 0 0,0 0 0,0 0 0,0 0 0,0 1 0,0-1 0,-1 1 0,1-1 0,-1 1 0,0-1 0,1 1 0,-1 0 0,0 0 0,-1-1 0,1 1 0,0 0 0,-1 0 0,0 0 0,1 0 0,-1 4 0,0 10 0,-1 0 0,-4 32 0,5-47 0,-8 35 0,-2 1 0,-15 39 0,7-22 0,8-29 0,-2 0 0,0-1 0,-2-1 0,-19 28 0,-26 48 0,-87 154 0,92-169 0,13-20 0,-81 100 0,-76 54 0,144-159 0,-38 40 0,73-85 0,-1-1 0,0-1 0,0-1 0,-1-1 0,-27 10 0,48-21 0,-84 30 0,54-20 0,-33 15 0,21-5 0,-156 70 0,177-84 0,-37 8 0,43-11 0,-1 0 0,1 1 0,0 1 0,1 0 0,-20 10 0,-53 41 0,-15 9 0,80-52 0,16-9 0,0-1 0,0 1 0,0-1 0,0 0 0,-1-1 0,-10 4 0,16-6 0,-1 0 0,1 0 0,-1 0 0,0 0 0,1 0 0,-1 0 0,0-1 0,1 1 0,-1 0 0,1-1 0,-1 0 0,1 1 0,-1-1 0,1 0 0,-1 1 0,1-1 0,0 0 0,-1 0 0,1 0 0,0 0 0,0-1 0,0 1 0,0 0 0,0 0 0,0-1 0,0 1 0,0-1 0,1 1 0,-1 0 0,0-1 0,1 1 0,-1-1 0,0-2 0,-5-16 0,0-1 0,1-1 0,1 1 0,-2-36 0,5-89 0,2 115 0,0 0 0,2 0 0,2 0 0,0 0 0,2 1 0,13-36 0,-14 42 0,0 0 0,-2 0 0,0 0 0,-2-1 0,0-24 0,-2-31 0,-2 0 0,-22-133 0,19 185 0,2-1 0,1 1 0,1-29 0,0-1 0,2-69 0,0 115 0,1 0 0,0 0 0,0 0 0,2 0 0,-1 0 0,1 1 0,12-23 0,-8 22 0,1 0 0,1 0 0,0 0 0,0 1 0,1 1 0,1 0 0,0 0 0,0 2 0,0-1 0,21-9 0,8-2 0,1 2 0,51-15 0,-58 24 0,57-9 0,-63 14 0,1-1 0,-2-2 0,40-13 0,-47 12 0,1 2 0,27-5 0,33-10 0,245-74 0,-281 86 0,0 3 0,1 2 0,0 2 0,52 4 0,-16-1 0,-70 0 0,1 0 0,0 1 0,-1 1 0,1 0 0,-1 1 0,0 0 0,20 10 0,-29-11 0,0-1 0,-1 1 0,0 0 0,0 0 0,0 0 0,0 0 0,0 1 0,-1-1 0,1 1 0,-1 0 0,0 0 0,0 0 0,0 0 0,-1 0 0,0 0 0,1 0 0,-1 0 0,-1 0 0,1 1 0,0-1 0,-1 0 0,0 1 0,-1 5 0,1 3 0,-1 1 0,-1-1 0,0 0 0,0 0 0,-2 0 0,-6 18 0,1-12 0,0 0 0,-2-1 0,0 0 0,-1-1 0,0 0 0,-27 25 0,6-9 0,-74 53 0,100-81 0,0 0 0,1-1 0,0 1 0,0 0 0,1 0 0,-1 1 0,-5 8 0,-34 53 0,2 3 0,-47 109 0,74-152 0,-1-1 0,-1-1 0,-1 0 0,-1-1 0,-1-1 0,-25 21 0,-86 96 0,107-111 0,-1-2 0,-2 0 0,0-2 0,-2-1 0,0-2 0,-55 31 0,53-38 0,-1-2 0,-1-1 0,1-2 0,-56 10 0,42-10 0,34-6 0,-47 7 0,57-10 0,0-1 0,0 1 0,-1-1 0,1 0 0,0-1 0,0 1 0,0 0 0,-1-1 0,1 0 0,0 0 0,0 0 0,0 0 0,0 0 0,-6-3 0,8 2 0,0 1 0,0-1 0,0 1 0,0-1 0,1 0 0,-1 1 0,0-1 0,1 0 0,-1 1 0,1-1 0,-1 0 0,1 0 0,0 0 0,0 1 0,0-5 0,2-35 0,0 22 0,3-63 0,27-139 0,4-46 0,-35 231 0,3-20 0,-6-64 0,0 94 0,-1 5 0,1 0 0,1 0 0,1 0 0,1 0 0,7-40 0,-7 58 0,0 0 0,0 1 0,0-1 0,0 1 0,0-1 0,0 1 0,0-1 0,1 1 0,-1 0 0,1 0 0,0 0 0,0 0 0,0 0 0,0 0 0,0 0 0,0 1 0,0-1 0,0 1 0,4-3 0,0 2 0,0 1 0,0 0 0,1 0 0,-1 0 0,0 0 0,10 1 0,9-1 0,4-1 0,116-4 0,-122 5 0,0 0 0,0-2 0,0 0 0,32-10 0,-8-2 0,46-21 0,15-12 0,109-66 0,-196 104 0,-1 1 0,1 1 0,29-7 0,-49 15 0,-1-1 0,0 1 0,1 0 0,-1 0 0,0 0 0,1 0 0,-1 0 0,1 0 0,-1-1 0,1 1 0,-1 0 0,0 0 0,1 0 0,-1 0 0,1 0 0,-1 1 0,0-1 0,1 0 0,-1 0 0,1 0 0,-1 0 0,0 0 0,1 1 0,-1-1 0,1 0 0,-1 0 0,0 0 0,1 1 0,-1-1 0,0 0 0,0 1 0,1-1 0,-1 0 0,0 1 0,1 0 0,-2 17 0,-15 17 0,-26 23 0,-3-2 0,-1-1 0,-3-3 0,-3-3 0,-91 70 0,121-98 0,1 0 0,1 1 0,1 1 0,-30 46 0,9-12 0,28-41 0,-8 11 0,-30 33 0,41-52 0,1 0 0,-1 0 0,-1-1 0,1 0 0,-1-1 0,-1 0 0,-16 7 0,15-7 0,-10 1 0,21-8 0,1 1 0,-1-1 0,1 1 0,-1-1 0,1 1 0,-1-1 0,1 1 0,-1-1 0,1 0 0,0 1 0,-1-1 0,1 0 0,0 1 0,0-1 0,0 0 0,-1 0 0,1 1 0,0-1 0,0 0 0,0 0 0,0 1 0,0-1 0,0 0 0,0 0 0,1 1 0,-1-1 0,0 0 0,0 1 0,0-1 0,1 0 0,-1 0 0,1 0 0,32-277 0,-23 155 0,-9 109 0,0 7 0,-1-1 0,1 1 0,0 0 0,1 0 0,-1 0 0,6-11 0,-7 18 0,0 0 0,0-1 0,0 1 0,0 0 0,0 0 0,0 0 0,0 0 0,0 0 0,0 0 0,0 0 0,0 0 0,0 0 0,1 0 0,-1 0 0,0 0 0,0 0 0,0 0 0,0 0 0,0 0 0,0 0 0,0 0 0,0 0 0,0 0 0,0 0 0,1 0 0,-1 0 0,0 0 0,0 0 0,0 0 0,0 0 0,0 0 0,0 0 0,0 0 0,0 0 0,0 0 0,0 0 0,1 0 0,-1 0 0,0 0 0,0 0 0,0 0 0,0 0 0,0 0 0,0 0 0,0 0 0,0 0 0,0 1 0,0-1 0,0 0 0,0 0 0,0 0 0,0 0 0,0 0 0,0 0 0,0 0 0,0 0 0,1 0 0,-1 0 0,0 1 0,0-1 0,0 0 0,0 0 0,0 0 0,-1 0 0,1 0 0,0 0 0,0 0 0,0 0 0,3 14 0,0 14 0,-8 24 0,-2 0 0,-3-1 0,-2 0 0,-28 76 0,-25 20 306,45-105-724,1 1 0,2 0 1,-13 53-1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16:14.264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2593 345 24575,'-203'-9'0,"186"8"0,-1-2 0,1 0 0,-31-9 0,29 6 0,9 4 0,-1 1 0,1-1 0,-17 1 0,15 1 0,1 0 0,0-2 0,-14-2 0,-253-46 0,250 46 0,-61-5 0,-13 0 0,91 8 0,0 0 0,0-1 0,0 0 0,-20-6 0,-28-6 0,26 9 0,-32-9 0,54 11 0,-2-1 0,-1 1 0,0 0 0,1 2 0,-24-2 0,-9 4 0,0-2 0,0-2 0,0-1 0,-46-13 0,83 16 0,0 0 0,0 1 0,0 0 0,0 0 0,0 1 0,-13 2 0,-26 2 0,-18-7 0,-85 3 0,99 8 0,38-5 0,0-2 0,1 0 0,-18 0 0,7-3 0,-1-1 0,1-1 0,0-2 0,-27-8 0,16 1 0,27 8 0,0 1 0,0 0 0,0 1 0,0 0 0,0 0 0,-1 1 0,-8-1 0,-21 11 0,32-7 0,1 0 0,-1 0 0,0-1 0,0 0 0,-9 1 0,-32-1 0,-98-3 0,127-4 0,17 5 0,-1 0 0,0 1 0,1-1 0,-1 0 0,0 1 0,0-1 0,0 1 0,0-1 0,1 1 0,-1 0 0,0 0 0,0 0 0,0 0 0,-3 0 0,5 1 0,-1 0 0,1-1 0,0 1 0,-1-1 0,1 1 0,0 0 0,0-1 0,0 1 0,-1-1 0,1 1 0,0 0 0,0-1 0,0 1 0,0 0 0,0-1 0,0 1 0,0 0 0,0-1 0,1 1 0,-1 0 0,0-1 0,0 1 0,0 0 0,1-1 0,-1 1 0,0-1 0,1 1 0,-1-1 0,1 2 0,16 21 0,-11-15 0,1 5 0,-1 1 0,-1-1 0,6 22 0,6 13 0,36 81 0,-49-118 0,0 1 0,-1 0 0,2 17 0,4 17 0,14 23 0,42 123 0,-17-61 0,-43-117 0,2 0 0,0-1 0,0 0 0,14 17 0,-10-15 0,-1 1 0,10 20 0,25 60 0,-30-69 0,21 58 0,-32-72 0,1 0 0,1 0 0,0-1 0,1 0 0,0 0 0,1-1 0,0 0 0,1 0 0,0-1 0,0 0 0,1 0 0,19 13 0,-5-4 0,0 1 0,41 45 0,19 25 0,-36-35 0,33 42 0,-62-77 0,1 0 0,1-1 0,1-2 0,26 18 0,25 3 0,-50-28 0,-2 1 0,0 2 0,31 22 0,12 25 0,-41-36 0,38 29 0,-55-50 0,-1 0 0,1 0 0,0-1 0,0 0 0,0 0 0,10 2 0,21 6 0,18 9 0,-43-16 0,-1 0 0,-1 1 0,1 0 0,-1 1 0,1 0 0,12 8 0,46 32 0,-51-35 0,-1 1 0,0 0 0,-1 2 0,0 0 0,27 28 0,-30-27 0,1-1 0,0-1 0,0 0 0,2-1 0,19 11 0,12 9 0,-33-23 0,0-1 0,1 0 0,30 10 0,-11-7 0,-2 2 0,37 18 0,-56-23 0,0-1 0,0-1 0,1-1 0,0 0 0,25 4 0,72 0 0,-37-4 0,-63-3 0,1 0 0,-1 0 0,0 1 0,0 1 0,0 0 0,0 1 0,0 0 0,0 0 0,13 9 0,-23-12 0,0-1 0,0 1 0,0 0 0,-1 0 0,1 0 0,0 0 0,0-1 0,0 1 0,1-1 0,-1 1 0,0 0 0,0-1 0,0 0 0,0 1 0,1-1 0,-1 0 0,0 0 0,0 1 0,0-1 0,1 0 0,-1 0 0,0 0 0,0 0 0,1-1 0,-1 1 0,0 0 0,0-1 0,0 1 0,1 0 0,-1-1 0,0 1 0,0-1 0,0 0 0,0 1 0,0-1 0,0 0 0,0 0 0,0 1 0,0-1 0,0 0 0,-1 0 0,1 0 0,0 0 0,-1 0 0,1 0 0,0-1 0,-1 1 0,1 0 0,-1 0 0,0 0 0,1-2 0,2-9 0,0 0 0,-1 0 0,0-1 0,0-15 0,-1 12 0,3-29 0,-2 0 0,-6-59 0,-6 22 0,6 59 0,-1 0 0,0 0 0,-11-26 0,7 22 0,2-1 0,1 0 0,2 0 0,0 0 0,2-1 0,1-30 0,2 28 0,0 9 0,-1 1 0,-1 0 0,-1 0 0,-1 0 0,-5-23 0,2 20 0,2-1 0,0 0 0,1-40 0,-2-6 0,1-3 0,4-75 0,2 49 0,7-49 0,-7 120 0,6-45 0,1 8 0,9-90 0,-9 39 0,0-9 0,-10 99 0,-2 1 0,-10-49 0,2 31 0,-22-109 0,13-15 0,19 168 0,1 0 0,0 0 0,0-1 0,0 1 0,0 0 0,0 0 0,0 0 0,0-1 0,0 1 0,0 0 0,0 0 0,0-1 0,0 1 0,0 0 0,0 0 0,0 0 0,0-1 0,0 1 0,0 0 0,0 0 0,1 0 0,-1 0 0,0-1 0,0 1 0,0 0 0,0 0 0,0 0 0,0 0 0,1-1 0,-1 1 0,0 0 0,0 0 0,0 0 0,0 0 0,1 0 0,-1 0 0,0 0 0,0-1 0,0 1 0,1 0 0,-1 0 0,0 0 0,13 6 0,22 22 0,-11-8 0,-11-9 0,-12-4 0,-23 1 0,5-4 0,-6 3 0,0-2 0,0 0 0,0-1 0,-1-2 0,-31 0 0,3-3 0,-76-13 0,94 11 0,-1 2 0,1 1 0,0 2 0,0 1 0,-54 12 0,15-3 0,68-11 0,0 0 0,1 0 0,-1 1 0,1-1 0,-1 1 0,1 0 0,-1 0 0,1 0 0,0 1 0,-6 5 0,8-8 0,1 1 0,-1-1 0,0 1 0,1-1 0,-1 1 0,0-1 0,1 0 0,-1 0 0,0 0 0,1 0 0,-1 0 0,0 0 0,1 0 0,-1 0 0,-3-1 0,-30-11 0,16 6 0,10 5 0,1 0 0,-1 0 0,0 1 0,1 0 0,-1 1 0,0 0 0,1 0 0,-1 1 0,-14 5 0,15-4 0,-1-1 0,0 0 0,0 0 0,0-1 0,0 0 0,0 0 0,0-1 0,0 0 0,-13-3 0,7 1 0,0 0 0,1 0 0,-1 2 0,0 0 0,0 0 0,0 2 0,-23 4 0,1 3 0,-63 23 0,-52 35 0,31-12 0,84-39 0,21-8 0,-1-1 0,0-1 0,0 0 0,0-1 0,-1-1 0,-28 4 0,-122-1 0,141-5 0,0 1 0,-45 11 0,70-13 0,1 0 0,-1 0 0,1 0 0,-1 0 0,1 0 0,0 1 0,-1-1 0,1 0 0,0 1 0,0-1 0,0 1 0,0-1 0,0 1 0,0 0 0,1-1 0,-1 1 0,0 0 0,1 0 0,0-1 0,-1 1 0,1 0 0,0 0 0,0 0 0,0 0 0,0-1 0,0 5 0,0 1 0,1-1 0,-1 1 0,1 0 0,0 0 0,0-1 0,4 9 0,1 2 0,1-1 0,1 1 0,1-1 0,0-1 0,1 0 0,1 0 0,0-1 0,15 14 0,7 4 0,-1 1 0,-2 1 0,46 69 0,-61-75 0,-1 1 0,-2 0 0,-1 1 0,9 38 0,7 18 0,-22-71 0,37 90 0,-35-92 0,0 0 0,0-1 0,1 0 0,1-1 0,19 21 0,178 153 0,-198-179 0,217 160 0,-150-111 0,9 6 0,32 21 0,-71-48 0,-14-11 0,2-2 0,0 0 0,2-3 0,67 27 0,-79-37 0,0 2 0,0 0 0,-1 1 0,0 1 0,23 17 0,-19-4 0,-22-21 0,-1 0 0,1 0 0,0 0 0,0 0 0,1-1 0,-1 1 0,1-1 0,0 0 0,0-1 0,0 1 0,8 2 0,-12-5 0,-1 0 0,1 0 0,-1 1 0,1-1 0,-1 0 0,1-1 0,-1 1 0,1 0 0,-1 0 0,1 0 0,-1 0 0,1 0 0,-1 0 0,1-1 0,-1 1 0,1 0 0,-1 0 0,1-1 0,-1 1 0,0 0 0,1 0 0,-1-1 0,0 1 0,1-1 0,-1 1 0,0 0 0,1-1 0,-1 1 0,0-1 0,0 1 0,1-1 0,0-21 0,-13-25 0,11 43 0,-6-18 0,0 2 0,1 1 0,1 0 0,0-1 0,2 0 0,0 0 0,1-23 0,-7-130 0,7 65 0,0 42 0,12-129 0,7 70 0,-14 103 0,0 1 0,-2-1 0,-1-29 0,-1 29 0,2 1 0,0 0 0,6-35 0,-2 25 0,-2 0 0,0 0 0,-3-1 0,0 1 0,-2 0 0,-8-43 0,-24-83 0,33 153 0,-1 1 0,1-1 0,-1 1 0,0 0 0,1 0 0,-2-1 0,1 1 0,0 1 0,-1-1 0,1 0 0,-1 0 0,0 1 0,0 0 0,0-1 0,0 1 0,0 0 0,0 1 0,0-1 0,-1 1 0,1-1 0,-7-1 0,-7-1 0,-1 0 0,0 0 0,-22 0 0,17 1 0,-213-13 0,201 15 0,-66-13 0,35 4 0,18 6 0,-69 3 0,66 2 0,-55-6 0,98 5 0,0 0 0,0 1 0,1 0 0,-1 0 0,0 0 0,1 1 0,-1 0 0,1 1 0,-8 3 0,6-3 0,0 1 0,-1-1 0,0-1 0,1 0 0,-14 1 0,-94-6 0,115 3 0,1 1 0,-1-1 0,1 1 0,-1 0 0,1-1 0,0 1 0,-1 0 0,1 0 0,0 0 0,0 0 0,0 0 0,0 0 0,0 1 0,0-1 0,0 0 0,0 1 0,0-1 0,0 0 0,1 1 0,-1-1 0,1 1 0,-1-1 0,1 1 0,-1-1 0,1 1 0,0-1 0,0 1 0,0 2 0,-3 51 0,4-45 0,-2 0 0,1-1 0,0 1 0,1-1 0,0 1 0,1-1 0,-1 0 0,2 1 0,0-1 0,0 0 0,0 0 0,6 9 0,-7-15 0,21 39 0,2-2 0,40 49 0,-51-73 0,118 130 0,-60-69 0,68 61 0,-119-121 0,0 0 0,2-1 0,0-1 0,0-2 0,32 14 0,61 33 0,-38-18 0,53 26 0,-126-65 0,-1-1 0,0 1 0,1-2 0,-1 1 0,1 0 0,0-1 0,8 2 0,-12-3 0,1 0 0,-1 0 0,1-1 0,-1 1 0,1 0 0,-1-1 0,1 1 0,-1-1 0,0 1 0,1-1 0,-1 1 0,0-1 0,1 0 0,-1 0 0,0 0 0,0 0 0,0 0 0,0 0 0,0 0 0,0 0 0,0 0 0,0-1 0,0 1 0,-1 0 0,1 0 0,0-1 0,-1 1 0,1-1 0,0-2 0,11-36 0,-2 0 0,8-69 0,-3 16 0,8-13 0,21-130 0,-45 235 0,1-1 0,0 1 0,-1-1 0,1 1 0,-1-1 0,1 1 0,-1 0 0,1-1 0,-1 1 0,0 0 0,0-1 0,0 1 0,0 0 0,0 0 0,0 0 0,0 0 0,0 0 0,0 0 0,-1 0 0,1 0 0,0 1 0,-2-2 0,-40-19 0,23 12 0,-11-6 0,-1 0 0,0 2 0,-1 1 0,-1 2 0,0 1 0,-45-5 0,48 9 0,1-2 0,-51-17 0,23-2 0,44 18 0,-1 1 0,0 0 0,-28-7 0,3 9 0,33 5 0,-1 0 0,1-1 0,0 0 0,0 0 0,-13-5 0,19 5 0,0 1 0,1 0 0,-1-1 0,0 1 0,0 0 0,0-1 0,0 1 0,0 0 0,0 0 0,0 0 0,1 0 0,-1 0 0,0 0 0,0 0 0,0 0 0,0 0 0,0 0 0,0 1 0,0-1 0,0 0 0,1 1 0,-1-1 0,0 0 0,0 1 0,0-1 0,1 1 0,-1-1 0,0 1 0,1 0 0,-1-1 0,0 1 0,1 0 0,-1-1 0,1 1 0,-1 0 0,1 0 0,-1-1 0,1 1 0,-1 0 0,1 0 0,0 0 0,0 0 0,-1 0 0,1 0 0,0-1 0,0 1 0,0 2 0,-1 7 0,0 0 0,1 0 0,2 18 0,0-9 0,-2-3 0,-1 0 0,2 0 0,0 0 0,0 0 0,6 20 0,-6-33 0,-1 1 0,2-1 0,-1 0 0,0 1 0,1-1 0,-1 0 0,1 0 0,0 0 0,0 0 0,0 0 0,1 0 0,-1-1 0,1 1 0,-1-1 0,1 0 0,0 1 0,0-1 0,0-1 0,0 1 0,0 0 0,0-1 0,1 1 0,-1-1 0,0 0 0,4 1 0,15 3 0,-2 2 0,33 14 0,9 2 0,-8-8 229,-38-12-495,0 1 1,0 1-1,-1 0 0,0 1 1,25 14-1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16:22.730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2593 345 24575,'-203'-9'0,"186"8"0,-1-2 0,1 0 0,-31-9 0,29 6 0,9 4 0,-1 1 0,1-1 0,-17 1 0,15 1 0,1 0 0,0-2 0,-14-2 0,-253-46 0,250 46 0,-61-5 0,-13 0 0,91 8 0,0 0 0,0-1 0,0 0 0,-20-6 0,-28-6 0,26 9 0,-32-9 0,54 11 0,-2-1 0,-1 1 0,0 0 0,1 2 0,-24-2 0,-9 4 0,0-2 0,0-2 0,0-1 0,-46-13 0,83 16 0,0 0 0,0 1 0,0 0 0,0 0 0,0 1 0,-13 2 0,-26 2 0,-18-7 0,-85 3 0,99 8 0,38-5 0,0-2 0,1 0 0,-18 0 0,7-3 0,-1-1 0,1-1 0,0-2 0,-27-8 0,16 1 0,27 8 0,0 1 0,0 0 0,0 1 0,0 0 0,0 0 0,-1 1 0,-8-1 0,-21 11 0,32-7 0,1 0 0,-1 0 0,0-1 0,0 0 0,-9 1 0,-32-1 0,-98-3 0,127-4 0,17 5 0,-1 0 0,0 1 0,1-1 0,-1 0 0,0 1 0,0-1 0,0 1 0,0-1 0,1 1 0,-1 0 0,0 0 0,0 0 0,0 0 0,-3 0 0,5 1 0,-1 0 0,1-1 0,0 1 0,-1-1 0,1 1 0,0 0 0,0-1 0,0 1 0,-1-1 0,1 1 0,0 0 0,0-1 0,0 1 0,0 0 0,0-1 0,0 1 0,0 0 0,0-1 0,1 1 0,-1 0 0,0-1 0,0 1 0,0 0 0,1-1 0,-1 1 0,0-1 0,1 1 0,-1-1 0,1 2 0,16 21 0,-11-15 0,1 5 0,-1 1 0,-1-1 0,6 22 0,6 13 0,36 81 0,-49-118 0,0 1 0,-1 0 0,2 17 0,4 17 0,14 23 0,42 123 0,-17-61 0,-43-117 0,2 0 0,0-1 0,0 0 0,14 17 0,-10-15 0,-1 1 0,10 20 0,25 60 0,-30-69 0,21 58 0,-32-72 0,1 0 0,1 0 0,0-1 0,1 0 0,0 0 0,1-1 0,0 0 0,1 0 0,0-1 0,0 0 0,1 0 0,19 13 0,-5-4 0,0 1 0,41 45 0,19 25 0,-36-35 0,33 42 0,-62-77 0,1 0 0,1-1 0,1-2 0,26 18 0,25 3 0,-50-28 0,-2 1 0,0 2 0,31 22 0,12 25 0,-41-36 0,38 29 0,-55-50 0,-1 0 0,1 0 0,0-1 0,0 0 0,0 0 0,10 2 0,21 6 0,18 9 0,-43-16 0,-1 0 0,-1 1 0,1 0 0,-1 1 0,1 0 0,12 8 0,46 32 0,-51-35 0,-1 1 0,0 0 0,-1 2 0,0 0 0,27 28 0,-30-27 0,1-1 0,0-1 0,0 0 0,2-1 0,19 11 0,12 9 0,-33-23 0,0-1 0,1 0 0,30 10 0,-11-7 0,-2 2 0,37 18 0,-56-23 0,0-1 0,0-1 0,1-1 0,0 0 0,25 4 0,72 0 0,-37-4 0,-63-3 0,1 0 0,-1 0 0,0 1 0,0 1 0,0 0 0,0 1 0,0 0 0,0 0 0,13 9 0,-23-12 0,0-1 0,0 1 0,0 0 0,-1 0 0,1 0 0,0 0 0,0-1 0,0 1 0,1-1 0,-1 1 0,0 0 0,0-1 0,0 0 0,0 1 0,1-1 0,-1 0 0,0 0 0,0 1 0,0-1 0,1 0 0,-1 0 0,0 0 0,0 0 0,1-1 0,-1 1 0,0 0 0,0-1 0,0 1 0,1 0 0,-1-1 0,0 1 0,0-1 0,0 0 0,0 1 0,0-1 0,0 0 0,0 0 0,0 1 0,0-1 0,0 0 0,-1 0 0,1 0 0,0 0 0,-1 0 0,1 0 0,0-1 0,-1 1 0,1 0 0,-1 0 0,0 0 0,1-2 0,2-9 0,0 0 0,-1 0 0,0-1 0,0-15 0,-1 12 0,3-29 0,-2 0 0,-6-59 0,-6 22 0,6 59 0,-1 0 0,0 0 0,-11-26 0,7 22 0,2-1 0,1 0 0,2 0 0,0 0 0,2-1 0,1-30 0,2 28 0,0 9 0,-1 1 0,-1 0 0,-1 0 0,-1 0 0,-5-23 0,2 20 0,2-1 0,0 0 0,1-40 0,-2-6 0,1-3 0,4-75 0,2 49 0,7-49 0,-7 120 0,6-45 0,1 8 0,9-90 0,-9 39 0,0-9 0,-10 99 0,-2 1 0,-10-49 0,2 31 0,-22-109 0,13-15 0,19 168 0,1 0 0,0 0 0,0-1 0,0 1 0,0 0 0,0 0 0,0 0 0,0-1 0,0 1 0,0 0 0,0 0 0,0-1 0,0 1 0,0 0 0,0 0 0,0 0 0,0-1 0,0 1 0,0 0 0,0 0 0,1 0 0,-1 0 0,0-1 0,0 1 0,0 0 0,0 0 0,0 0 0,0 0 0,1-1 0,-1 1 0,0 0 0,0 0 0,0 0 0,0 0 0,1 0 0,-1 0 0,0 0 0,0-1 0,0 1 0,1 0 0,-1 0 0,0 0 0,13 6 0,22 22 0,-11-8 0,-11-9 0,-12-4 0,-23 1 0,5-4 0,-6 3 0,0-2 0,0 0 0,0-1 0,-1-2 0,-31 0 0,3-3 0,-76-13 0,94 11 0,-1 2 0,1 1 0,0 2 0,0 1 0,-54 12 0,15-3 0,68-11 0,0 0 0,1 0 0,-1 1 0,1-1 0,-1 1 0,1 0 0,-1 0 0,1 0 0,0 1 0,-6 5 0,8-8 0,1 1 0,-1-1 0,0 1 0,1-1 0,-1 1 0,0-1 0,1 0 0,-1 0 0,0 0 0,1 0 0,-1 0 0,0 0 0,1 0 0,-1 0 0,-3-1 0,-30-11 0,16 6 0,10 5 0,1 0 0,-1 0 0,0 1 0,1 0 0,-1 1 0,0 0 0,1 0 0,-1 1 0,-14 5 0,15-4 0,-1-1 0,0 0 0,0 0 0,0-1 0,0 0 0,0 0 0,0-1 0,0 0 0,-13-3 0,7 1 0,0 0 0,1 0 0,-1 2 0,0 0 0,0 0 0,0 2 0,-23 4 0,1 3 0,-63 23 0,-52 35 0,31-12 0,84-39 0,21-8 0,-1-1 0,0-1 0,0 0 0,0-1 0,-1-1 0,-28 4 0,-122-1 0,141-5 0,0 1 0,-45 11 0,70-13 0,1 0 0,-1 0 0,1 0 0,-1 0 0,1 0 0,0 1 0,-1-1 0,1 0 0,0 1 0,0-1 0,0 1 0,0-1 0,0 1 0,0 0 0,1-1 0,-1 1 0,0 0 0,1 0 0,0-1 0,-1 1 0,1 0 0,0 0 0,0 0 0,0 0 0,0-1 0,0 5 0,0 1 0,1-1 0,-1 1 0,1 0 0,0 0 0,0-1 0,4 9 0,1 2 0,1-1 0,1 1 0,1-1 0,0-1 0,1 0 0,1 0 0,0-1 0,15 14 0,7 4 0,-1 1 0,-2 1 0,46 69 0,-61-75 0,-1 1 0,-2 0 0,-1 1 0,9 38 0,7 18 0,-22-71 0,37 90 0,-35-92 0,0 0 0,0-1 0,1 0 0,1-1 0,19 21 0,178 153 0,-198-179 0,217 160 0,-150-111 0,9 6 0,32 21 0,-71-48 0,-14-11 0,2-2 0,0 0 0,2-3 0,67 27 0,-79-37 0,0 2 0,0 0 0,-1 1 0,0 1 0,23 17 0,-19-4 0,-22-21 0,-1 0 0,1 0 0,0 0 0,0 0 0,1-1 0,-1 1 0,1-1 0,0 0 0,0-1 0,0 1 0,8 2 0,-12-5 0,-1 0 0,1 0 0,-1 1 0,1-1 0,-1 0 0,1-1 0,-1 1 0,1 0 0,-1 0 0,1 0 0,-1 0 0,1 0 0,-1 0 0,1-1 0,-1 1 0,1 0 0,-1 0 0,1-1 0,-1 1 0,0 0 0,1 0 0,-1-1 0,0 1 0,1-1 0,-1 1 0,0 0 0,1-1 0,-1 1 0,0-1 0,0 1 0,1-1 0,0-21 0,-13-25 0,11 43 0,-6-18 0,0 2 0,1 1 0,1 0 0,0-1 0,2 0 0,0 0 0,1-23 0,-7-130 0,7 65 0,0 42 0,12-129 0,7 70 0,-14 103 0,0 1 0,-2-1 0,-1-29 0,-1 29 0,2 1 0,0 0 0,6-35 0,-2 25 0,-2 0 0,0 0 0,-3-1 0,0 1 0,-2 0 0,-8-43 0,-24-83 0,33 153 0,-1 1 0,1-1 0,-1 1 0,0 0 0,1 0 0,-2-1 0,1 1 0,0 1 0,-1-1 0,1 0 0,-1 0 0,0 1 0,0 0 0,0-1 0,0 1 0,0 0 0,0 1 0,0-1 0,-1 1 0,1-1 0,-7-1 0,-7-1 0,-1 0 0,0 0 0,-22 0 0,17 1 0,-213-13 0,201 15 0,-66-13 0,35 4 0,18 6 0,-69 3 0,66 2 0,-55-6 0,98 5 0,0 0 0,0 1 0,1 0 0,-1 0 0,0 0 0,1 1 0,-1 0 0,1 1 0,-8 3 0,6-3 0,0 1 0,-1-1 0,0-1 0,1 0 0,-14 1 0,-94-6 0,115 3 0,1 1 0,-1-1 0,1 1 0,-1 0 0,1-1 0,0 1 0,-1 0 0,1 0 0,0 0 0,0 0 0,0 0 0,0 0 0,0 1 0,0-1 0,0 0 0,0 1 0,0-1 0,0 0 0,1 1 0,-1-1 0,1 1 0,-1-1 0,1 1 0,-1-1 0,1 1 0,0-1 0,0 1 0,0 2 0,-3 51 0,4-45 0,-2 0 0,1-1 0,0 1 0,1-1 0,0 1 0,1-1 0,-1 0 0,2 1 0,0-1 0,0 0 0,0 0 0,6 9 0,-7-15 0,21 39 0,2-2 0,40 49 0,-51-73 0,118 130 0,-60-69 0,68 61 0,-119-121 0,0 0 0,2-1 0,0-1 0,0-2 0,32 14 0,61 33 0,-38-18 0,53 26 0,-126-65 0,-1-1 0,0 1 0,1-2 0,-1 1 0,1 0 0,0-1 0,8 2 0,-12-3 0,1 0 0,-1 0 0,1-1 0,-1 1 0,1 0 0,-1-1 0,1 1 0,-1-1 0,0 1 0,1-1 0,-1 1 0,0-1 0,1 0 0,-1 0 0,0 0 0,0 0 0,0 0 0,0 0 0,0 0 0,0 0 0,0 0 0,0-1 0,0 1 0,-1 0 0,1 0 0,0-1 0,-1 1 0,1-1 0,0-2 0,11-36 0,-2 0 0,8-69 0,-3 16 0,8-13 0,21-130 0,-45 235 0,1-1 0,0 1 0,-1-1 0,1 1 0,-1-1 0,1 1 0,-1 0 0,1-1 0,-1 1 0,0 0 0,0-1 0,0 1 0,0 0 0,0 0 0,0 0 0,0 0 0,0 0 0,0 0 0,-1 0 0,1 0 0,0 1 0,-2-2 0,-40-19 0,23 12 0,-11-6 0,-1 0 0,0 2 0,-1 1 0,-1 2 0,0 1 0,-45-5 0,48 9 0,1-2 0,-51-17 0,23-2 0,44 18 0,-1 1 0,0 0 0,-28-7 0,3 9 0,33 5 0,-1 0 0,1-1 0,0 0 0,0 0 0,-13-5 0,19 5 0,0 1 0,1 0 0,-1-1 0,0 1 0,0 0 0,0-1 0,0 1 0,0 0 0,0 0 0,0 0 0,1 0 0,-1 0 0,0 0 0,0 0 0,0 0 0,0 0 0,0 0 0,0 1 0,0-1 0,0 0 0,1 1 0,-1-1 0,0 0 0,0 1 0,0-1 0,1 1 0,-1-1 0,0 1 0,1 0 0,-1-1 0,0 1 0,1 0 0,-1-1 0,1 1 0,-1 0 0,1 0 0,-1-1 0,1 1 0,-1 0 0,1 0 0,0 0 0,0 0 0,-1 0 0,1 0 0,0-1 0,0 1 0,0 2 0,-1 7 0,0 0 0,1 0 0,2 18 0,0-9 0,-2-3 0,-1 0 0,2 0 0,0 0 0,0 0 0,6 20 0,-6-33 0,-1 1 0,2-1 0,-1 0 0,0 1 0,1-1 0,-1 0 0,1 0 0,0 0 0,0 0 0,0 0 0,1 0 0,-1-1 0,1 1 0,-1-1 0,1 0 0,0 1 0,0-1 0,0-1 0,0 1 0,0 0 0,0-1 0,1 1 0,-1-1 0,0 0 0,4 1 0,15 3 0,-2 2 0,33 14 0,9 2 0,-8-8 229,-38-12-495,0 1 1,0 1-1,-1 0 0,0 1 1,25 14-1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7T04:17:29.67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1513 24575,'9'0'0,"-1"0"0,1-1 0,-1 1 0,1-2 0,-1 1 0,1-1 0,-1 0 0,0-1 0,0 0 0,0 0 0,-1-1 0,1 0 0,-1 0 0,0-1 0,0 0 0,11-10 0,18-14 0,0 2 0,2 1 0,1 2 0,64-29 0,-51 29 0,42-18 0,-63 29 0,-2-1 0,1-2 0,-2-1 0,-1-1 0,43-35 0,-27 19 0,39-20 0,-58 39 0,0 0 0,-1-2 0,24-22 0,-10 7 0,0 2 0,2 1 0,82-45 0,-22 29 0,3-1 0,188-130 0,-245 146 0,-2-2 0,-2-2 0,54-56 0,-86 80 0,1 1 0,20-14 0,15-15 0,-15 11 0,2 0 0,0 3 0,67-39 0,-91 59 0,0 1 0,1 0 0,-1 0 0,1 0 0,0 1 0,-1 1 0,1-1 0,0 2 0,0-1 0,18 2 0,-16-1 0,0 0 0,0 0 0,0-1 0,0-1 0,-1 0 0,17-4 0,98-45 0,-123 50 0,-1 0 0,1 1 0,0-1 0,-1 0 0,1 1 0,-1-1 0,1 1 0,0 0 0,-1-1 0,1 1 0,0 0 0,0 0 0,-1 0 0,1 0 0,0 0 0,-1 1 0,1-1 0,0 0 0,-1 1 0,1-1 0,0 1 0,-1 0 0,1-1 0,-1 1 0,1 0 0,-1 0 0,1 0 0,-1 0 0,0 0 0,1 0 0,-1 0 0,0 1 0,0-1 0,0 0 0,1 3 0,3 5 0,0 0 0,-1 1 0,0-1 0,5 21 0,0-1 0,-5-18 0,0-1 0,1-1 0,0 1 0,0 0 0,1-1 0,0 0 0,11 11 0,-6-6 0,-2 0 0,0 0 0,0 1 0,-2 0 0,0 0 0,0 1 0,4 21 0,5 7 0,-8-20 0,0 0 0,-3 0 0,0 1 0,3 47 0,-8 105 0,-2-79 0,2 449 0,-1-531 0,-1 0 0,-7 29 0,2-8 0,-4 10 0,-25 73 0,12-48 0,-16 43 0,38-105 0,0 0 0,1-1 0,0 1 0,1 0 0,0 0 0,0 0 0,1 0 0,0-1 0,5 16 0,-4-15 0,0 1 0,0 0 0,-1-1 0,-1 1 0,0 0 0,0 0 0,-4 18 0,-80 267 0,66-252 0,-25 42 0,-13 30 0,38-77 0,-2-1 0,-2-1 0,-29 37 0,32-49 0,13-19 0,0 1 0,1 0 0,0 0 0,-4 9 0,-5 10 0,-1-1 0,-29 38 0,-7 9 0,-154 200 0,94-132 0,87-109 0,2-1 0,-1-1 0,-38 36 0,32-33 0,22-23 0,0-2 0,0 1 0,-1-1 0,-12 9 0,-154 116 0,136-103 0,25-20 0,-1 0 0,0-1 0,-1-1 0,-18 7 0,-5 2 0,-194 82 0,150-61 0,51-23 0,0 0 0,-45 12 0,-42 0 0,88-18 0,1 1 0,1 1 0,-52 26 0,-28 11 0,93-42 0,0-1 0,-1 0 0,1-1 0,-1 0 0,-25 0 0,-23 5 0,56-6 0,1-1 0,-1 1 0,0-1 0,1 0 0,-1-1 0,0 0 0,1 0 0,-1 0 0,0-1 0,1-1 0,-1 1 0,1-1 0,-1 0 0,-13-6 0,-12-13 0,-35-28 0,63 46 0,0-1 0,0-1 0,0 1 0,1-1 0,-1 1 0,1-1 0,1 0 0,-1-1 0,1 1 0,-5-11 0,5 8 0,1-1 0,0 0 0,0 0 0,1 0 0,0 0 0,1-18 0,1-7 0,-1-10 0,2 0 0,9-47 0,9-82 0,-10 85 0,-9 63 0,2-1 0,9-40 0,2 12 0,11-111 0,-21 110 0,-2 23 0,6-35 0,-3 23 0,-2 0 0,-1 0 0,-3-1 0,-10-68 0,0-60 0,10 158 0,0 1 0,-7-27 0,-2-25 0,9 13 0,2 27 0,-1 0 0,-2 0 0,0 0 0,-2 1 0,-1-1 0,-9-26 0,9 31 0,1 0 0,0-1 0,2 1 0,0-1 0,2 1 0,3-39 0,-1-5 0,-2 41 0,-1 0 0,-1-1 0,-1 1 0,-1 0 0,-11-33 0,13 52 0,0 0 0,1 0 0,-1 0 0,1 0 0,0 0 0,1-1 0,-1 1 0,1 0 0,0-1 0,1 1 0,-1 0 0,1 0 0,0-1 0,0 1 0,1 0 0,-1 0 0,1 0 0,0 0 0,1 1 0,-1-1 0,1 0 0,0 1 0,0 0 0,5-6 0,12-12 0,0 1 0,1 0 0,44-32 0,-34 28 0,36-19 0,-48 33 0,34-26 0,63-56 0,-72 59 0,81-47 0,-34 27 0,35-18 0,542-281 0,-477 251 0,-113 63 0,-2-6 0,-54 30 0,1 2 0,0 0 0,26-10 0,-43 21 0,198-83 0,-183 77 0,0 0 0,1 1 0,0 2 0,39-7 0,-23 6 0,-33 4 0,1 1 0,-1 0 0,1 1 0,-1-1 0,1 1 0,-1 0 0,1 1 0,-1-1 0,1 1 0,7 2 0,-9-1 0,0 0 0,0 0 0,0 0 0,-1 1 0,1-1 0,-1 1 0,0 0 0,0 0 0,0 0 0,0 0 0,0 0 0,0 1 0,3 5 0,12 22 0,16 39 0,15 25 0,-42-83 0,-1 1 0,-1-1 0,0 1 0,0 1 0,-2-1 0,0 0 0,0 1 0,-1 0 0,-1-1 0,0 1 0,-1 0 0,-1 0 0,0 0 0,-4 20 0,-2-5 0,0 0 0,-2-1 0,-1 0 0,-1-1 0,-27 47 0,-45 83 0,55-100 0,-14 22 0,-23 46 0,53-94 0,-13 61 0,8-30 0,3-17 0,8-30 0,1 0 0,1 0 0,0 1 0,2 0 0,-2 21 0,3 24 0,2-30 0,-1 0 0,-2 1 0,-1-1 0,-1 0 0,-12 41 0,-66 159 0,37-129 0,39-86 0,-1 0 0,-1-1 0,0 0 0,-13 18 0,10-18 0,2 0 0,0 1 0,-12 32 0,-7 10 0,23-49 0,0 1 0,0-1 0,1 1 0,1 0 0,-1 0 0,1 0 0,-1 14 0,1-4 0,-1 0 0,-1 0 0,0 0 0,-16 37 0,-45 72 0,3-6 0,50-96 0,-1 0 0,-2-2 0,-30 40 0,-67 63 0,92-107 0,-1 0 0,0-2 0,-2 0 0,0-2 0,-1-1 0,-1 0 0,-39 16 0,-17 9 0,56-26 0,-1-2 0,-36 13 0,47-22 0,0-1 0,0-1 0,0 0 0,-1-1 0,-25-2 0,19 0 0,-42 5 0,27 1 0,-158 29 0,121-10 0,55-16 0,-40 9 0,47-13 0,0-1 0,0 2 0,1 0 0,-1 0 0,1 1 0,0 0 0,1 1 0,-21 17 0,2 1 0,-45 52 0,70-70 0,12-13 0,14-16 0,-15 9 0,0-1 0,0 1 0,-1-1 0,-1 0 0,0 0 0,-1-1 0,0 1 0,0-20 0,-5-119 0,0 127 0,-7-81 0,3 69 0,3-1 0,2 1 0,1-1 0,7-52 0,5 8 0,-7 41 0,20-75 0,43-141 0,-60 225 0,-2-1 0,-1 1 0,0-38 0,-6-104 0,-2 60 0,3 107 0,1-14 0,-6-37 0,4 51 0,-1 1 0,0-1 0,0 1 0,0-1 0,-1 1 0,-1 0 0,1 0 0,-7-9 0,6 9 0,0 0 0,0 1 0,1-1 0,0 0 0,1-1 0,0 1 0,0 0 0,0-1 0,0-12 0,1 0 0,0 0 0,5-29 0,-3 40 0,2 1 0,-1 0 0,1 0 0,0 0 0,0 0 0,1 1 0,0-1 0,1 1 0,-1 0 0,12-12 0,7-7 0,33-28 0,-53 52 0,126-105 0,-1 1 0,-99 84 0,1 1 0,0 1 0,62-28 0,-70 36 0,110-49 0,-75 36 0,106-63 0,-16 5 0,-57 34 0,-66 36 0,0 1 0,0 1 0,2 2 0,-1 0 0,30-6 0,-25 6 0,-1-1 0,-1-2 0,0-1 0,26-16 0,-14 7 0,75-50 0,-73 43 0,-21 16 0,0 1 0,32-12 0,-51 23 0,54-30 0,8-2 0,-63 33 0,-1-1 0,1 1 0,-1 0 0,1-1 0,-1 1 0,1 0 0,0 0 0,-1 0 0,1 0 0,-1 0 0,1-1 0,0 1 0,-1 0 0,1 0 0,-1 0 0,1 0 0,0 1 0,-1-1 0,1 0 0,-1 0 0,1 0 0,-1 0 0,1 1 0,0-1 0,-1 0 0,1 0 0,-1 1 0,1-1 0,-1 1 0,1-1 0,0 1 0,-1 0 0,1 1 0,-1-1 0,1 1 0,-1-1 0,0 0 0,1 1 0,-1-1 0,0 1 0,0-1 0,0 0 0,0 1 0,-1 2 0,0 3 0,0-1 0,-1 1 0,0-1 0,-5 12 0,-123 240 0,127-251 0,-28 51 0,-8 19 0,25-47 0,-21 35 0,-10 20 0,23-36 0,3 2 0,1 0 0,3 1 0,-11 69 0,16-68 0,-33 98 0,18-68 0,-30 82 0,18-57 0,20-62 0,-8 27 0,18-50 0,-1-1 0,-1 0 0,-1 0 0,-21 33 0,-6 11 0,-13 29 0,-25 56 0,56-112 0,11-25 0,1 1 0,1 0 0,-5 17 0,2 1 0,-2 0 0,-17 36 0,5-27 0,-36 51 0,31-51 0,24-38 0,0 0 0,-1 0 0,1 0 0,-1 0 0,0-1 0,0 1 0,0-1 0,0-1 0,0 1 0,-1-1 0,1 0 0,-11 3 0,-14 7 0,-7 4 0,-1-1 0,-46 13 0,64-23 0,-1-1 0,0-1 0,1-1 0,-1 0 0,0-2 0,-24-2 0,28-1 0,1-1 0,-1-1 0,1 0 0,-26-13 0,32 13 0,-6-2 0,1 0 0,1-1 0,-1-1 0,2-1 0,-1 0 0,1-1 0,1 0 0,0 0 0,0-2 0,1 1 0,1-1 0,0-1 0,1 0 0,1 0 0,-14-31 0,17 24 0,1 0 0,1 0 0,1-1 0,0 0 0,2 1 0,4-35 0,-2-6 0,0 35 0,1-1 0,2 1 0,10-35 0,1-10 0,69-260 0,-81 317 0,-1 0 0,-1 0 0,0-1 0,-1-24 0,0 21 0,0 1 0,5-29 0,9-16 0,17-84 0,-28 74 0,-2 24 0,-1 44 0,0 1 0,1-1 0,-1 0 0,1 1 0,0-1 0,1 1 0,-1-1 0,1 1 0,0 0 0,0 0 0,0 0 0,7-6 0,1-1 0,0 2 0,1-1 0,14-8 0,206-121 0,-180 112 0,2 2 0,63-21 0,-14 0 0,-77 33 0,1 0 0,1 2 0,57-16 0,18 2 0,-70 15 0,0 2 0,1 1 0,0 2 0,52-2 0,-73 7 0,-7 0 0,0 0 0,0 0 0,1 0 0,-1 1 0,0 0 0,10 3 0,-14-3 0,0 0 0,0 0 0,0 0 0,-1 0 0,1 1 0,-1-1 0,1 0 0,-1 1 0,1-1 0,-1 1 0,0 0 0,1-1 0,-1 1 0,0 0 0,0 0 0,0 0 0,-1 0 0,1-1 0,0 1 0,-1 0 0,1 0 0,-1 0 0,0 1 0,0 1 0,1 9 0,-1 0 0,0 0 0,-2 0 0,1 0 0,-1 0 0,-1 0 0,-1-1 0,0 1 0,0-1 0,-1 0 0,-1 0 0,0 0 0,-1-1 0,0 0 0,0 0 0,-15 15 0,7-11 0,-1-1 0,-1 0 0,-34 20 0,34-23 0,1 0 0,0 1 0,0 0 0,-24 27 0,16-11 0,6-9 0,2 0 0,0 1 0,2 0 0,0 1 0,1 1 0,1 0 0,-12 34 0,10-14 0,-20 75 0,22-59 0,-2-1 0,-2-1 0,-4 0 0,-49 99 0,48-115 0,-34 52 0,47-78 0,0 0 0,1 0 0,-6 17 0,-10 21 0,14-36 0,-1 0 0,0-1 0,-2 0 0,0-1 0,0 0 0,-2-1 0,1 0 0,-2-1 0,-15 10 0,-3 3 0,-114 76 0,143-99 0,1 0 0,-1 0 0,1 0 0,-1 0 0,0-1 0,0 0 0,1 1 0,-1-1 0,0-1 0,0 1 0,0-1 0,-1 1 0,1-1 0,0 0 0,0-1 0,0 1 0,0-1 0,-7-1 0,7 0 0,0 0 0,0 0 0,1-1 0,-1 1 0,0-1 0,1 0 0,-1 0 0,1 0 0,0 0 0,0 0 0,1-1 0,-1 1 0,0-1 0,1 0 0,0 0 0,-2-6 0,-5-13 0,1-1 0,1 0 0,1 0 0,2 0 0,0 0 0,1-1 0,2 0 0,1 1 0,5-44 0,-4 55 0,2 1 0,0-1 0,0 1 0,1 0 0,1-1 0,8-14 0,44-68 0,-2 3 0,-1-11 0,-7 13 0,56-150 0,-90 195 0,-6 21 0,0 1 0,15-29 0,-19 46 38,1-1 0,0 2 0,0-1 0,0 0 0,1 1 0,0 0 0,0 0 0,7-5 0,-9 8-139,0 0 1,0 0-1,0 0 1,1 0 0,-1 0-1,1 1 1,-1-1-1,1 1 1,0 0 0,-1 0-1,1 1 1,0-1 0,0 1-1,-1 0 1,1 0-1,6 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381A-6D18-4BE3-8A72-B9856E307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6B31C-1954-493A-93D5-A3DAC0869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7AB04-B908-48EB-89D6-D04717C3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03D87-80FE-4025-8F34-5E195602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86796-B389-4BE2-9085-8A2A9C4E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344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02CE-521B-4788-BF7D-1BF53BDE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02A62-C097-4519-B067-8DC2C21A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F228-6DFE-4B34-84B2-8ECE90BC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5B999-462E-40D8-96C6-FDA644FB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E4946-B6B1-468E-86AC-995645E0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35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3D87-7968-4D6C-8C47-81E846D9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ADF15-167B-4666-9FCE-3EE038ECD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F2B70-D873-4D45-B3D9-75E8D2E5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A4F35-083A-43DF-BC51-D9EBCB10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7DBC-5364-4A2B-A92C-DE86AD43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7711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C528-4A81-477F-9349-6C532B4D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8227-D0A4-4405-93D3-7E5DC1D3E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2D750-F593-4582-A18C-FDE8CAAE2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ED009-1F20-41CD-BB6D-908606CB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E720D-A597-4F9A-BE64-F9B14FC3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7B22E-065D-4C30-B47C-1B4AD501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06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AED2-47F5-43E0-854C-472463F8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04F09-0013-425B-9AF9-0634E384A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9AF68-6268-428A-8356-8A4A79310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D875D-8A15-439D-BD44-C75DA4071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2F25B-A63A-457D-A779-C6787E6BB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7CD19-69C8-4063-BEAD-877F7D3F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EE33F-DB8E-492B-87D6-EC33EDE0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D88D5-7C28-4927-BFAF-57940CB5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494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3226-4738-4701-9F03-E71F426C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0F0CA-7312-4638-AA42-56B98DF3D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1BC55-F6DD-4009-BDAD-1FF89B74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92DFC-7ED2-42F2-BA15-AD9A590F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21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2C561-A9DD-4FF3-AD04-C8E9B30D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6E83D-125D-45AB-8C12-A9D1961D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1EF2C-D38B-4746-B0E6-1224A5B8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183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D47D-36D1-44B9-9949-0EFC9509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9434-8C0D-4CE7-A415-FF0B2BACC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EB067-6BD4-427D-8C08-3E1F005C9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01D26-C44C-416E-85FB-A3F077E6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8316F-E707-4D4E-BF7F-509EA733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5E342-8C18-4193-97DF-2C1B4AAE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24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C399-48F8-49EE-AA61-D02A0BA4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36A55-B492-46FD-B161-23451561D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A3B4F-279B-4B52-9786-FE1B078AD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B9C53-A5D9-4FBF-9963-4FDDC58A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0F832-069A-421B-9762-2E6829D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F160-3933-4F77-BCBA-E4FEBF7C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9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DF66-6AAF-4806-9E6B-E4EDABDC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7F9ED-EE4F-43BC-AE57-BABB1F383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C75-59E3-460C-BC0B-8AD26C91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541C1-A708-4FFE-82A4-5B248B12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64A6B-7CC6-47DB-9FBE-E1A58E4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081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BC682-5CB5-4562-90E0-19837F3A0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17137-6958-4AA6-899B-6DC4A875B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A94C-6688-47E6-8E35-079482DE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6A3E-FE64-46C9-884F-66446405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C607-9EAF-49B2-A248-3DA05D7C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75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8812A-E347-412B-9A83-9A8D3F0F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8A150-5D43-4B17-A59C-FE1655B0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B58BE-B53E-4164-8799-DB18640DA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66BCB-548B-4474-9C1A-0D2EE07015EF}" type="datetimeFigureOut">
              <a:rPr lang="en-AU" smtClean="0"/>
              <a:t>24/11/2023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9B8D-7591-4D68-8921-A394CA98C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0AA43-AC20-438F-900D-E49C077AC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56BE6-82C0-4F9C-ABA3-B4205FC7D2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44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ZmENadGcK0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4.xml"/><Relationship Id="rId18" Type="http://schemas.openxmlformats.org/officeDocument/2006/relationships/image" Target="../media/image16.png"/><Relationship Id="rId3" Type="http://schemas.openxmlformats.org/officeDocument/2006/relationships/image" Target="../media/image7.png"/><Relationship Id="rId21" Type="http://schemas.openxmlformats.org/officeDocument/2006/relationships/customXml" Target="../ink/ink8.xml"/><Relationship Id="rId7" Type="http://schemas.openxmlformats.org/officeDocument/2006/relationships/customXml" Target="../ink/ink1.xml"/><Relationship Id="rId12" Type="http://schemas.openxmlformats.org/officeDocument/2006/relationships/image" Target="../media/image13.png"/><Relationship Id="rId17" Type="http://schemas.openxmlformats.org/officeDocument/2006/relationships/customXml" Target="../ink/ink6.xml"/><Relationship Id="rId2" Type="http://schemas.openxmlformats.org/officeDocument/2006/relationships/image" Target="../media/image6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3.xml"/><Relationship Id="rId5" Type="http://schemas.openxmlformats.org/officeDocument/2006/relationships/image" Target="../media/image9.png"/><Relationship Id="rId15" Type="http://schemas.openxmlformats.org/officeDocument/2006/relationships/customXml" Target="../ink/ink5.xml"/><Relationship Id="rId23" Type="http://schemas.openxmlformats.org/officeDocument/2006/relationships/image" Target="../media/image18.png"/><Relationship Id="rId10" Type="http://schemas.openxmlformats.org/officeDocument/2006/relationships/image" Target="../media/image12.png"/><Relationship Id="rId19" Type="http://schemas.openxmlformats.org/officeDocument/2006/relationships/customXml" Target="../ink/ink7.xml"/><Relationship Id="rId4" Type="http://schemas.openxmlformats.org/officeDocument/2006/relationships/image" Target="../media/image8.png"/><Relationship Id="rId9" Type="http://schemas.openxmlformats.org/officeDocument/2006/relationships/customXml" Target="../ink/ink2.xml"/><Relationship Id="rId14" Type="http://schemas.openxmlformats.org/officeDocument/2006/relationships/image" Target="../media/image14.png"/><Relationship Id="rId22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customXml" Target="../ink/ink13.xml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12" Type="http://schemas.openxmlformats.org/officeDocument/2006/relationships/customXml" Target="../ink/ink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customXml" Target="../ink/ink11.xml"/><Relationship Id="rId4" Type="http://schemas.openxmlformats.org/officeDocument/2006/relationships/image" Target="../media/image19.png"/><Relationship Id="rId9" Type="http://schemas.openxmlformats.org/officeDocument/2006/relationships/image" Target="../media/image11.pn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D6B69-6C20-4BDA-AC3A-4F4B3A5A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DF0751-A022-4167-8708-5BF65FBD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Title: Common denominator 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/>
                </a:solidFill>
              </a:rPr>
              <a:t> Identify lowest common multiples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/>
                </a:solidFill>
              </a:rPr>
              <a:t> Add and subtract fractions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Review equivalent fractions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Addition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A4F36-60F6-CFA9-2FA8-E8D782C121E0}"/>
              </a:ext>
            </a:extLst>
          </p:cNvPr>
          <p:cNvSpPr txBox="1"/>
          <p:nvPr/>
        </p:nvSpPr>
        <p:spPr>
          <a:xfrm>
            <a:off x="7759083" y="1825625"/>
            <a:ext cx="2707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highlight>
                  <a:srgbClr val="FFFF00"/>
                </a:highlight>
              </a:rPr>
              <a:t>Need whiteboards.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331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9BBC-BC05-4176-09D1-9857DE38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A3591-C3AA-0441-E07A-8B641F7626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Equivalent fractions are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_____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in value but use </a:t>
                </a:r>
                <a:r>
                  <a:rPr lang="en-US" b="1" dirty="0">
                    <a:solidFill>
                      <a:srgbClr val="FF0000"/>
                    </a:solidFill>
                  </a:rPr>
                  <a:t>_______</a:t>
                </a:r>
                <a:r>
                  <a:rPr lang="en-US" dirty="0">
                    <a:solidFill>
                      <a:srgbClr val="FF0000"/>
                    </a:solidFill>
                  </a:rPr>
                  <a:t> numbers.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Make an equivalent fraction for the following, using a factor of 3: </a:t>
                </a: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2800" b="0" dirty="0"/>
              </a:p>
              <a:p>
                <a:pPr marL="514350" indent="-514350">
                  <a:buAutoNum type="alphaLcParenR"/>
                </a:pPr>
                <a:endParaRPr lang="en-AU" sz="28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800" b="0" dirty="0"/>
              </a:p>
              <a:p>
                <a:pPr marL="514350" indent="-514350">
                  <a:buAutoNum type="alphaLcParenR"/>
                </a:pPr>
                <a:endParaRPr lang="en-AU" sz="28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A3591-C3AA-0441-E07A-8B641F762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0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E5BAD-E095-4D15-B515-B2E74DA5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Choral response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BCEE1C-900D-4A84-9DF6-146357548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51" y="1825625"/>
            <a:ext cx="1186056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When </a:t>
            </a:r>
            <a:r>
              <a:rPr lang="en-US" b="1" dirty="0">
                <a:solidFill>
                  <a:srgbClr val="FF0000"/>
                </a:solidFill>
              </a:rPr>
              <a:t>adding or subtracting </a:t>
            </a:r>
            <a:r>
              <a:rPr lang="en-US" dirty="0">
                <a:solidFill>
                  <a:srgbClr val="FF0000"/>
                </a:solidFill>
              </a:rPr>
              <a:t>fractions, the </a:t>
            </a:r>
            <a:r>
              <a:rPr lang="en-US" b="1" dirty="0">
                <a:solidFill>
                  <a:srgbClr val="FF0000"/>
                </a:solidFill>
              </a:rPr>
              <a:t>denominators</a:t>
            </a:r>
            <a:r>
              <a:rPr lang="en-US" dirty="0">
                <a:solidFill>
                  <a:srgbClr val="FF0000"/>
                </a:solidFill>
              </a:rPr>
              <a:t> must be the same. 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When </a:t>
            </a:r>
            <a:r>
              <a:rPr lang="en-US" b="1" dirty="0">
                <a:solidFill>
                  <a:srgbClr val="FF0000"/>
                </a:solidFill>
              </a:rPr>
              <a:t>__________________ </a:t>
            </a:r>
            <a:r>
              <a:rPr lang="en-US" dirty="0">
                <a:solidFill>
                  <a:srgbClr val="FF0000"/>
                </a:solidFill>
              </a:rPr>
              <a:t>fractions, the </a:t>
            </a:r>
            <a:r>
              <a:rPr lang="en-US" b="1" dirty="0">
                <a:solidFill>
                  <a:srgbClr val="FF0000"/>
                </a:solidFill>
              </a:rPr>
              <a:t>denominators</a:t>
            </a:r>
            <a:r>
              <a:rPr lang="en-US" dirty="0">
                <a:solidFill>
                  <a:srgbClr val="FF0000"/>
                </a:solidFill>
              </a:rPr>
              <a:t> must be the same.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When </a:t>
            </a:r>
            <a:r>
              <a:rPr lang="en-US" b="1" dirty="0">
                <a:solidFill>
                  <a:srgbClr val="FF0000"/>
                </a:solidFill>
              </a:rPr>
              <a:t>__________________ </a:t>
            </a:r>
            <a:r>
              <a:rPr lang="en-US" dirty="0">
                <a:solidFill>
                  <a:srgbClr val="FF0000"/>
                </a:solidFill>
              </a:rPr>
              <a:t>fractions, the </a:t>
            </a:r>
            <a:r>
              <a:rPr lang="en-US" b="1" dirty="0">
                <a:solidFill>
                  <a:srgbClr val="FF0000"/>
                </a:solidFill>
              </a:rPr>
              <a:t>____________</a:t>
            </a:r>
            <a:r>
              <a:rPr lang="en-US" dirty="0">
                <a:solidFill>
                  <a:srgbClr val="FF0000"/>
                </a:solidFill>
              </a:rPr>
              <a:t> must be the same.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What is important when adding or subtracting fractions?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342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6CE9-5270-1CE0-7A24-5FC9776E7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Adding and subtracting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3CE6C-1119-FB0A-61FD-A0F149440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>
                <a:hlinkClick r:id="rId2"/>
              </a:rPr>
              <a:t>https://www.youtube.com/watch?v=MZmENadGcK0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80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7BB0-338B-1D72-3B7C-78862F31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6581-78A8-5EA5-43D0-D401E288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Check denominators (                                                      )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Add or take top numbers, denominators stay the same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Simplify if possible</a:t>
            </a:r>
            <a:endParaRPr lang="en-AU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/>
              <p:nvPr/>
            </p:nvSpPr>
            <p:spPr>
              <a:xfrm>
                <a:off x="2938509" y="3826276"/>
                <a:ext cx="6844683" cy="2142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509" y="3826276"/>
                <a:ext cx="6844683" cy="21421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3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D931-6EC8-16A6-9BDC-B744FBE1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A177DC-8B19-16D3-6101-A83DD3EBD3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6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6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3600" b="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A177DC-8B19-16D3-6101-A83DD3EBD3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65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0EF5-A1B8-F03F-4E59-BEFC38B2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cane we solve this?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21D96-022B-05B0-3660-A379E00BD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4800" dirty="0"/>
              </a:p>
              <a:p>
                <a:pPr marL="0" indent="0">
                  <a:buNone/>
                </a:pPr>
                <a:r>
                  <a:rPr lang="en-AU" sz="4800" dirty="0"/>
                  <a:t>We need to make equivalent fractions. </a:t>
                </a:r>
              </a:p>
              <a:p>
                <a:pPr marL="0" indent="0">
                  <a:buNone/>
                </a:pPr>
                <a:endParaRPr lang="en-AU" sz="4800" dirty="0"/>
              </a:p>
              <a:p>
                <a:pPr marL="0" indent="0">
                  <a:buNone/>
                </a:pPr>
                <a:r>
                  <a:rPr lang="en-AU" sz="4800" dirty="0"/>
                  <a:t>What about: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21D96-022B-05B0-3660-A379E00BD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98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425D-A9B9-459E-E919-5D3D4A9C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Visual equivalent fractions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4B7F4-F641-E0E5-4EB6-4F88853B7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33" y="1345762"/>
            <a:ext cx="5005666" cy="4720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55D16-CBD5-FDE8-BB01-690AD967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3" y="1202416"/>
            <a:ext cx="4829175" cy="47184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9772B0-D28D-3A3A-9837-80846A1C14DE}"/>
              </a:ext>
            </a:extLst>
          </p:cNvPr>
          <p:cNvSpPr txBox="1"/>
          <p:nvPr/>
        </p:nvSpPr>
        <p:spPr>
          <a:xfrm>
            <a:off x="2640666" y="6312023"/>
            <a:ext cx="5908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What do we notice about the denominator?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8649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7B0A-2774-CC6D-0F1C-9D5BCDA0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fractions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BAB7E0-3289-0784-B06F-C25A1861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566863"/>
            <a:ext cx="2466975" cy="2410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FCD636-4DD4-EC5E-1C76-E70411E4E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1566863"/>
            <a:ext cx="2466975" cy="2410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66AEB2-0FF6-B23C-CD41-C63E4C4535EE}"/>
                  </a:ext>
                </a:extLst>
              </p:cNvPr>
              <p:cNvSpPr txBox="1"/>
              <p:nvPr/>
            </p:nvSpPr>
            <p:spPr>
              <a:xfrm>
                <a:off x="3177374" y="4333342"/>
                <a:ext cx="543739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66AEB2-0FF6-B23C-CD41-C63E4C453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74" y="4333342"/>
                <a:ext cx="543739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952B1D-AB89-509B-9B71-EF4808E668D1}"/>
                  </a:ext>
                </a:extLst>
              </p:cNvPr>
              <p:cNvSpPr txBox="1"/>
              <p:nvPr/>
            </p:nvSpPr>
            <p:spPr>
              <a:xfrm>
                <a:off x="5430572" y="2218061"/>
                <a:ext cx="100700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66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952B1D-AB89-509B-9B71-EF4808E66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72" y="2218061"/>
                <a:ext cx="1007006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09352-6A12-02F9-BDBA-C436BF053F52}"/>
                  </a:ext>
                </a:extLst>
              </p:cNvPr>
              <p:cNvSpPr txBox="1"/>
              <p:nvPr/>
            </p:nvSpPr>
            <p:spPr>
              <a:xfrm>
                <a:off x="5430572" y="4124310"/>
                <a:ext cx="100700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6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09352-6A12-02F9-BDBA-C436BF053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72" y="4124310"/>
                <a:ext cx="1007006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5EEC91-A1DC-152A-7E0D-9744483F681F}"/>
                  </a:ext>
                </a:extLst>
              </p:cNvPr>
              <p:cNvSpPr txBox="1"/>
              <p:nvPr/>
            </p:nvSpPr>
            <p:spPr>
              <a:xfrm>
                <a:off x="8235149" y="4280030"/>
                <a:ext cx="543739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5EEC91-A1DC-152A-7E0D-9744483F6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9" y="4280030"/>
                <a:ext cx="543739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D38608-2306-DB44-017D-B24976A90CD5}"/>
              </a:ext>
            </a:extLst>
          </p:cNvPr>
          <p:cNvCxnSpPr/>
          <p:nvPr/>
        </p:nvCxnSpPr>
        <p:spPr>
          <a:xfrm flipV="1">
            <a:off x="7591425" y="2028825"/>
            <a:ext cx="1724025" cy="1400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79575E-0058-4CD8-24ED-4A74AC6A222F}"/>
              </a:ext>
            </a:extLst>
          </p:cNvPr>
          <p:cNvCxnSpPr/>
          <p:nvPr/>
        </p:nvCxnSpPr>
        <p:spPr>
          <a:xfrm>
            <a:off x="7625918" y="1993462"/>
            <a:ext cx="1615736" cy="15220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79FB632-6A5C-435E-7EF5-28A3CF3904C1}"/>
                  </a:ext>
                </a:extLst>
              </p14:cNvPr>
              <p14:cNvContentPartPr/>
              <p14:nvPr/>
            </p14:nvContentPartPr>
            <p14:xfrm>
              <a:off x="3465746" y="2840503"/>
              <a:ext cx="943920" cy="949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79FB632-6A5C-435E-7EF5-28A3CF3904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03106" y="2777863"/>
                <a:ext cx="106956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62BE6ED-EFE4-A274-DAA8-229F676BF387}"/>
                  </a:ext>
                </a:extLst>
              </p14:cNvPr>
              <p14:cNvContentPartPr/>
              <p14:nvPr/>
            </p14:nvContentPartPr>
            <p14:xfrm>
              <a:off x="2338586" y="2818183"/>
              <a:ext cx="961200" cy="961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62BE6ED-EFE4-A274-DAA8-229F676BF3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75586" y="2755183"/>
                <a:ext cx="108684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0795CD-BC8F-FC89-4A63-9193BEFC64AB}"/>
                  </a:ext>
                </a:extLst>
              </p14:cNvPr>
              <p14:cNvContentPartPr/>
              <p14:nvPr/>
            </p14:nvContentPartPr>
            <p14:xfrm>
              <a:off x="3161186" y="3138223"/>
              <a:ext cx="134640" cy="231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C0795CD-BC8F-FC89-4A63-9193BEFC64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98186" y="3075223"/>
                <a:ext cx="2602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CAE4A73-49EE-9309-925E-C733FB4334D4}"/>
                  </a:ext>
                </a:extLst>
              </p14:cNvPr>
              <p14:cNvContentPartPr/>
              <p14:nvPr/>
            </p14:nvContentPartPr>
            <p14:xfrm>
              <a:off x="2603906" y="3408583"/>
              <a:ext cx="429840" cy="255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CAE4A73-49EE-9309-925E-C733FB4334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41266" y="3345583"/>
                <a:ext cx="55548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BBFA188-5E9C-1B57-2F52-899EF1A46EC8}"/>
                  </a:ext>
                </a:extLst>
              </p14:cNvPr>
              <p14:cNvContentPartPr/>
              <p14:nvPr/>
            </p14:nvContentPartPr>
            <p14:xfrm>
              <a:off x="8162768" y="2947628"/>
              <a:ext cx="176400" cy="176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BBFA188-5E9C-1B57-2F52-899EF1A46E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00128" y="2884988"/>
                <a:ext cx="3020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2F0CDC2-C537-C49C-B8B7-B9420F36771C}"/>
              </a:ext>
            </a:extLst>
          </p:cNvPr>
          <p:cNvGrpSpPr/>
          <p:nvPr/>
        </p:nvGrpSpPr>
        <p:grpSpPr>
          <a:xfrm>
            <a:off x="7640768" y="2859788"/>
            <a:ext cx="736560" cy="937800"/>
            <a:chOff x="7640768" y="2859788"/>
            <a:chExt cx="736560" cy="9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3D8D6B-AAD5-B194-9B80-17D036810427}"/>
                    </a:ext>
                  </a:extLst>
                </p14:cNvPr>
                <p14:cNvContentPartPr/>
                <p14:nvPr/>
              </p14:nvContentPartPr>
              <p14:xfrm>
                <a:off x="7640768" y="2859788"/>
                <a:ext cx="728640" cy="937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3D8D6B-AAD5-B194-9B80-17D0368104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04768" y="2824148"/>
                  <a:ext cx="80028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5CE8D8-73C9-41A0-1F6D-CB1E3885B37B}"/>
                    </a:ext>
                  </a:extLst>
                </p14:cNvPr>
                <p14:cNvContentPartPr/>
                <p14:nvPr/>
              </p14:nvContentPartPr>
              <p14:xfrm>
                <a:off x="8343488" y="3205028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5CE8D8-73C9-41A0-1F6D-CB1E3885B3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07848" y="31690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BE4015-BF03-1D0D-DC06-CFD241AE9953}"/>
                    </a:ext>
                  </a:extLst>
                </p14:cNvPr>
                <p14:cNvContentPartPr/>
                <p14:nvPr/>
              </p14:nvContentPartPr>
              <p14:xfrm>
                <a:off x="8315048" y="3124028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BE4015-BF03-1D0D-DC06-CFD241AE995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79048" y="30880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A793E3-C1C6-A61D-500B-6B23431FFC69}"/>
                    </a:ext>
                  </a:extLst>
                </p14:cNvPr>
                <p14:cNvContentPartPr/>
                <p14:nvPr/>
              </p14:nvContentPartPr>
              <p14:xfrm>
                <a:off x="8315048" y="3124028"/>
                <a:ext cx="62280" cy="167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A793E3-C1C6-A61D-500B-6B23431FFC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79048" y="3088028"/>
                  <a:ext cx="133920" cy="2386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82E29E-11A2-4C60-5C6F-3D836479F87B}"/>
              </a:ext>
            </a:extLst>
          </p:cNvPr>
          <p:cNvCxnSpPr>
            <a:stCxn id="7" idx="0"/>
          </p:cNvCxnSpPr>
          <p:nvPr/>
        </p:nvCxnSpPr>
        <p:spPr>
          <a:xfrm flipH="1">
            <a:off x="3380509" y="1566863"/>
            <a:ext cx="5629" cy="22916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1E68F8-E5AC-7E50-C84D-0C3E979D6020}"/>
              </a:ext>
            </a:extLst>
          </p:cNvPr>
          <p:cNvCxnSpPr>
            <a:cxnSpLocks/>
          </p:cNvCxnSpPr>
          <p:nvPr/>
        </p:nvCxnSpPr>
        <p:spPr>
          <a:xfrm>
            <a:off x="2272145" y="2750127"/>
            <a:ext cx="22167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E7DA57-9871-A804-FB89-7FBF23CE67A6}"/>
              </a:ext>
            </a:extLst>
          </p:cNvPr>
          <p:cNvCxnSpPr/>
          <p:nvPr/>
        </p:nvCxnSpPr>
        <p:spPr>
          <a:xfrm flipV="1">
            <a:off x="2542753" y="2028825"/>
            <a:ext cx="1724025" cy="1400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19BDC1-F6F1-19F1-BA48-3FA8336B2BA3}"/>
              </a:ext>
            </a:extLst>
          </p:cNvPr>
          <p:cNvCxnSpPr/>
          <p:nvPr/>
        </p:nvCxnSpPr>
        <p:spPr>
          <a:xfrm>
            <a:off x="2577246" y="1993462"/>
            <a:ext cx="1615736" cy="15220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35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076C-E6D2-C0A4-0B64-D6670615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Subtracting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7326E-4DC1-D99C-C3DC-20212DD6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566863"/>
            <a:ext cx="2466975" cy="2410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9D8A45-3AF4-7F33-79CA-F446B02C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022" y="1566862"/>
            <a:ext cx="2555743" cy="2410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F1B72E-6984-474A-62A0-C84B4D496D75}"/>
                  </a:ext>
                </a:extLst>
              </p:cNvPr>
              <p:cNvSpPr txBox="1"/>
              <p:nvPr/>
            </p:nvSpPr>
            <p:spPr>
              <a:xfrm>
                <a:off x="3177374" y="4333342"/>
                <a:ext cx="543739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F1B72E-6984-474A-62A0-C84B4D496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74" y="4333342"/>
                <a:ext cx="543739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A8297A-4BEB-A0E6-8375-1C493BB60E04}"/>
                  </a:ext>
                </a:extLst>
              </p:cNvPr>
              <p:cNvSpPr txBox="1"/>
              <p:nvPr/>
            </p:nvSpPr>
            <p:spPr>
              <a:xfrm>
                <a:off x="5430572" y="2218061"/>
                <a:ext cx="100700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A8297A-4BEB-A0E6-8375-1C493BB60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72" y="2218061"/>
                <a:ext cx="1007007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527D5-26E2-E6FD-3BDD-D497ED66C8AE}"/>
                  </a:ext>
                </a:extLst>
              </p:cNvPr>
              <p:cNvSpPr txBox="1"/>
              <p:nvPr/>
            </p:nvSpPr>
            <p:spPr>
              <a:xfrm>
                <a:off x="5430572" y="4124310"/>
                <a:ext cx="100700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6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527D5-26E2-E6FD-3BDD-D497ED66C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72" y="4124310"/>
                <a:ext cx="1007007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8B3F2A-98F7-670F-E3ED-23B82FD601BE}"/>
                  </a:ext>
                </a:extLst>
              </p:cNvPr>
              <p:cNvSpPr txBox="1"/>
              <p:nvPr/>
            </p:nvSpPr>
            <p:spPr>
              <a:xfrm>
                <a:off x="8235149" y="4280030"/>
                <a:ext cx="543739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8B3F2A-98F7-670F-E3ED-23B82FD60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9" y="4280030"/>
                <a:ext cx="543739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A50DE2-47FA-CA0A-2D23-79BA2884300A}"/>
                  </a:ext>
                </a:extLst>
              </p14:cNvPr>
              <p14:cNvContentPartPr/>
              <p14:nvPr/>
            </p14:nvContentPartPr>
            <p14:xfrm>
              <a:off x="3465746" y="2840503"/>
              <a:ext cx="943920" cy="949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A50DE2-47FA-CA0A-2D23-79BA288430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03106" y="2777863"/>
                <a:ext cx="106956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95824C8-D7B6-B0B2-9371-B8AF6A19DD95}"/>
                  </a:ext>
                </a:extLst>
              </p14:cNvPr>
              <p14:cNvContentPartPr/>
              <p14:nvPr/>
            </p14:nvContentPartPr>
            <p14:xfrm>
              <a:off x="2338586" y="2818183"/>
              <a:ext cx="961200" cy="961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95824C8-D7B6-B0B2-9371-B8AF6A19DD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75586" y="2755183"/>
                <a:ext cx="108684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4B72CC3-1C51-C8C9-CE8A-B5B5E15E1B40}"/>
                  </a:ext>
                </a:extLst>
              </p14:cNvPr>
              <p14:cNvContentPartPr/>
              <p14:nvPr/>
            </p14:nvContentPartPr>
            <p14:xfrm rot="5400000">
              <a:off x="2338586" y="1736714"/>
              <a:ext cx="961200" cy="961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4B72CC3-1C51-C8C9-CE8A-B5B5E15E1B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5400000">
                <a:off x="2275586" y="1673714"/>
                <a:ext cx="1086840" cy="108684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4AE156-BFC8-3D69-2921-4C74E33EA252}"/>
              </a:ext>
            </a:extLst>
          </p:cNvPr>
          <p:cNvCxnSpPr/>
          <p:nvPr/>
        </p:nvCxnSpPr>
        <p:spPr>
          <a:xfrm flipH="1">
            <a:off x="3380509" y="1587644"/>
            <a:ext cx="5629" cy="22916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62C8E8-532B-E1F7-E3BC-EC9BBE898132}"/>
              </a:ext>
            </a:extLst>
          </p:cNvPr>
          <p:cNvCxnSpPr>
            <a:cxnSpLocks/>
          </p:cNvCxnSpPr>
          <p:nvPr/>
        </p:nvCxnSpPr>
        <p:spPr>
          <a:xfrm>
            <a:off x="2272145" y="2770908"/>
            <a:ext cx="22167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7260E74-2E50-723E-1CED-2F4E9ADE57C4}"/>
                  </a:ext>
                </a:extLst>
              </p14:cNvPr>
              <p14:cNvContentPartPr/>
              <p14:nvPr/>
            </p14:nvContentPartPr>
            <p14:xfrm>
              <a:off x="8201025" y="2309345"/>
              <a:ext cx="1019895" cy="1541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7260E74-2E50-723E-1CED-2F4E9ADE57C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38024" y="2246705"/>
                <a:ext cx="1145537" cy="1666800"/>
              </a:xfrm>
              <a:prstGeom prst="rect">
                <a:avLst/>
              </a:prstGeom>
            </p:spPr>
          </p:pic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FC0C63-30FA-6D21-98B5-78DB301E1C92}"/>
              </a:ext>
            </a:extLst>
          </p:cNvPr>
          <p:cNvCxnSpPr>
            <a:cxnSpLocks/>
          </p:cNvCxnSpPr>
          <p:nvPr/>
        </p:nvCxnSpPr>
        <p:spPr>
          <a:xfrm flipH="1">
            <a:off x="2891345" y="1690688"/>
            <a:ext cx="999514" cy="20886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369955-9CE2-670E-E0DF-6C4EEF257887}"/>
              </a:ext>
            </a:extLst>
          </p:cNvPr>
          <p:cNvCxnSpPr>
            <a:cxnSpLocks/>
          </p:cNvCxnSpPr>
          <p:nvPr/>
        </p:nvCxnSpPr>
        <p:spPr>
          <a:xfrm flipV="1">
            <a:off x="2373372" y="2217314"/>
            <a:ext cx="1931928" cy="1182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0A82A5-5413-2E45-4341-DF521CC78620}"/>
              </a:ext>
            </a:extLst>
          </p:cNvPr>
          <p:cNvCxnSpPr>
            <a:cxnSpLocks/>
          </p:cNvCxnSpPr>
          <p:nvPr/>
        </p:nvCxnSpPr>
        <p:spPr>
          <a:xfrm>
            <a:off x="2373372" y="2217314"/>
            <a:ext cx="1891015" cy="11087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BADBF5-B9DB-1D83-A9EB-5057BF0555AC}"/>
              </a:ext>
            </a:extLst>
          </p:cNvPr>
          <p:cNvCxnSpPr>
            <a:cxnSpLocks/>
          </p:cNvCxnSpPr>
          <p:nvPr/>
        </p:nvCxnSpPr>
        <p:spPr>
          <a:xfrm>
            <a:off x="2819186" y="1793732"/>
            <a:ext cx="1058545" cy="19624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B0CB4C-97BB-BC21-F7AA-C6ACDE318D76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8115894" y="1566862"/>
            <a:ext cx="0" cy="1166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A774842-C577-45B7-F3AC-FF7A60247D99}"/>
              </a:ext>
            </a:extLst>
          </p:cNvPr>
          <p:cNvCxnSpPr>
            <a:cxnSpLocks/>
          </p:cNvCxnSpPr>
          <p:nvPr/>
        </p:nvCxnSpPr>
        <p:spPr>
          <a:xfrm flipH="1">
            <a:off x="8115893" y="1736714"/>
            <a:ext cx="605707" cy="1034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83EC02-5EBA-D19F-1184-15192DAA22CA}"/>
              </a:ext>
            </a:extLst>
          </p:cNvPr>
          <p:cNvCxnSpPr>
            <a:cxnSpLocks/>
          </p:cNvCxnSpPr>
          <p:nvPr/>
        </p:nvCxnSpPr>
        <p:spPr>
          <a:xfrm>
            <a:off x="7615338" y="1784429"/>
            <a:ext cx="500554" cy="9841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CBEF270-D8C8-B522-0D9D-56C29C415E18}"/>
              </a:ext>
            </a:extLst>
          </p:cNvPr>
          <p:cNvCxnSpPr>
            <a:cxnSpLocks/>
          </p:cNvCxnSpPr>
          <p:nvPr/>
        </p:nvCxnSpPr>
        <p:spPr>
          <a:xfrm flipH="1" flipV="1">
            <a:off x="8115892" y="2774954"/>
            <a:ext cx="1105028" cy="5238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D230E67-7522-D7A3-8D6C-29DEA11AC786}"/>
              </a:ext>
            </a:extLst>
          </p:cNvPr>
          <p:cNvCxnSpPr>
            <a:cxnSpLocks/>
          </p:cNvCxnSpPr>
          <p:nvPr/>
        </p:nvCxnSpPr>
        <p:spPr>
          <a:xfrm flipH="1">
            <a:off x="8115891" y="2697914"/>
            <a:ext cx="1209084" cy="42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816FED-84B8-3EFB-48CD-F087D3ACFF72}"/>
              </a:ext>
            </a:extLst>
          </p:cNvPr>
          <p:cNvCxnSpPr>
            <a:cxnSpLocks/>
          </p:cNvCxnSpPr>
          <p:nvPr/>
        </p:nvCxnSpPr>
        <p:spPr>
          <a:xfrm>
            <a:off x="8115891" y="2774954"/>
            <a:ext cx="644541" cy="10044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C3624B3-D0E8-489A-279E-1A26EF22B514}"/>
              </a:ext>
            </a:extLst>
          </p:cNvPr>
          <p:cNvCxnSpPr>
            <a:cxnSpLocks/>
          </p:cNvCxnSpPr>
          <p:nvPr/>
        </p:nvCxnSpPr>
        <p:spPr>
          <a:xfrm flipH="1">
            <a:off x="7214895" y="2739999"/>
            <a:ext cx="900996" cy="6600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C65A8DF-ACE1-6E78-6AB5-52360FBE4F3D}"/>
              </a:ext>
            </a:extLst>
          </p:cNvPr>
          <p:cNvCxnSpPr>
            <a:cxnSpLocks/>
          </p:cNvCxnSpPr>
          <p:nvPr/>
        </p:nvCxnSpPr>
        <p:spPr>
          <a:xfrm flipH="1">
            <a:off x="7615336" y="2733458"/>
            <a:ext cx="500554" cy="1022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D2BEA9-6854-494B-6A44-EB2D2D5176CB}"/>
              </a:ext>
            </a:extLst>
          </p:cNvPr>
          <p:cNvCxnSpPr>
            <a:cxnSpLocks/>
          </p:cNvCxnSpPr>
          <p:nvPr/>
        </p:nvCxnSpPr>
        <p:spPr>
          <a:xfrm flipH="1">
            <a:off x="6976402" y="2754270"/>
            <a:ext cx="1100657" cy="86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22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7975-AEFA-25C0-E90E-8148681F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Lowest common multiple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3300-1461-2C09-9407-7D3E4226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50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202124"/>
                </a:solidFill>
                <a:latin typeface="arial" panose="020B0604020202020204" pitchFamily="34" charset="0"/>
              </a:rPr>
              <a:t>-T</a:t>
            </a:r>
            <a:r>
              <a:rPr lang="en-A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he lowest quantity that is a multiple of two or more given quantities (e.g. 12 is the lowest common multiple of 2, 3, and 4).</a:t>
            </a:r>
          </a:p>
          <a:p>
            <a:pPr marL="0" indent="0">
              <a:buNone/>
            </a:pPr>
            <a:endParaRPr lang="en-AU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36BC28E4-111A-8F7D-5422-F7C00464A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74640"/>
              </p:ext>
            </p:extLst>
          </p:nvPr>
        </p:nvGraphicFramePr>
        <p:xfrm>
          <a:off x="2136775" y="1690213"/>
          <a:ext cx="7397752" cy="453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438">
                  <a:extLst>
                    <a:ext uri="{9D8B030D-6E8A-4147-A177-3AD203B41FA5}">
                      <a16:colId xmlns:a16="http://schemas.microsoft.com/office/drawing/2014/main" val="4136673809"/>
                    </a:ext>
                  </a:extLst>
                </a:gridCol>
                <a:gridCol w="1849438">
                  <a:extLst>
                    <a:ext uri="{9D8B030D-6E8A-4147-A177-3AD203B41FA5}">
                      <a16:colId xmlns:a16="http://schemas.microsoft.com/office/drawing/2014/main" val="2203620459"/>
                    </a:ext>
                  </a:extLst>
                </a:gridCol>
                <a:gridCol w="1849438">
                  <a:extLst>
                    <a:ext uri="{9D8B030D-6E8A-4147-A177-3AD203B41FA5}">
                      <a16:colId xmlns:a16="http://schemas.microsoft.com/office/drawing/2014/main" val="769445497"/>
                    </a:ext>
                  </a:extLst>
                </a:gridCol>
                <a:gridCol w="1849438">
                  <a:extLst>
                    <a:ext uri="{9D8B030D-6E8A-4147-A177-3AD203B41FA5}">
                      <a16:colId xmlns:a16="http://schemas.microsoft.com/office/drawing/2014/main" val="3509440295"/>
                    </a:ext>
                  </a:extLst>
                </a:gridCol>
              </a:tblGrid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502552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138780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082399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532718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86189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413051"/>
                  </a:ext>
                </a:extLst>
              </a:tr>
              <a:tr h="64754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18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24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49779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42F200BE-9854-1EC9-AECD-15A353BB2B9B}"/>
              </a:ext>
            </a:extLst>
          </p:cNvPr>
          <p:cNvSpPr/>
          <p:nvPr/>
        </p:nvSpPr>
        <p:spPr>
          <a:xfrm>
            <a:off x="4533899" y="5545138"/>
            <a:ext cx="733425" cy="6016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F4AA0E-FA61-1DC0-18A1-4C2168025F5C}"/>
              </a:ext>
            </a:extLst>
          </p:cNvPr>
          <p:cNvSpPr/>
          <p:nvPr/>
        </p:nvSpPr>
        <p:spPr>
          <a:xfrm>
            <a:off x="6381749" y="4230688"/>
            <a:ext cx="733425" cy="6016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564543-C881-8AED-EB47-27DD1AED5B82}"/>
              </a:ext>
            </a:extLst>
          </p:cNvPr>
          <p:cNvSpPr/>
          <p:nvPr/>
        </p:nvSpPr>
        <p:spPr>
          <a:xfrm>
            <a:off x="8220074" y="3554413"/>
            <a:ext cx="733425" cy="60166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91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AFAC-3C85-4F7F-8647-D8956C21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969385" cy="1134886"/>
          </a:xfrm>
        </p:spPr>
        <p:txBody>
          <a:bodyPr/>
          <a:lstStyle/>
          <a:p>
            <a:pPr algn="ctr"/>
            <a:r>
              <a:rPr lang="en-AU" dirty="0"/>
              <a:t>Example listing multiples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A637B-1EC2-40BD-8DDE-48B68C2CB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4 and 5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816896-B6C7-42C5-8D33-2C04E5B7A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2 and 7 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7E0EAE26-1A0A-4058-8A0F-83E98E405C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9118940"/>
              </p:ext>
            </p:extLst>
          </p:nvPr>
        </p:nvGraphicFramePr>
        <p:xfrm>
          <a:off x="1296140" y="3073246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B64039EC-986C-4202-A215-24AD3996B612}"/>
              </a:ext>
            </a:extLst>
          </p:cNvPr>
          <p:cNvSpPr/>
          <p:nvPr/>
        </p:nvSpPr>
        <p:spPr>
          <a:xfrm>
            <a:off x="2693441" y="4801977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9D2F52-6694-464B-8A7C-F18ABA5B5A2E}"/>
              </a:ext>
            </a:extLst>
          </p:cNvPr>
          <p:cNvSpPr/>
          <p:nvPr/>
        </p:nvSpPr>
        <p:spPr>
          <a:xfrm>
            <a:off x="3875651" y="4486819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7" name="Table 14">
            <a:extLst>
              <a:ext uri="{FF2B5EF4-FFF2-40B4-BE49-F238E27FC236}">
                <a16:creationId xmlns:a16="http://schemas.microsoft.com/office/drawing/2014/main" id="{C1615DAE-5260-43D3-9969-70023D7C1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872431"/>
              </p:ext>
            </p:extLst>
          </p:nvPr>
        </p:nvGraphicFramePr>
        <p:xfrm>
          <a:off x="6881674" y="3207252"/>
          <a:ext cx="354920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6226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2D6776C8-4FD5-4753-B5F1-E7DA18410FD0}"/>
              </a:ext>
            </a:extLst>
          </p:cNvPr>
          <p:cNvSpPr/>
          <p:nvPr/>
        </p:nvSpPr>
        <p:spPr>
          <a:xfrm>
            <a:off x="8257329" y="5281686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8F8DB2-0B2A-4655-AB22-1A03C53BBC42}"/>
              </a:ext>
            </a:extLst>
          </p:cNvPr>
          <p:cNvSpPr/>
          <p:nvPr/>
        </p:nvSpPr>
        <p:spPr>
          <a:xfrm>
            <a:off x="9434552" y="3821113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BE4C7-E0A3-4FCE-AA18-7072CEC5FB4C}"/>
              </a:ext>
            </a:extLst>
          </p:cNvPr>
          <p:cNvSpPr txBox="1"/>
          <p:nvPr/>
        </p:nvSpPr>
        <p:spPr>
          <a:xfrm>
            <a:off x="6809173" y="132951"/>
            <a:ext cx="5774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List the multiples of each denominator.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Circle the smallest multiple of BOTH numbers (matching multiples).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The LCM is the new denominator for both fractions. </a:t>
            </a:r>
          </a:p>
          <a:p>
            <a:pPr marL="514350" indent="-514350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Multiply the numerator by the same number as the original denominator.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615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31A908-4673-4C3C-9348-CC73D613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What about 4 and 8?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B7D348-31A2-4CA8-BF79-922ED3790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Well since a multiple of 4 </a:t>
            </a:r>
            <a:r>
              <a:rPr lang="en-AU" b="1" i="1" dirty="0"/>
              <a:t>is </a:t>
            </a:r>
            <a:r>
              <a:rPr lang="en-AU" dirty="0"/>
              <a:t>8, that means that 8 is the LCM of 4 and 8 </a:t>
            </a:r>
          </a:p>
        </p:txBody>
      </p:sp>
    </p:spTree>
    <p:extLst>
      <p:ext uri="{BB962C8B-B14F-4D97-AF65-F5344CB8AC3E}">
        <p14:creationId xmlns:p14="http://schemas.microsoft.com/office/powerpoint/2010/main" val="355072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458B-E756-4CF1-A22A-BD1A0022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 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1ACB-582D-47DC-91A7-44422F4B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List and circle the LCM of: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 and 5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 and 9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5 and 10 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30AF86E3-0C3B-4060-AAFC-E6618EA3564A}"/>
              </a:ext>
            </a:extLst>
          </p:cNvPr>
          <p:cNvSpPr/>
          <p:nvPr/>
        </p:nvSpPr>
        <p:spPr>
          <a:xfrm>
            <a:off x="639192" y="365125"/>
            <a:ext cx="1074198" cy="94877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66EBD22A-68F3-A918-F007-15D0DDB24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351572"/>
              </p:ext>
            </p:extLst>
          </p:nvPr>
        </p:nvGraphicFramePr>
        <p:xfrm>
          <a:off x="5681709" y="2460687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52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7BB0-338B-1D72-3B7C-78862F31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6581-78A8-5EA5-43D0-D401E288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Check denominators </a:t>
            </a:r>
            <a:r>
              <a:rPr lang="en-US" dirty="0">
                <a:solidFill>
                  <a:srgbClr val="00B0F0"/>
                </a:solidFill>
              </a:rPr>
              <a:t>(change to LCM if needed)  </a:t>
            </a:r>
          </a:p>
          <a:p>
            <a:pPr marL="514350" indent="-514350">
              <a:buAutoNum type="arabicPeriod"/>
            </a:pPr>
            <a:r>
              <a:rPr lang="en-US" dirty="0"/>
              <a:t>Add or take top numbers, denominators stay the same </a:t>
            </a:r>
          </a:p>
          <a:p>
            <a:pPr marL="514350" indent="-514350">
              <a:buAutoNum type="arabicPeriod"/>
            </a:pPr>
            <a:r>
              <a:rPr lang="en-US" dirty="0"/>
              <a:t>Simplify if possible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/>
              <p:nvPr/>
            </p:nvSpPr>
            <p:spPr>
              <a:xfrm>
                <a:off x="2938509" y="3826276"/>
                <a:ext cx="6844683" cy="217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0E658-C2E8-DD4B-2236-E836EF11B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509" y="3826276"/>
                <a:ext cx="6844683" cy="21793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72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0579-3818-4837-9CD9-DC787B3B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Adding fractions with LCM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281B3-0EF3-4198-9C34-C054267CD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Example (I do)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7 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281B3-0EF3-4198-9C34-C054267CD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0A95A4C-D650-4F64-89DE-198652888D8F}"/>
              </a:ext>
            </a:extLst>
          </p:cNvPr>
          <p:cNvSpPr txBox="1"/>
          <p:nvPr/>
        </p:nvSpPr>
        <p:spPr>
          <a:xfrm>
            <a:off x="9783193" y="1917577"/>
            <a:ext cx="218390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600" dirty="0"/>
              <a:t>List the multiples of each denominator.</a:t>
            </a:r>
          </a:p>
          <a:p>
            <a:pPr marL="514350" indent="-514350">
              <a:buAutoNum type="arabicPeriod"/>
            </a:pPr>
            <a:r>
              <a:rPr lang="en-AU" sz="1600" dirty="0"/>
              <a:t>Circle the smallest multiple of BOTH numbers (matching multiples). </a:t>
            </a:r>
          </a:p>
          <a:p>
            <a:pPr marL="514350" indent="-514350">
              <a:buAutoNum type="arabicPeriod"/>
            </a:pPr>
            <a:r>
              <a:rPr lang="en-AU" sz="1600" dirty="0"/>
              <a:t>The LCM is the new denominator for both fractions. </a:t>
            </a:r>
          </a:p>
          <a:p>
            <a:pPr marL="514350" indent="-514350">
              <a:buAutoNum type="arabicPeriod"/>
            </a:pPr>
            <a:r>
              <a:rPr lang="en-AU" sz="1600" dirty="0"/>
              <a:t>Multiply the numerator by the same number as the original denominator.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7957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4406-D14C-4CA5-9E18-D362A714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Adding fractions  (we try 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993AF-C140-4B05-9DBF-BF990E9F9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993AF-C140-4B05-9DBF-BF990E9F9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36A5A08-A0A8-4C8B-9986-01A3648D3045}"/>
              </a:ext>
            </a:extLst>
          </p:cNvPr>
          <p:cNvSpPr txBox="1"/>
          <p:nvPr/>
        </p:nvSpPr>
        <p:spPr>
          <a:xfrm>
            <a:off x="9783193" y="1690688"/>
            <a:ext cx="218390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600" dirty="0"/>
              <a:t>List the multiples of each denominator.</a:t>
            </a:r>
          </a:p>
          <a:p>
            <a:pPr marL="514350" indent="-514350">
              <a:buAutoNum type="arabicPeriod"/>
            </a:pPr>
            <a:r>
              <a:rPr lang="en-AU" sz="1600" dirty="0"/>
              <a:t>Circle the smallest multiple of BOTH numbers (matching multiples). </a:t>
            </a:r>
          </a:p>
          <a:p>
            <a:pPr marL="514350" indent="-514350">
              <a:buAutoNum type="arabicPeriod"/>
            </a:pPr>
            <a:r>
              <a:rPr lang="en-AU" sz="1600" dirty="0"/>
              <a:t>The LCM is the new denominator for both fractions. </a:t>
            </a:r>
          </a:p>
          <a:p>
            <a:pPr marL="514350" indent="-514350">
              <a:buAutoNum type="arabicPeriod"/>
            </a:pPr>
            <a:r>
              <a:rPr lang="en-AU" sz="1600" dirty="0"/>
              <a:t>Multiply the numerator by the same number as the original denominator.</a:t>
            </a:r>
          </a:p>
          <a:p>
            <a:endParaRPr lang="en-AU" dirty="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42213BD4-83A8-4F6D-ABF2-A17955BD4709}"/>
              </a:ext>
            </a:extLst>
          </p:cNvPr>
          <p:cNvSpPr/>
          <p:nvPr/>
        </p:nvSpPr>
        <p:spPr>
          <a:xfrm>
            <a:off x="639192" y="365125"/>
            <a:ext cx="1074198" cy="94877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959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0D29-7FC7-2274-E87F-27EB1902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657355-6A2D-479F-FB88-4A8251C12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06114" cy="4448175"/>
          </a:xfrm>
        </p:spPr>
      </p:pic>
    </p:spTree>
    <p:extLst>
      <p:ext uri="{BB962C8B-B14F-4D97-AF65-F5344CB8AC3E}">
        <p14:creationId xmlns:p14="http://schemas.microsoft.com/office/powerpoint/2010/main" val="4199532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C7EC-95F2-4D84-290C-F17E3AD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DB07C-21D1-92F2-84C0-D819B8023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868150" cy="4677762"/>
          </a:xfrm>
        </p:spPr>
      </p:pic>
    </p:spTree>
    <p:extLst>
      <p:ext uri="{BB962C8B-B14F-4D97-AF65-F5344CB8AC3E}">
        <p14:creationId xmlns:p14="http://schemas.microsoft.com/office/powerpoint/2010/main" val="1330376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A1D0-86B1-4BC6-8B34-3254F1008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C114-0F81-48FB-A297-CD5139CBD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AU" dirty="0"/>
          </a:p>
          <a:p>
            <a:endParaRPr lang="en-AU" dirty="0"/>
          </a:p>
          <a:p>
            <a:r>
              <a:rPr lang="en-AU" dirty="0"/>
              <a:t>Sum fun 40 and 41</a:t>
            </a:r>
          </a:p>
          <a:p>
            <a:r>
              <a:rPr lang="en-AU" dirty="0"/>
              <a:t>NEED TO DO WORKING OUT IN EXERCISE BOOK </a:t>
            </a:r>
          </a:p>
        </p:txBody>
      </p:sp>
    </p:spTree>
    <p:extLst>
      <p:ext uri="{BB962C8B-B14F-4D97-AF65-F5344CB8AC3E}">
        <p14:creationId xmlns:p14="http://schemas.microsoft.com/office/powerpoint/2010/main" val="121727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556</Words>
  <Application>Microsoft Office PowerPoint</Application>
  <PresentationFormat>Widescreen</PresentationFormat>
  <Paragraphs>164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Choral response </vt:lpstr>
      <vt:lpstr>Adding and subtracting </vt:lpstr>
      <vt:lpstr>Steps </vt:lpstr>
      <vt:lpstr>Whiteboards </vt:lpstr>
      <vt:lpstr>How cane we solve this? </vt:lpstr>
      <vt:lpstr>Visual equivalent fractions </vt:lpstr>
      <vt:lpstr>Adding fractions </vt:lpstr>
      <vt:lpstr>Subtracting </vt:lpstr>
      <vt:lpstr>Lowest common multiple </vt:lpstr>
      <vt:lpstr>Example listing multiples </vt:lpstr>
      <vt:lpstr>What about 4 and 8? </vt:lpstr>
      <vt:lpstr>White boards </vt:lpstr>
      <vt:lpstr>Steps </vt:lpstr>
      <vt:lpstr>Adding fractions with LCM </vt:lpstr>
      <vt:lpstr>Adding fractions  (we try ) </vt:lpstr>
      <vt:lpstr>PowerPoint Presentation</vt:lpstr>
      <vt:lpstr>PowerPoint Presentation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32</cp:revision>
  <dcterms:created xsi:type="dcterms:W3CDTF">2021-06-03T12:36:19Z</dcterms:created>
  <dcterms:modified xsi:type="dcterms:W3CDTF">2023-11-24T00:34:14Z</dcterms:modified>
</cp:coreProperties>
</file>