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8" r:id="rId3"/>
    <p:sldId id="289" r:id="rId4"/>
    <p:sldId id="290" r:id="rId5"/>
    <p:sldId id="2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AA7E-03A1-2A64-3328-B5C47F04B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68D3B-1E3F-44E9-761A-DB1C68A7E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DBD4D-D491-14D6-5217-982139A0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DFA8-7923-DE01-59F1-56E38CC5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7B3F-FACB-720B-393A-D8B73BC7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04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9372-9AF1-AB64-4482-4D0D89B6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57ED-955C-1D9B-11C4-D9363E93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08EF8-0320-0B80-586B-E88CA36C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D8AA6-945F-594B-8248-4C26D8B9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66163-AB28-9F36-69B5-88ADC889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002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C570-7592-00F7-0151-76630E6A7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9D91B-D324-44F9-CEC8-4587FFB6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BBBE7-0B93-2603-A235-B9CAA98E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1E75A-1934-5A3E-0DF0-3C18A831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2E416-40F0-7A56-CE38-33DA3F28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351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A7948-2677-A064-AF9B-F9CEA286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BC579-2F3C-79F5-EC85-28A9E6CF1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F4B56-9B58-1324-E873-E88D14AC1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F8F57-2A2E-D655-94CD-D92A15B6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1B359-22BC-B21E-A930-D13BBBC6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CB55B-6CB2-BAD7-F350-E9CD8A05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672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0F084-47E0-3F8B-4BA2-0021AC80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BBAE-99D1-2AA5-C14C-5E79389B7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FC5B9C-27CC-A7F0-43FB-8C8FD5AE2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6C85C-3743-33E6-401D-96BDAEA63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433F23-13BB-720D-5751-1C67786C5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BD12B-235B-FF4E-C433-19CC7EA5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23038-2582-7FB5-C67A-D3AA5CE8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151B8-B273-F6DA-74DB-5E8370E2C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2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B02E-76B3-DE14-2CAB-ABBA1652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73986-E25E-9473-AFFF-DE98D1BC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6FD5E-A163-8214-950D-0C66A508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B940F-B169-192A-DC2A-0D96C54D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91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434EAB-E0E4-D659-EE87-03285C4C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F2C4B-7CFD-4418-0F3E-A7EAB55B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D6556-E6F3-FC57-7A12-EA0D75D8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72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5072-B594-E5EE-FCF9-1422B733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067FA-E362-823F-4D6E-779DD751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E9C37-B897-D65F-29A1-BC387EAAE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83D68-5903-38A3-831A-6765C4BD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B7EB2-6C9A-6A7E-4A9D-2590F941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BE71F-50BD-5B5E-D1F1-10B1B7649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93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123D-74CE-A8C6-0064-AF217E8F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E948CE-A0C2-85ED-6DE3-5D337060A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91F7B-8A01-59F0-8773-567D3A927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00B29-CDBC-0090-B640-997A0B00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117DF-E907-3930-1744-DF47E1FFC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97A92-D52B-1272-A3A0-A6D7D5EA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8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2D69-D0ED-347F-E8D8-9DF848C7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F713F-8655-0721-A311-8FA7866C9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039CF-E375-035A-AE90-34CDFCC1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934AC-5B01-6048-57B4-A6BA297D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C1AD-9FCD-4013-8A69-2CE7E182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824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F110A-2305-9949-0A23-32F8FA33F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60888F-2DDB-6DE8-AD58-F10E4647C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760DA-69C6-1DB9-A060-37985C42C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FECC3-E3C7-0143-0B77-C628EA1C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D065-8D1D-3245-E63D-85A82D97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957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2A9D0-FFD5-94D2-8018-84A8AE67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F8B20-30A6-1580-21C9-783F31ADF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EC717-9713-2D34-4A35-0DCB66AEA9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7C26C-5707-4BF2-BECF-8CD0BC6E7EA2}" type="datetimeFigureOut">
              <a:rPr lang="en-AU" smtClean="0"/>
              <a:t>29/11/2023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69C9A-4BC7-316C-03C4-B4E35AFF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01ADD-C23E-DB4D-8444-9C0EB3466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1EE8F-9684-44E9-ABD7-E6398BDEBD5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137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88766C-4ADE-8A1D-E427-D97D1ED68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26DAA9-EF39-5AE9-D6B8-D10208607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99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Title: Operations with fractions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Aim – be able to: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 Use written strategies to perform the 4 operations with fractions 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Review multiplication and division 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Applications </a:t>
            </a:r>
          </a:p>
        </p:txBody>
      </p:sp>
    </p:spTree>
    <p:extLst>
      <p:ext uri="{BB962C8B-B14F-4D97-AF65-F5344CB8AC3E}">
        <p14:creationId xmlns:p14="http://schemas.microsoft.com/office/powerpoint/2010/main" val="218103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F1D1-E052-F066-BD0A-8B1C2BAE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A4FEE-DE30-F574-CB74-E561E543C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7843"/>
            <a:ext cx="10582469" cy="998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In pairs, select a person to be A, the other is B. One of you will teach, the other will learn.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CD3A06-0EB7-6593-CD1A-12E5A02769FC}"/>
                  </a:ext>
                </a:extLst>
              </p:cNvPr>
              <p:cNvSpPr txBox="1"/>
              <p:nvPr/>
            </p:nvSpPr>
            <p:spPr>
              <a:xfrm>
                <a:off x="634482" y="2425959"/>
                <a:ext cx="4376057" cy="3682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b="1" dirty="0"/>
                  <a:t>A to teach </a:t>
                </a:r>
              </a:p>
              <a:p>
                <a:pPr algn="ctr"/>
                <a:endParaRPr lang="en-AU" sz="28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1" dirty="0"/>
              </a:p>
              <a:p>
                <a:pPr marL="457200" indent="-457200">
                  <a:buAutoNum type="alphaLcParenR"/>
                </a:pPr>
                <a:endParaRPr lang="en-AU" sz="28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1" dirty="0"/>
              </a:p>
              <a:p>
                <a:pPr marL="457200" indent="-457200">
                  <a:buAutoNum type="alphaLcParenR"/>
                </a:pPr>
                <a:endParaRPr lang="en-AU" sz="28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f>
                          <m:fPr>
                            <m:ctrlP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num>
                          <m:den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</m:den>
                        </m:f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f>
                          <m:fPr>
                            <m:ctrlP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</m:e>
                    </m:d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CD3A06-0EB7-6593-CD1A-12E5A0276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82" y="2425959"/>
                <a:ext cx="4376057" cy="3682611"/>
              </a:xfrm>
              <a:prstGeom prst="rect">
                <a:avLst/>
              </a:prstGeom>
              <a:blipFill>
                <a:blip r:embed="rId2"/>
                <a:stretch>
                  <a:fillRect t="-16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DEE620-C3CE-A1A3-89F3-4A10D64B248E}"/>
                  </a:ext>
                </a:extLst>
              </p:cNvPr>
              <p:cNvSpPr txBox="1"/>
              <p:nvPr/>
            </p:nvSpPr>
            <p:spPr>
              <a:xfrm>
                <a:off x="6357258" y="2425958"/>
                <a:ext cx="4376057" cy="36795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800" b="1" dirty="0"/>
                  <a:t>B to teach </a:t>
                </a:r>
              </a:p>
              <a:p>
                <a:pPr algn="ctr"/>
                <a:endParaRPr lang="en-AU" sz="28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28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𝟏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1" dirty="0">
                  <a:ea typeface="Cambria Math" panose="02040503050406030204" pitchFamily="18" charset="0"/>
                </a:endParaRPr>
              </a:p>
              <a:p>
                <a:pPr marL="457200" indent="-457200">
                  <a:buAutoNum type="alphaLcParenR"/>
                </a:pPr>
                <a:endParaRPr lang="en-AU" sz="2800" b="1" dirty="0"/>
              </a:p>
              <a:p>
                <a:pPr marL="457200" indent="-4572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f>
                          <m:fPr>
                            <m:ctrlP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num>
                          <m:den>
                            <m:r>
                              <a:rPr lang="en-AU" sz="28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den>
                        </m:f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f>
                          <m:fPr>
                            <m:ctrlPr>
                              <a:rPr lang="en-AU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n-AU" sz="28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𝟕</m:t>
                            </m:r>
                          </m:den>
                        </m:f>
                      </m:e>
                    </m:d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</m:den>
                    </m:f>
                    <m:r>
                      <a:rPr lang="en-AU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800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BDEE620-C3CE-A1A3-89F3-4A10D64B2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258" y="2425958"/>
                <a:ext cx="4376057" cy="3679597"/>
              </a:xfrm>
              <a:prstGeom prst="rect">
                <a:avLst/>
              </a:prstGeom>
              <a:blipFill>
                <a:blip r:embed="rId3"/>
                <a:stretch>
                  <a:fillRect t="-16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019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EC75-03D9-17FB-76DD-27748FA3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0D426-5ABD-71A1-B263-485F03F40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BDB35-8A18-2721-7471-26FBEFF41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31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8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54BE-5CEF-BA1E-6F13-9F441C823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880A-1E1B-9903-A1EB-E4C7E4391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7B7F03-B4CD-3B52-756A-396828D6E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5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07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F382-3E51-7AEA-90ED-B193C1F8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2499"/>
          </a:xfrm>
        </p:spPr>
        <p:txBody>
          <a:bodyPr>
            <a:normAutofit/>
          </a:bodyPr>
          <a:lstStyle/>
          <a:p>
            <a:r>
              <a:rPr lang="en-AU" dirty="0"/>
              <a:t>Mr. Davies Secret recipe – exercise book!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DD40E-0317-AE31-D6C8-446AFAFA8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39755"/>
                <a:ext cx="10515600" cy="59156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/>
                  <a:t>Mr. Davies has been handed down a secret family recipe for a cake. But the cake only serves 4 people… he needs to feed a class of 28! </a:t>
                </a:r>
              </a:p>
              <a:p>
                <a:pPr marL="0" indent="0">
                  <a:buNone/>
                </a:pPr>
                <a:r>
                  <a:rPr lang="en-AU" dirty="0"/>
                  <a:t>The ingredients are: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cups plain flour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AU" dirty="0"/>
                  <a:t> cups cocoa powder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AU" dirty="0"/>
                  <a:t> tsp baking powder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AU" dirty="0"/>
                  <a:t> cups of sugar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AU" dirty="0"/>
                  <a:t> cups of milk </a:t>
                </a:r>
              </a:p>
              <a:p>
                <a:pPr marL="0" indent="0">
                  <a:buNone/>
                </a:pPr>
                <a:r>
                  <a:rPr lang="en-AU" dirty="0"/>
                  <a:t>(Plus some secret stuff Mr. Davies won’t share)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DD40E-0317-AE31-D6C8-446AFAFA8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39755"/>
                <a:ext cx="10515600" cy="5915608"/>
              </a:xfrm>
              <a:blipFill>
                <a:blip r:embed="rId2"/>
                <a:stretch>
                  <a:fillRect l="-1217" t="-1753" r="-1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2B7EC5D-DF74-D736-19D0-CE96E4BB5DB5}"/>
              </a:ext>
            </a:extLst>
          </p:cNvPr>
          <p:cNvSpPr txBox="1"/>
          <p:nvPr/>
        </p:nvSpPr>
        <p:spPr>
          <a:xfrm>
            <a:off x="6018245" y="2274838"/>
            <a:ext cx="5495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How much of each ingredient does Mr. Davies actually need to feed the whole class?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How much would he need if he wanted to make a small 1 person cake? </a:t>
            </a:r>
          </a:p>
        </p:txBody>
      </p:sp>
    </p:spTree>
    <p:extLst>
      <p:ext uri="{BB962C8B-B14F-4D97-AF65-F5344CB8AC3E}">
        <p14:creationId xmlns:p14="http://schemas.microsoft.com/office/powerpoint/2010/main" val="748329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Review </vt:lpstr>
      <vt:lpstr>PowerPoint Presentation</vt:lpstr>
      <vt:lpstr>PowerPoint Presentation</vt:lpstr>
      <vt:lpstr>Mr. Davies Secret recipe – exercise book!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</cp:revision>
  <dcterms:created xsi:type="dcterms:W3CDTF">2023-11-29T04:46:00Z</dcterms:created>
  <dcterms:modified xsi:type="dcterms:W3CDTF">2023-11-29T04:56:24Z</dcterms:modified>
</cp:coreProperties>
</file>