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61" r:id="rId5"/>
    <p:sldId id="262" r:id="rId6"/>
    <p:sldId id="265" r:id="rId7"/>
    <p:sldId id="259" r:id="rId8"/>
    <p:sldId id="258" r:id="rId9"/>
    <p:sldId id="260" r:id="rId10"/>
    <p:sldId id="266" r:id="rId11"/>
    <p:sldId id="268" r:id="rId12"/>
    <p:sldId id="267" r:id="rId13"/>
    <p:sldId id="269" r:id="rId14"/>
    <p:sldId id="270" r:id="rId15"/>
    <p:sldId id="272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46C17-9E53-115D-ECBF-7F557197B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08D85-AF5B-D07B-4F6F-66B39F182D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95738-FBD5-90EC-E9EC-A6E1A832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93B7-C0FB-4405-9F49-479207AAEF30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50A5F-5028-C643-0B3E-45A6FC57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F18FE-2027-7101-E6CC-7DC3935C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7EDE-F6FE-4CEF-9EFD-B91A957D0D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3568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9A26E-BB71-5728-29EF-B352D6BB2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C18F8-FBE2-0D55-9F17-AD9C50BA7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1A166-7890-1ED9-782A-0E62DABA4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93B7-C0FB-4405-9F49-479207AAEF30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3A71F-2B1F-D7AC-5F8C-1456832AA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D0F53-4E92-0A42-B8BD-7B439A92A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7EDE-F6FE-4CEF-9EFD-B91A957D0D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3811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26FCC-3522-D633-F157-1E32807B2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89AA4-59E1-4548-03C0-959D827AE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D903D-B025-00D4-A825-B90962294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93B7-C0FB-4405-9F49-479207AAEF30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2AB53-2F65-F0EF-88E2-B402E3DC6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DCC28-CBC8-7275-C81E-1E7D4EDD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7EDE-F6FE-4CEF-9EFD-B91A957D0D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0788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5318-B0EF-2377-5BFA-5D75A6880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3EE76-EA40-689F-34B8-AF2147422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60F87-8C56-0BCD-D4B4-89D9715A3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9D516-29C2-F545-A15E-184C62C3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93B7-C0FB-4405-9F49-479207AAEF30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DFBC6-FC47-477C-E294-3D0219B98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5E194-45CB-050D-A632-F6EAC1F2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7EDE-F6FE-4CEF-9EFD-B91A957D0D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688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8A8D8-E323-D5A8-C572-4D6071026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D8CB-C566-3826-9A5C-DAF2A3521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2A753C-B0FF-4378-CA40-E7A70A693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A7FD97-5CA2-3EB3-441E-93F9E47B23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3CED22-94F2-DC48-2D44-0FE73F2593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81C2BA-4BB7-87E6-E0A3-BF89B3E33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93B7-C0FB-4405-9F49-479207AAEF30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119FA5-8660-F513-06EC-0ED8CE44C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92E9CA-7505-4C39-3FE6-A13AB9CB0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7EDE-F6FE-4CEF-9EFD-B91A957D0D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2610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C27A0-5D2B-1E28-0D1D-0168CAB64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D3096-C007-0D0C-CB45-5F9154023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93B7-C0FB-4405-9F49-479207AAEF30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D8C680-E2EE-6B46-B28C-33DF690A4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4D12E-5E81-E85F-61F4-BED7B2CA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7EDE-F6FE-4CEF-9EFD-B91A957D0D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306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ACB504-D07F-BCFC-A41F-E0EDC79B3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93B7-C0FB-4405-9F49-479207AAEF30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FDFE9C-61E8-F31E-CCFB-1D8418158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037ED-9965-66BD-DF80-DCB0F42E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7EDE-F6FE-4CEF-9EFD-B91A957D0D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0779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E7C9F-BB8B-C5A4-37A0-9724418A8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21443-F21E-EE49-ED8F-2977E50A9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57B14-0F3B-8D8E-A2BB-27A9D64EA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7BA0F-27F5-BE01-3BBF-A494D3BC9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93B7-C0FB-4405-9F49-479207AAEF30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8E2B5-0557-9845-B557-080D61780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AD6B8-C8CA-F3CC-5D2D-F696DEB24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7EDE-F6FE-4CEF-9EFD-B91A957D0D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043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FDE88-5808-E764-17F8-FCEBEB149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6166C0-70FA-0E91-1B89-8CC67B4DE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142D8-FB2C-0BB9-238D-CA9D1A2EF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94F3A-1D75-7363-0E79-7441F45D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93B7-C0FB-4405-9F49-479207AAEF30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23380-7CA6-3164-4041-BF5340838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1B190-9BF8-1DA8-CA45-9F2E4927E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7EDE-F6FE-4CEF-9EFD-B91A957D0D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2311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03B29-AAE7-1106-F2AB-F1EE64D2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F88A8-CC9B-5AF1-8427-10FBA7BDC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4D961-39E6-AC04-FE1E-4D4817E53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93B7-C0FB-4405-9F49-479207AAEF30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CCFFB-086E-C4C6-6660-5B329147F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C869E-D730-703A-973C-5A5671A4C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7EDE-F6FE-4CEF-9EFD-B91A957D0D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724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EA751B-E6FA-5A50-CCA5-ACD6891288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2EB85-2535-1AE6-EF6E-C00E9FEFD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03DBD-C0CA-2890-3FF0-981EA2EC9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93B7-C0FB-4405-9F49-479207AAEF30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EAD8F-9864-D2E4-A6B3-8C787B269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C0610-710F-A180-A274-CDB4899D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7EDE-F6FE-4CEF-9EFD-B91A957D0D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3792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5C6-D069-49E4-9292-DA038CBB5193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DB8F4DC-8C70-4B3F-83A5-82DF2C0A7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5950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5C6-D069-49E4-9292-DA038CBB5193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8F4DC-8C70-4B3F-83A5-82DF2C0A7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2212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5C6-D069-49E4-9292-DA038CBB5193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DB8F4DC-8C70-4B3F-83A5-82DF2C0A7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4389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5C6-D069-49E4-9292-DA038CBB5193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DB8F4DC-8C70-4B3F-83A5-82DF2C0A7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5478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5C6-D069-49E4-9292-DA038CBB5193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DB8F4DC-8C70-4B3F-83A5-82DF2C0A7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3539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5C6-D069-49E4-9292-DA038CBB5193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8F4DC-8C70-4B3F-83A5-82DF2C0A7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21095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5C6-D069-49E4-9292-DA038CBB5193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8F4DC-8C70-4B3F-83A5-82DF2C0A7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9699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5C6-D069-49E4-9292-DA038CBB5193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8F4DC-8C70-4B3F-83A5-82DF2C0A7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7608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5C6-D069-49E4-9292-DA038CBB5193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DB8F4DC-8C70-4B3F-83A5-82DF2C0A7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68822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5C6-D069-49E4-9292-DA038CBB5193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DB8F4DC-8C70-4B3F-83A5-82DF2C0A7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67292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5C6-D069-49E4-9292-DA038CBB5193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DB8F4DC-8C70-4B3F-83A5-82DF2C0A7618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21695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5C6-D069-49E4-9292-DA038CBB5193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DB8F4DC-8C70-4B3F-83A5-82DF2C0A7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98096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5C6-D069-49E4-9292-DA038CBB5193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DB8F4DC-8C70-4B3F-83A5-82DF2C0A7618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24023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5C6-D069-49E4-9292-DA038CBB5193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DB8F4DC-8C70-4B3F-83A5-82DF2C0A7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92704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5C6-D069-49E4-9292-DA038CBB5193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8F4DC-8C70-4B3F-83A5-82DF2C0A7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8015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45C6-D069-49E4-9292-DA038CBB5193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8F4DC-8C70-4B3F-83A5-82DF2C0A7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9337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80825-E80E-B6EF-D126-0F4DDEB97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99F55-B6A6-0D8E-D049-CF1F39C15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A8CAC-BF91-7005-0984-AA11D5325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E93B7-C0FB-4405-9F49-479207AAEF30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C9912-7F2F-459A-1EB9-AF7198351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FE378-C876-5E7E-4277-0DF84CE46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77EDE-F6FE-4CEF-9EFD-B91A957D0D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840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245C6-D069-49E4-9292-DA038CBB5193}" type="datetimeFigureOut">
              <a:rPr lang="en-AU" smtClean="0"/>
              <a:t>23/11/2023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DB8F4DC-8C70-4B3F-83A5-82DF2C0A761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296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cHHhd6HizI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88766C-4ADE-8A1D-E427-D97D1ED68B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26DAA9-EF39-5AE9-D6B8-D10208607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326"/>
            <a:ext cx="10515600" cy="499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Title: Fractions 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Aim – be able to: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 Identify elements of a fraction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 Identify and create equivalent fractions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Terminology and concepts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Fraction wall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Equivalent fractions 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922BD-04F2-FB64-E798-C2ACDF0B1075}"/>
              </a:ext>
            </a:extLst>
          </p:cNvPr>
          <p:cNvSpPr txBox="1"/>
          <p:nvPr/>
        </p:nvSpPr>
        <p:spPr>
          <a:xfrm>
            <a:off x="7750206" y="1500326"/>
            <a:ext cx="245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Need whiteboards.</a:t>
            </a:r>
            <a:endParaRPr lang="en-AU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81034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89CDB-9338-0CDE-E3C2-664D9E105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Terminology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E0EB03-51EC-B6EB-6519-94A5C36539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endParaRPr lang="en-AU" sz="7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7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en-US" sz="7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𝑁𝑢𝑚𝑒𝑟𝑎𝑡𝑜𝑟</m:t>
                          </m:r>
                        </m:num>
                        <m:den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𝐷𝑒𝑛𝑜𝑚𝑖𝑛𝑎𝑡𝑜𝑟</m:t>
                          </m:r>
                        </m:den>
                      </m:f>
                    </m:oMath>
                  </m:oMathPara>
                </a14:m>
                <a:endParaRPr lang="en-AU" sz="7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E0EB03-51EC-B6EB-6519-94A5C36539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A30B9A7-C4A5-2F49-77AD-D7D84A372E93}"/>
              </a:ext>
            </a:extLst>
          </p:cNvPr>
          <p:cNvSpPr/>
          <p:nvPr/>
        </p:nvSpPr>
        <p:spPr>
          <a:xfrm>
            <a:off x="5317724" y="2769833"/>
            <a:ext cx="4580878" cy="807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EEB3B5-D97B-5F8A-2948-59253B5003EC}"/>
              </a:ext>
            </a:extLst>
          </p:cNvPr>
          <p:cNvSpPr/>
          <p:nvPr/>
        </p:nvSpPr>
        <p:spPr>
          <a:xfrm>
            <a:off x="4910829" y="4117975"/>
            <a:ext cx="4801341" cy="807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6434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3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67" y="852487"/>
            <a:ext cx="10756279" cy="586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574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3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55" y="479107"/>
            <a:ext cx="9905746" cy="637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07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>
            <a:alpha val="3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47" y="847724"/>
            <a:ext cx="10897752" cy="538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943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A9A3C2-8971-1BD0-BB9A-7E3666B3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Fraction wall </a:t>
            </a:r>
          </a:p>
        </p:txBody>
      </p:sp>
      <p:pic>
        <p:nvPicPr>
          <p:cNvPr id="5" name="Content Placeholder 4" descr="Table, box and whisker chart&#10;&#10;Description automatically generated">
            <a:extLst>
              <a:ext uri="{FF2B5EF4-FFF2-40B4-BE49-F238E27FC236}">
                <a16:creationId xmlns:a16="http://schemas.microsoft.com/office/drawing/2014/main" id="{10B76980-06B1-3EC7-B787-0921A8E0D5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950309"/>
            <a:ext cx="10905066" cy="384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804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009E43-EC64-E966-2DAB-10556703E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73137"/>
          </a:xfrm>
        </p:spPr>
        <p:txBody>
          <a:bodyPr/>
          <a:lstStyle/>
          <a:p>
            <a:r>
              <a:rPr lang="en-US" dirty="0"/>
              <a:t>Creating equivalent fractions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99C84-DED0-E608-5BCF-0E48F97800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hlinkClick r:id="rId2"/>
              </a:rPr>
              <a:t>https://www.youtube.com/watch?v=qcHHhd6HizI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Remember: what ever we do to the top number…….. </a:t>
            </a:r>
          </a:p>
        </p:txBody>
      </p:sp>
    </p:spTree>
    <p:extLst>
      <p:ext uri="{BB962C8B-B14F-4D97-AF65-F5344CB8AC3E}">
        <p14:creationId xmlns:p14="http://schemas.microsoft.com/office/powerpoint/2010/main" val="1274069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11D7-2E5A-8F4B-8042-D0CF09485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Choral response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30F2E-290B-42EE-957C-3727DBE27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Equivalent fractions are </a:t>
            </a:r>
            <a:r>
              <a:rPr lang="en-US" b="1" u="sng" dirty="0">
                <a:solidFill>
                  <a:srgbClr val="FF0000"/>
                </a:solidFill>
              </a:rPr>
              <a:t>equal</a:t>
            </a:r>
            <a:r>
              <a:rPr lang="en-US" dirty="0">
                <a:solidFill>
                  <a:srgbClr val="FF0000"/>
                </a:solidFill>
              </a:rPr>
              <a:t> in value but use </a:t>
            </a:r>
            <a:r>
              <a:rPr lang="en-US" b="1" u="sng" dirty="0">
                <a:solidFill>
                  <a:srgbClr val="FF0000"/>
                </a:solidFill>
              </a:rPr>
              <a:t>different</a:t>
            </a:r>
            <a:r>
              <a:rPr lang="en-US" dirty="0">
                <a:solidFill>
                  <a:srgbClr val="FF0000"/>
                </a:solidFill>
              </a:rPr>
              <a:t> numbers. </a:t>
            </a: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Equivalent fractions are </a:t>
            </a:r>
            <a:r>
              <a:rPr lang="en-US" b="1" u="sng" dirty="0">
                <a:solidFill>
                  <a:srgbClr val="FF0000"/>
                </a:solidFill>
              </a:rPr>
              <a:t>_____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in value but use </a:t>
            </a:r>
            <a:r>
              <a:rPr lang="en-US" b="1" u="sng" dirty="0">
                <a:solidFill>
                  <a:srgbClr val="FF0000"/>
                </a:solidFill>
              </a:rPr>
              <a:t>different</a:t>
            </a:r>
            <a:r>
              <a:rPr lang="en-US" dirty="0">
                <a:solidFill>
                  <a:srgbClr val="FF0000"/>
                </a:solidFill>
              </a:rPr>
              <a:t> numbers. </a:t>
            </a:r>
            <a:endParaRPr lang="en-AU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AU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Equivalent fractions are </a:t>
            </a:r>
            <a:r>
              <a:rPr lang="en-US" b="1" u="sng" dirty="0">
                <a:solidFill>
                  <a:srgbClr val="FF0000"/>
                </a:solidFill>
              </a:rPr>
              <a:t>_____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in value but use </a:t>
            </a:r>
            <a:r>
              <a:rPr lang="en-US" b="1" dirty="0">
                <a:solidFill>
                  <a:srgbClr val="FF0000"/>
                </a:solidFill>
              </a:rPr>
              <a:t>_______</a:t>
            </a:r>
            <a:r>
              <a:rPr lang="en-US" dirty="0">
                <a:solidFill>
                  <a:srgbClr val="FF0000"/>
                </a:solidFill>
              </a:rPr>
              <a:t> numbers. </a:t>
            </a: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Describe equivalent fractions…. </a:t>
            </a:r>
            <a:endParaRPr lang="en-AU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31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F5ECDD-B1B2-EAEE-860D-C9AB16C11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equivalent fractions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4548FA1-4D64-8BEA-8255-359FE86A19C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3600" dirty="0"/>
              </a:p>
              <a:p>
                <a:pPr marL="0" indent="0">
                  <a:buNone/>
                </a:pPr>
                <a:endParaRPr lang="en-AU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3600" dirty="0"/>
              </a:p>
              <a:p>
                <a:pPr marL="0" indent="0">
                  <a:buNone/>
                </a:pPr>
                <a:endParaRPr lang="en-AU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den>
                      </m:f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4548FA1-4D64-8BEA-8255-359FE86A1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A806F0E-0EFE-DBB0-A950-BF015BA9171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600" b="0" dirty="0"/>
              </a:p>
              <a:p>
                <a:pPr marL="0" indent="0">
                  <a:buNone/>
                </a:pPr>
                <a:endParaRPr lang="en-AU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3600" b="0" dirty="0"/>
              </a:p>
              <a:p>
                <a:pPr marL="0" indent="0">
                  <a:buNone/>
                </a:pPr>
                <a:endParaRPr lang="en-AU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/>
                      </m:f>
                    </m:oMath>
                  </m:oMathPara>
                </a14:m>
                <a:endParaRPr lang="en-AU" sz="36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A806F0E-0EFE-DBB0-A950-BF015BA917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ABE2288-9B6E-E277-49AE-3F6B8A5F0F24}"/>
              </a:ext>
            </a:extLst>
          </p:cNvPr>
          <p:cNvSpPr txBox="1"/>
          <p:nvPr/>
        </p:nvSpPr>
        <p:spPr>
          <a:xfrm>
            <a:off x="594804" y="1825625"/>
            <a:ext cx="1029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I do</a:t>
            </a:r>
            <a:endParaRPr lang="en-AU" sz="2000" b="1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052F0-88F7-500C-CCA5-BC4C0449963E}"/>
              </a:ext>
            </a:extLst>
          </p:cNvPr>
          <p:cNvSpPr txBox="1"/>
          <p:nvPr/>
        </p:nvSpPr>
        <p:spPr>
          <a:xfrm>
            <a:off x="10838895" y="1823930"/>
            <a:ext cx="1029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We do</a:t>
            </a:r>
            <a:endParaRPr lang="en-AU" sz="2000" b="1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40426-E419-ECF1-109D-0D3A282AA3F7}"/>
              </a:ext>
            </a:extLst>
          </p:cNvPr>
          <p:cNvSpPr txBox="1"/>
          <p:nvPr/>
        </p:nvSpPr>
        <p:spPr>
          <a:xfrm>
            <a:off x="838200" y="2229388"/>
            <a:ext cx="168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Factor of 2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A7A5AF-8223-847E-74E2-360B5C72E90F}"/>
              </a:ext>
            </a:extLst>
          </p:cNvPr>
          <p:cNvSpPr txBox="1"/>
          <p:nvPr/>
        </p:nvSpPr>
        <p:spPr>
          <a:xfrm>
            <a:off x="838200" y="3647351"/>
            <a:ext cx="168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Factor of 5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D18ED9-3007-A258-6FFE-E3C2EE8E19CB}"/>
              </a:ext>
            </a:extLst>
          </p:cNvPr>
          <p:cNvSpPr txBox="1"/>
          <p:nvPr/>
        </p:nvSpPr>
        <p:spPr>
          <a:xfrm>
            <a:off x="838199" y="5158035"/>
            <a:ext cx="168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Factor of ?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42DBE4-F916-D74F-41C9-5EFC5C59D8C0}"/>
              </a:ext>
            </a:extLst>
          </p:cNvPr>
          <p:cNvSpPr txBox="1"/>
          <p:nvPr/>
        </p:nvSpPr>
        <p:spPr>
          <a:xfrm>
            <a:off x="6565777" y="2224040"/>
            <a:ext cx="168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Factor of 2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13D6AC-6D78-2A63-731E-6414FA15FA41}"/>
              </a:ext>
            </a:extLst>
          </p:cNvPr>
          <p:cNvSpPr txBox="1"/>
          <p:nvPr/>
        </p:nvSpPr>
        <p:spPr>
          <a:xfrm>
            <a:off x="6565777" y="3642003"/>
            <a:ext cx="168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Factor of 5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A97E47-DF5B-E1F0-5C64-DA1F0230262F}"/>
              </a:ext>
            </a:extLst>
          </p:cNvPr>
          <p:cNvSpPr txBox="1"/>
          <p:nvPr/>
        </p:nvSpPr>
        <p:spPr>
          <a:xfrm>
            <a:off x="6565776" y="5152687"/>
            <a:ext cx="168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Factor of 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4556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F3E00B8-7286-3124-3153-137B05CC17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Remember: </a:t>
            </a:r>
            <a:endParaRPr lang="en-AU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CEC6450-229C-8EFB-DCBF-C8A96BD7D4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We can use ANY factor when creating an equivalent fraction, as long as we multiply </a:t>
            </a:r>
            <a:r>
              <a:rPr lang="en-US" sz="3200" u="sng" dirty="0"/>
              <a:t>BOTH top AND bottom number by the SAME factor.</a:t>
            </a:r>
            <a:endParaRPr lang="en-AU" sz="3200" u="sng" dirty="0"/>
          </a:p>
        </p:txBody>
      </p:sp>
    </p:spTree>
    <p:extLst>
      <p:ext uri="{BB962C8B-B14F-4D97-AF65-F5344CB8AC3E}">
        <p14:creationId xmlns:p14="http://schemas.microsoft.com/office/powerpoint/2010/main" val="311487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8EC8B2-340A-74EC-45F4-DE14549F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C95BE9F-EEF2-9880-8811-C5EC191BEF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Create an equivalent fraction using a factor of 2 (times by 2)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sz="3200" b="0" dirty="0"/>
              </a:p>
              <a:p>
                <a:pPr marL="514350" indent="-514350">
                  <a:buAutoNum type="alphaLcParenR"/>
                </a:pPr>
                <a:endParaRPr lang="en-AU" sz="32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3200" b="0" dirty="0"/>
              </a:p>
              <a:p>
                <a:pPr marL="514350" indent="-514350">
                  <a:buAutoNum type="alphaLcParenR"/>
                </a:pPr>
                <a:endParaRPr lang="en-AU" sz="32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AU" sz="32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C95BE9F-EEF2-9880-8811-C5EC191BEF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77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8EC8B2-340A-74EC-45F4-DE14549F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C95BE9F-EEF2-9880-8811-C5EC191BEF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Create an equivalent fraction using a factor of 3 (times by 3)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sz="3200" b="0" dirty="0"/>
              </a:p>
              <a:p>
                <a:pPr marL="514350" indent="-514350">
                  <a:buAutoNum type="alphaLcParenR"/>
                </a:pPr>
                <a:endParaRPr lang="en-AU" sz="32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3200" b="0" dirty="0"/>
              </a:p>
              <a:p>
                <a:pPr marL="514350" indent="-514350">
                  <a:buAutoNum type="alphaLcParenR"/>
                </a:pPr>
                <a:endParaRPr lang="en-AU" sz="32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AU" sz="32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C95BE9F-EEF2-9880-8811-C5EC191BEF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934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8EC8B2-340A-74EC-45F4-DE14549F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C95BE9F-EEF2-9880-8811-C5EC191BEF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Create an equivalent fraction using a factor of 5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sz="3200" b="0" dirty="0"/>
              </a:p>
              <a:p>
                <a:pPr marL="514350" indent="-514350">
                  <a:buAutoNum type="alphaLcParenR"/>
                </a:pPr>
                <a:endParaRPr lang="en-AU" sz="32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3200" b="0" dirty="0"/>
              </a:p>
              <a:p>
                <a:pPr marL="514350" indent="-514350">
                  <a:buAutoNum type="alphaLcParenR"/>
                </a:pPr>
                <a:endParaRPr lang="en-AU" sz="32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AU" sz="32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C95BE9F-EEF2-9880-8811-C5EC191BEF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68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BE2B0-7EA0-2BC6-0C7C-C5864DCA9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Find the equivalent fraction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569E6F-0E9B-1215-0AC4-117D8BAA30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Which fraction is equivalent to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US" sz="3200" b="0" dirty="0"/>
              </a:p>
              <a:p>
                <a:pPr marL="514350" indent="-514350">
                  <a:buAutoNum type="alphaLcParenR"/>
                </a:pPr>
                <a:endParaRPr lang="en-AU" sz="32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3200" b="0" dirty="0"/>
              </a:p>
              <a:p>
                <a:pPr marL="514350" indent="-514350">
                  <a:buAutoNum type="alphaLcParenR"/>
                </a:pPr>
                <a:endParaRPr lang="en-AU" sz="32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AU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569E6F-0E9B-1215-0AC4-117D8BAA30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1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B3B59A0-2DED-0DDA-4724-FD21258ED67C}"/>
              </a:ext>
            </a:extLst>
          </p:cNvPr>
          <p:cNvSpPr txBox="1"/>
          <p:nvPr/>
        </p:nvSpPr>
        <p:spPr>
          <a:xfrm>
            <a:off x="6880194" y="3160450"/>
            <a:ext cx="3719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What are some ways we can check? 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44869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33F78-5084-BF0B-259C-403E9379EC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task </a:t>
            </a:r>
            <a:endParaRPr lang="en-AU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7DDCD46-9352-9808-0F8B-101E79C1BC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Fractions work </a:t>
            </a:r>
          </a:p>
          <a:p>
            <a:endParaRPr lang="en-US" dirty="0"/>
          </a:p>
          <a:p>
            <a:r>
              <a:rPr lang="en-US"/>
              <a:t>“fifteen” game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4050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253</Words>
  <Application>Microsoft Office PowerPoint</Application>
  <PresentationFormat>Widescreen</PresentationFormat>
  <Paragraphs>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Century Gothic</vt:lpstr>
      <vt:lpstr>Wingdings</vt:lpstr>
      <vt:lpstr>Wingdings 3</vt:lpstr>
      <vt:lpstr>Office Theme</vt:lpstr>
      <vt:lpstr>Wisp</vt:lpstr>
      <vt:lpstr>Lesson objective </vt:lpstr>
      <vt:lpstr>Terminology</vt:lpstr>
      <vt:lpstr>PowerPoint Presentation</vt:lpstr>
      <vt:lpstr>PowerPoint Presentation</vt:lpstr>
      <vt:lpstr>PowerPoint Presentation</vt:lpstr>
      <vt:lpstr>Fraction wall </vt:lpstr>
      <vt:lpstr>Creating equivalent fractions</vt:lpstr>
      <vt:lpstr>Choral response </vt:lpstr>
      <vt:lpstr>Creating equivalent fractions </vt:lpstr>
      <vt:lpstr>Remember: </vt:lpstr>
      <vt:lpstr>Whiteboards </vt:lpstr>
      <vt:lpstr>Whiteboards </vt:lpstr>
      <vt:lpstr>Whiteboards </vt:lpstr>
      <vt:lpstr>Find the equivalent fraction </vt:lpstr>
      <vt:lpstr>Individual task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10</cp:revision>
  <dcterms:created xsi:type="dcterms:W3CDTF">2022-12-05T23:45:18Z</dcterms:created>
  <dcterms:modified xsi:type="dcterms:W3CDTF">2023-11-23T01:59:52Z</dcterms:modified>
</cp:coreProperties>
</file>