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25"/>
  </p:notesMasterIdLst>
  <p:sldIdLst>
    <p:sldId id="294" r:id="rId4"/>
    <p:sldId id="296" r:id="rId5"/>
    <p:sldId id="305" r:id="rId6"/>
    <p:sldId id="257" r:id="rId7"/>
    <p:sldId id="258" r:id="rId8"/>
    <p:sldId id="259" r:id="rId9"/>
    <p:sldId id="297" r:id="rId10"/>
    <p:sldId id="260" r:id="rId11"/>
    <p:sldId id="261" r:id="rId12"/>
    <p:sldId id="262" r:id="rId13"/>
    <p:sldId id="263" r:id="rId14"/>
    <p:sldId id="264" r:id="rId15"/>
    <p:sldId id="266" r:id="rId16"/>
    <p:sldId id="267" r:id="rId17"/>
    <p:sldId id="268" r:id="rId18"/>
    <p:sldId id="291" r:id="rId19"/>
    <p:sldId id="270" r:id="rId20"/>
    <p:sldId id="271" r:id="rId21"/>
    <p:sldId id="292" r:id="rId22"/>
    <p:sldId id="293" r:id="rId23"/>
    <p:sldId id="307" r:id="rId24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  <a:srgbClr val="008000"/>
    <a:srgbClr val="FF0000"/>
    <a:srgbClr val="CC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4C2A7815-BC32-4F80-8964-E4DC00C7D58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8DBF6EF7-D671-4E0C-AF3D-E459976A76A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E7F1D4F-376F-442C-8362-FB6CD773308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989" name="Rectangle 5">
            <a:extLst>
              <a:ext uri="{FF2B5EF4-FFF2-40B4-BE49-F238E27FC236}">
                <a16:creationId xmlns:a16="http://schemas.microsoft.com/office/drawing/2014/main" id="{C87F1BAA-C43D-4456-BF60-D7E23DE4A73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41990" name="Rectangle 6">
            <a:extLst>
              <a:ext uri="{FF2B5EF4-FFF2-40B4-BE49-F238E27FC236}">
                <a16:creationId xmlns:a16="http://schemas.microsoft.com/office/drawing/2014/main" id="{AE66A236-959B-4867-9EE1-05C40FD36A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991" name="Rectangle 7">
            <a:extLst>
              <a:ext uri="{FF2B5EF4-FFF2-40B4-BE49-F238E27FC236}">
                <a16:creationId xmlns:a16="http://schemas.microsoft.com/office/drawing/2014/main" id="{4A7EF3A8-93B5-4D83-930B-B4B1DC13DA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3A671354-5FDE-4D86-8250-9D18FF937D0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91EE1AD-2FFD-4A73-B29E-1DC6DE2844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ECB7014-636B-40ED-8416-7575159DE7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CE05252-4228-407F-AE0B-5E00282220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A61976-B251-4859-9250-084BC7747D3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74918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E9A0F14-02E4-4E26-8F0E-A4FC1AF815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CE4F132-2F3E-47E9-A8E9-1DD10043C4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8AE498-3A6F-4434-B71C-F6036AC473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870A67-7165-4D2E-8F96-E4A644A7FCF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41265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184DE9D-59EA-4C10-8A42-6C04641A70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A9C7938-E7D5-42BE-9C0D-8414E5EDAF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A396E-5542-40A4-8F22-9D2577F588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54C902-18A6-449F-B5ED-B0CC9903AAA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18737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2C36FF-D62D-4B79-AE61-4AF643C71C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10D62D-E52F-458E-84EE-1B264414B8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88A9A2-B88C-401A-B867-52A0E0BFBE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1016F2-5A10-4133-9EF7-D906689A46E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09877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50E0FA9-E25B-4262-A80C-25DFA6FB34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120DE8A-EF5F-4F61-878D-85775B4692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C0BCDD7-BAA9-48D2-B9FD-D72C29414B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0A1000-FD7A-4637-A73C-5937FF3F512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70901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950A5C6-456B-4525-AE1E-B5C0170F29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510916B-42BB-49A0-AC0B-B6738E1790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99E27FB-773A-4E42-B518-E7F58EAD3D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728F46-83C8-47F4-B9CB-DF3371F0214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35749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66C2175-A597-4A6E-BA0F-46B6FDA26B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0812A21-BAB7-431E-8285-5765DF7CF9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7D88C8B-B32C-4DA9-B33F-018094B6A9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F08BC8-0AC7-4137-9A86-2268F653433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67061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5B1D41-57B1-42CA-8D10-549BA82CF7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4B22BF-2668-4060-99BC-DC945545F9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DC0EE8-6BF2-46F8-B627-3DE20B4B86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13BB89-7B32-40C3-BA60-7428880E9F2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62237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7F78F4-A230-4177-BDAC-E7E4054958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BF8907-44EA-4D48-A24F-313E96ACB6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BD1309-BFC0-4777-8C00-F93BCA4944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E84A77-23B7-4775-8516-A9586D4ECDF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49661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1721620-F139-4120-8722-FFAB310B50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0EDDD92-1E37-4190-8309-6C4A382A21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1AD1AED-D945-4F6A-A810-37EE9DCAF8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5210B9-D643-48E0-AAD7-FF063AED36E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71920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C4F0972-F736-4249-BB1C-9FC6370A53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44906B9-E53E-4AC5-AA57-B494E9DF52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F113AB1-7085-403E-9C76-9B0EFF05E9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63F93F-F20F-42DD-8C7F-BDAF317B046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578323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E3E93-527E-44A5-8814-7ECDD6C1C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DC29C-9793-4E15-9734-BB61E2FAA2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FBA70-241B-4A81-8818-94E1D9FEE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96110-2E75-47BA-B5B6-83E747BA9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E9787-D14D-4CDB-ACB9-7BB1E39E9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A88D09-1AE0-43E6-B32A-88B57F7CCB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7151982"/>
      </p:ext>
    </p:extLst>
  </p:cSld>
  <p:clrMapOvr>
    <a:masterClrMapping/>
  </p:clrMapOvr>
  <p:transition>
    <p:push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29979-B07A-4AE1-B464-ADC618A6F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CD42C-916E-4547-95F3-CC0B50DEB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90A26-64E8-4556-8D41-531D175EE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E3B08-C1E2-4CA8-A685-E1CA79500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9B8A1-6B83-485A-A3AC-6ED8F9A0E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415F3A-F36F-4663-8970-912915C5C94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419781"/>
      </p:ext>
    </p:extLst>
  </p:cSld>
  <p:clrMapOvr>
    <a:masterClrMapping/>
  </p:clrMapOvr>
  <p:transition>
    <p:push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2F994-6B00-45E7-AEDA-3BD91CA25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C9710C-7DF2-43A4-A1CC-7DD9BE218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F8428-4277-423F-AFA2-B42C6EBCA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64BB9-BB77-4825-BF2C-8C02B663B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06C80-6480-4ADA-883D-55447DCD4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799206-78BE-4FDB-9601-2F16507759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8197161"/>
      </p:ext>
    </p:extLst>
  </p:cSld>
  <p:clrMapOvr>
    <a:masterClrMapping/>
  </p:clrMapOvr>
  <p:transition>
    <p:push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FBA3C-722A-45B6-B581-893F0345B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43DB7-0738-4B08-9D57-DCA2ABEA89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A5C01A-40E7-4D3A-8996-3DB812117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062794-8909-4851-8768-248C00DB3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C377C5-A427-4E2F-8016-0D21C1E10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93F05-2121-4157-9702-749E2D00B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E9D2F1-8485-4AB3-B4BF-62DF731E1C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6868977"/>
      </p:ext>
    </p:extLst>
  </p:cSld>
  <p:clrMapOvr>
    <a:masterClrMapping/>
  </p:clrMapOvr>
  <p:transition>
    <p:push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E8EF3-6A5B-4A4E-B4AB-29266D6E1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5E583-B06D-4EEF-A125-D6B4AC432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5506E-FB96-4A9B-A5D9-23F4DDFCE9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B8DD3C-8933-482C-9924-AA7A12B201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5B5909-3800-4DBC-82D5-F3612C11CF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80E2C7-6F7F-4202-88AA-0F0BCFB98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AEFC1A-67AD-41EB-887F-DBCB9065E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F79310-A174-41F8-B99C-B38CEFCF2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765A6F-AC59-4261-AE06-1F2CC5FC33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301832"/>
      </p:ext>
    </p:extLst>
  </p:cSld>
  <p:clrMapOvr>
    <a:masterClrMapping/>
  </p:clrMapOvr>
  <p:transition>
    <p:push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E2603-7DD0-4E55-AC85-845A927F9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B4A5F9-7C56-4BA3-B343-C6020C49E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497888-5192-4212-AD15-E3AE3BB12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3AC52-DC18-477F-AFD6-1B24D91EA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B088D5-7F85-45E5-A889-B5BDED0D5D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5824154"/>
      </p:ext>
    </p:extLst>
  </p:cSld>
  <p:clrMapOvr>
    <a:masterClrMapping/>
  </p:clrMapOvr>
  <p:transition>
    <p:push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9A4883-CD1E-4DB2-BF07-BF087D6A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623E3A-FB66-426E-ADB5-98760ACBB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14514-15DB-4AEB-B7E5-7067547EE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7C4692-C401-4857-918A-CF0FEBE3C01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5803257"/>
      </p:ext>
    </p:extLst>
  </p:cSld>
  <p:clrMapOvr>
    <a:masterClrMapping/>
  </p:clrMapOvr>
  <p:transition>
    <p:push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79C21-A836-4D8D-8C85-504851C1E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CBEAB-0B91-43E9-9B45-B04484A70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4656B7-E878-4A3E-91B4-5BAFBA9107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532FF1-BA66-4506-8874-E7638095C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F4A59-4841-4EFE-BE29-5E6EDDAB2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2397A9-F07C-4BDE-9AF1-72177AE02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71546E-840F-41F5-A2A5-CDA8AA5249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1339139"/>
      </p:ext>
    </p:extLst>
  </p:cSld>
  <p:clrMapOvr>
    <a:masterClrMapping/>
  </p:clrMapOvr>
  <p:transition>
    <p:push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DD14B-256D-4FCD-9E7B-856E25CD3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D55FBD-B9E2-4AFF-8085-1E69875904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C1A9C-9673-4A2B-953B-338392FC3F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C3443B-FA45-482E-B1BE-A73F9E72C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7DEAA3-6AF5-4F34-8AE5-4FD77BDD8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2AA65-820D-4405-A6F0-9843010FB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04BF9F-970E-4E31-81FA-8DC08EE96AA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2690073"/>
      </p:ext>
    </p:extLst>
  </p:cSld>
  <p:clrMapOvr>
    <a:masterClrMapping/>
  </p:clrMapOvr>
  <p:transition>
    <p:push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E3AD3-744B-4C85-8430-85DA2D49A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79F07F-FD64-48DD-BFD2-0D58317B29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697CD-2904-49E8-AEF2-5FDBEB836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166E7-4DBC-46D7-9C77-CF4EE538B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73985-54BC-4E53-A557-784B792CE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C1D3F3-ADE2-4816-9CDC-65E62EDF416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619507"/>
      </p:ext>
    </p:extLst>
  </p:cSld>
  <p:clrMapOvr>
    <a:masterClrMapping/>
  </p:clrMapOvr>
  <p:transition>
    <p:push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B8BA24-A671-4DD3-B665-1E50D12BB8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9646DD-F31C-4DD6-9BBC-26C1AC6594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4A005-D90A-40B3-ADCE-A0A013E5D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78D79-AB67-4BC3-B7B2-4D2111700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90D11-32D9-4CEE-B55E-51D686D9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B76AA0-EAE7-48F3-9DD9-1F6767B3334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1007251"/>
      </p:ext>
    </p:extLst>
  </p:cSld>
  <p:clrMapOvr>
    <a:masterClrMapping/>
  </p:clrMapOvr>
  <p:transition>
    <p:push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4A2F1E52-55D7-458B-9BBB-5AC95668A5E3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98098865-36D9-4936-9ADF-661218BC550D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696" y="1979"/>
              <a:ext cx="3132" cy="324"/>
              <a:chOff x="696" y="894"/>
              <a:chExt cx="3132" cy="324"/>
            </a:xfrm>
          </p:grpSpPr>
          <p:sp>
            <p:nvSpPr>
              <p:cNvPr id="87" name="Rectangle 4">
                <a:extLst>
                  <a:ext uri="{FF2B5EF4-FFF2-40B4-BE49-F238E27FC236}">
                    <a16:creationId xmlns:a16="http://schemas.microsoft.com/office/drawing/2014/main" id="{B2BE649D-7BC9-4766-9584-D375FDBCE6C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>
                <a:off x="696" y="894"/>
                <a:ext cx="1104" cy="288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88" name="Rectangle 5">
                <a:extLst>
                  <a:ext uri="{FF2B5EF4-FFF2-40B4-BE49-F238E27FC236}">
                    <a16:creationId xmlns:a16="http://schemas.microsoft.com/office/drawing/2014/main" id="{AD036A59-2B31-46D9-B3D8-B0D666B191A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>
                <a:off x="696" y="1122"/>
                <a:ext cx="1440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89" name="Rectangle 6">
                <a:extLst>
                  <a:ext uri="{FF2B5EF4-FFF2-40B4-BE49-F238E27FC236}">
                    <a16:creationId xmlns:a16="http://schemas.microsoft.com/office/drawing/2014/main" id="{6010384E-95A8-4D18-A25B-4E74C9D9E1E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>
                <a:off x="1716" y="1068"/>
                <a:ext cx="2112" cy="108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90" name="Rectangle 7">
                <a:extLst>
                  <a:ext uri="{FF2B5EF4-FFF2-40B4-BE49-F238E27FC236}">
                    <a16:creationId xmlns:a16="http://schemas.microsoft.com/office/drawing/2014/main" id="{BFA0B466-704B-4E2B-9D96-E884D5C6760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>
                <a:off x="1713" y="954"/>
                <a:ext cx="1872" cy="144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</p:grpSp>
        <p:sp>
          <p:nvSpPr>
            <p:cNvPr id="6" name="Rectangle 8">
              <a:extLst>
                <a:ext uri="{FF2B5EF4-FFF2-40B4-BE49-F238E27FC236}">
                  <a16:creationId xmlns:a16="http://schemas.microsoft.com/office/drawing/2014/main" id="{2302B50B-9D80-46C6-815F-F51974C3C8FF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cs typeface="Arial" charset="0"/>
              </a:endParaRPr>
            </a:p>
          </p:txBody>
        </p:sp>
        <p:grpSp>
          <p:nvGrpSpPr>
            <p:cNvPr id="7" name="Group 9">
              <a:extLst>
                <a:ext uri="{FF2B5EF4-FFF2-40B4-BE49-F238E27FC236}">
                  <a16:creationId xmlns:a16="http://schemas.microsoft.com/office/drawing/2014/main" id="{12FF1B4F-DEF8-40A3-8F06-0D1B71050E3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34" name="Group 10">
                <a:extLst>
                  <a:ext uri="{FF2B5EF4-FFF2-40B4-BE49-F238E27FC236}">
                    <a16:creationId xmlns:a16="http://schemas.microsoft.com/office/drawing/2014/main" id="{36786573-641D-47D0-A4EB-86DAAD7BDDE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65" name="Line 11">
                  <a:extLst>
                    <a:ext uri="{FF2B5EF4-FFF2-40B4-BE49-F238E27FC236}">
                      <a16:creationId xmlns:a16="http://schemas.microsoft.com/office/drawing/2014/main" id="{E68D8ABD-1A3C-463E-A684-8453C96258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66" name="Line 12">
                  <a:extLst>
                    <a:ext uri="{FF2B5EF4-FFF2-40B4-BE49-F238E27FC236}">
                      <a16:creationId xmlns:a16="http://schemas.microsoft.com/office/drawing/2014/main" id="{4282DE52-36BA-407E-815E-2B9BA5E82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67" name="Line 13">
                  <a:extLst>
                    <a:ext uri="{FF2B5EF4-FFF2-40B4-BE49-F238E27FC236}">
                      <a16:creationId xmlns:a16="http://schemas.microsoft.com/office/drawing/2014/main" id="{EA6557B6-1594-4426-8DCF-B953D06F25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68" name="Line 14">
                  <a:extLst>
                    <a:ext uri="{FF2B5EF4-FFF2-40B4-BE49-F238E27FC236}">
                      <a16:creationId xmlns:a16="http://schemas.microsoft.com/office/drawing/2014/main" id="{5124CCEB-8F58-4F2B-A581-CFC40DBB21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69" name="Line 15">
                  <a:extLst>
                    <a:ext uri="{FF2B5EF4-FFF2-40B4-BE49-F238E27FC236}">
                      <a16:creationId xmlns:a16="http://schemas.microsoft.com/office/drawing/2014/main" id="{32FF8203-9521-49E1-A26C-29D7AAEACF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70" name="Line 16">
                  <a:extLst>
                    <a:ext uri="{FF2B5EF4-FFF2-40B4-BE49-F238E27FC236}">
                      <a16:creationId xmlns:a16="http://schemas.microsoft.com/office/drawing/2014/main" id="{8CA05A9E-EE54-4162-939D-C7DADE6922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71" name="Line 17">
                  <a:extLst>
                    <a:ext uri="{FF2B5EF4-FFF2-40B4-BE49-F238E27FC236}">
                      <a16:creationId xmlns:a16="http://schemas.microsoft.com/office/drawing/2014/main" id="{27782430-63DF-4A7C-803E-800F11737E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72" name="Line 18">
                  <a:extLst>
                    <a:ext uri="{FF2B5EF4-FFF2-40B4-BE49-F238E27FC236}">
                      <a16:creationId xmlns:a16="http://schemas.microsoft.com/office/drawing/2014/main" id="{F16034A9-A879-42E5-932C-25B63F392A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73" name="Line 19">
                  <a:extLst>
                    <a:ext uri="{FF2B5EF4-FFF2-40B4-BE49-F238E27FC236}">
                      <a16:creationId xmlns:a16="http://schemas.microsoft.com/office/drawing/2014/main" id="{37D0429E-753E-485E-AD7B-EF8907F6D8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74" name="Line 20">
                  <a:extLst>
                    <a:ext uri="{FF2B5EF4-FFF2-40B4-BE49-F238E27FC236}">
                      <a16:creationId xmlns:a16="http://schemas.microsoft.com/office/drawing/2014/main" id="{4566FD88-A2EC-4A1D-B32E-8E2091290D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75" name="Line 21">
                  <a:extLst>
                    <a:ext uri="{FF2B5EF4-FFF2-40B4-BE49-F238E27FC236}">
                      <a16:creationId xmlns:a16="http://schemas.microsoft.com/office/drawing/2014/main" id="{078836E7-0525-4384-B500-AE245C9191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76" name="Line 22">
                  <a:extLst>
                    <a:ext uri="{FF2B5EF4-FFF2-40B4-BE49-F238E27FC236}">
                      <a16:creationId xmlns:a16="http://schemas.microsoft.com/office/drawing/2014/main" id="{E7F0ADB2-F7AA-46CA-A8B7-9B4594ACD7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77" name="Line 23">
                  <a:extLst>
                    <a:ext uri="{FF2B5EF4-FFF2-40B4-BE49-F238E27FC236}">
                      <a16:creationId xmlns:a16="http://schemas.microsoft.com/office/drawing/2014/main" id="{B58D9F15-C11C-40CD-A1A3-C179F706EB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78" name="Line 24">
                  <a:extLst>
                    <a:ext uri="{FF2B5EF4-FFF2-40B4-BE49-F238E27FC236}">
                      <a16:creationId xmlns:a16="http://schemas.microsoft.com/office/drawing/2014/main" id="{A051407D-47F6-4CDF-A452-02BA449636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79" name="Line 25">
                  <a:extLst>
                    <a:ext uri="{FF2B5EF4-FFF2-40B4-BE49-F238E27FC236}">
                      <a16:creationId xmlns:a16="http://schemas.microsoft.com/office/drawing/2014/main" id="{A46D98AD-FF1E-4311-B0B6-EEBACB3799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80" name="Line 26">
                  <a:extLst>
                    <a:ext uri="{FF2B5EF4-FFF2-40B4-BE49-F238E27FC236}">
                      <a16:creationId xmlns:a16="http://schemas.microsoft.com/office/drawing/2014/main" id="{4D228E73-1FFE-4CC3-BB77-D8E8BE68F3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81" name="Line 27">
                  <a:extLst>
                    <a:ext uri="{FF2B5EF4-FFF2-40B4-BE49-F238E27FC236}">
                      <a16:creationId xmlns:a16="http://schemas.microsoft.com/office/drawing/2014/main" id="{523EA40E-7448-4BFA-ABA2-0C78169C50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82" name="Line 28">
                  <a:extLst>
                    <a:ext uri="{FF2B5EF4-FFF2-40B4-BE49-F238E27FC236}">
                      <a16:creationId xmlns:a16="http://schemas.microsoft.com/office/drawing/2014/main" id="{AE4F7B8C-8A7D-455D-AF56-701CBD6D54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83" name="Line 29">
                  <a:extLst>
                    <a:ext uri="{FF2B5EF4-FFF2-40B4-BE49-F238E27FC236}">
                      <a16:creationId xmlns:a16="http://schemas.microsoft.com/office/drawing/2014/main" id="{984A4D89-09AF-4BCD-B3B1-953154F06E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84" name="Line 30">
                  <a:extLst>
                    <a:ext uri="{FF2B5EF4-FFF2-40B4-BE49-F238E27FC236}">
                      <a16:creationId xmlns:a16="http://schemas.microsoft.com/office/drawing/2014/main" id="{71B55F3F-0F8B-4D65-B90C-319AA98265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85" name="Line 31">
                  <a:extLst>
                    <a:ext uri="{FF2B5EF4-FFF2-40B4-BE49-F238E27FC236}">
                      <a16:creationId xmlns:a16="http://schemas.microsoft.com/office/drawing/2014/main" id="{26C67E64-D730-40C0-A1BB-B95EC86B7F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86" name="Line 32">
                  <a:extLst>
                    <a:ext uri="{FF2B5EF4-FFF2-40B4-BE49-F238E27FC236}">
                      <a16:creationId xmlns:a16="http://schemas.microsoft.com/office/drawing/2014/main" id="{414D637B-6A16-4075-A981-D50D69D6E8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</p:grpSp>
          <p:grpSp>
            <p:nvGrpSpPr>
              <p:cNvPr id="35" name="Group 33">
                <a:extLst>
                  <a:ext uri="{FF2B5EF4-FFF2-40B4-BE49-F238E27FC236}">
                    <a16:creationId xmlns:a16="http://schemas.microsoft.com/office/drawing/2014/main" id="{A4F38447-7C91-4C8C-A70B-93CB308337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36" name="Line 34">
                  <a:extLst>
                    <a:ext uri="{FF2B5EF4-FFF2-40B4-BE49-F238E27FC236}">
                      <a16:creationId xmlns:a16="http://schemas.microsoft.com/office/drawing/2014/main" id="{BC5A3022-C6BB-4AD8-B0A5-4F43AED608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37" name="Line 35">
                  <a:extLst>
                    <a:ext uri="{FF2B5EF4-FFF2-40B4-BE49-F238E27FC236}">
                      <a16:creationId xmlns:a16="http://schemas.microsoft.com/office/drawing/2014/main" id="{433E8B16-9E60-48EC-9812-0368A9472D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38" name="Line 36">
                  <a:extLst>
                    <a:ext uri="{FF2B5EF4-FFF2-40B4-BE49-F238E27FC236}">
                      <a16:creationId xmlns:a16="http://schemas.microsoft.com/office/drawing/2014/main" id="{81811371-BA93-457A-80F3-D533338390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39" name="Line 37">
                  <a:extLst>
                    <a:ext uri="{FF2B5EF4-FFF2-40B4-BE49-F238E27FC236}">
                      <a16:creationId xmlns:a16="http://schemas.microsoft.com/office/drawing/2014/main" id="{4B9643B0-1927-4F76-A6E1-6E0B1F05E0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40" name="Line 38">
                  <a:extLst>
                    <a:ext uri="{FF2B5EF4-FFF2-40B4-BE49-F238E27FC236}">
                      <a16:creationId xmlns:a16="http://schemas.microsoft.com/office/drawing/2014/main" id="{5DA38C3A-21BB-4F38-A47D-BC28DAD791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41" name="Line 39">
                  <a:extLst>
                    <a:ext uri="{FF2B5EF4-FFF2-40B4-BE49-F238E27FC236}">
                      <a16:creationId xmlns:a16="http://schemas.microsoft.com/office/drawing/2014/main" id="{0D44C0F8-A6B5-4600-81EB-54ED0566B5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42" name="Line 40">
                  <a:extLst>
                    <a:ext uri="{FF2B5EF4-FFF2-40B4-BE49-F238E27FC236}">
                      <a16:creationId xmlns:a16="http://schemas.microsoft.com/office/drawing/2014/main" id="{A691A8B1-024E-46C5-9529-F3F4C8332A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43" name="Line 41">
                  <a:extLst>
                    <a:ext uri="{FF2B5EF4-FFF2-40B4-BE49-F238E27FC236}">
                      <a16:creationId xmlns:a16="http://schemas.microsoft.com/office/drawing/2014/main" id="{2110CB35-2884-430B-B820-6C1C34E275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44" name="Line 42">
                  <a:extLst>
                    <a:ext uri="{FF2B5EF4-FFF2-40B4-BE49-F238E27FC236}">
                      <a16:creationId xmlns:a16="http://schemas.microsoft.com/office/drawing/2014/main" id="{498E539D-7207-40A1-9267-1CFEF3B96C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45" name="Line 43">
                  <a:extLst>
                    <a:ext uri="{FF2B5EF4-FFF2-40B4-BE49-F238E27FC236}">
                      <a16:creationId xmlns:a16="http://schemas.microsoft.com/office/drawing/2014/main" id="{B90E0504-D173-463C-BE3E-622DE2C44B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46" name="Line 44">
                  <a:extLst>
                    <a:ext uri="{FF2B5EF4-FFF2-40B4-BE49-F238E27FC236}">
                      <a16:creationId xmlns:a16="http://schemas.microsoft.com/office/drawing/2014/main" id="{AD800361-3F92-47FE-BE1C-3D019F9300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47" name="Line 45">
                  <a:extLst>
                    <a:ext uri="{FF2B5EF4-FFF2-40B4-BE49-F238E27FC236}">
                      <a16:creationId xmlns:a16="http://schemas.microsoft.com/office/drawing/2014/main" id="{BAB07615-2577-473D-BD79-756DF4F24C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48" name="Line 46">
                  <a:extLst>
                    <a:ext uri="{FF2B5EF4-FFF2-40B4-BE49-F238E27FC236}">
                      <a16:creationId xmlns:a16="http://schemas.microsoft.com/office/drawing/2014/main" id="{AFC6BA04-FB7C-4A93-A7BE-37BDD7144A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49" name="Line 47">
                  <a:extLst>
                    <a:ext uri="{FF2B5EF4-FFF2-40B4-BE49-F238E27FC236}">
                      <a16:creationId xmlns:a16="http://schemas.microsoft.com/office/drawing/2014/main" id="{F30293EF-1807-4334-9B9D-BAF1FCB8C2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50" name="Line 48">
                  <a:extLst>
                    <a:ext uri="{FF2B5EF4-FFF2-40B4-BE49-F238E27FC236}">
                      <a16:creationId xmlns:a16="http://schemas.microsoft.com/office/drawing/2014/main" id="{C2A752DE-FF47-4225-9E71-606F17C6A8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51" name="Line 49">
                  <a:extLst>
                    <a:ext uri="{FF2B5EF4-FFF2-40B4-BE49-F238E27FC236}">
                      <a16:creationId xmlns:a16="http://schemas.microsoft.com/office/drawing/2014/main" id="{EADB1C54-DDF7-426D-9E3F-679476488C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52" name="Line 50">
                  <a:extLst>
                    <a:ext uri="{FF2B5EF4-FFF2-40B4-BE49-F238E27FC236}">
                      <a16:creationId xmlns:a16="http://schemas.microsoft.com/office/drawing/2014/main" id="{4E28B229-1E38-4EDA-A00C-5E3DE1681C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53" name="Line 51">
                  <a:extLst>
                    <a:ext uri="{FF2B5EF4-FFF2-40B4-BE49-F238E27FC236}">
                      <a16:creationId xmlns:a16="http://schemas.microsoft.com/office/drawing/2014/main" id="{763079DB-A1FD-499C-AE6A-D604E89FEA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54" name="Line 52">
                  <a:extLst>
                    <a:ext uri="{FF2B5EF4-FFF2-40B4-BE49-F238E27FC236}">
                      <a16:creationId xmlns:a16="http://schemas.microsoft.com/office/drawing/2014/main" id="{38471C34-2D49-4FA8-9271-E601A97798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55" name="Line 53">
                  <a:extLst>
                    <a:ext uri="{FF2B5EF4-FFF2-40B4-BE49-F238E27FC236}">
                      <a16:creationId xmlns:a16="http://schemas.microsoft.com/office/drawing/2014/main" id="{EE25F645-BF4A-4886-8ACC-3ED76FC9F9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56" name="Line 54">
                  <a:extLst>
                    <a:ext uri="{FF2B5EF4-FFF2-40B4-BE49-F238E27FC236}">
                      <a16:creationId xmlns:a16="http://schemas.microsoft.com/office/drawing/2014/main" id="{AE954EA1-106A-483D-B854-46A923D650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57" name="Line 55">
                  <a:extLst>
                    <a:ext uri="{FF2B5EF4-FFF2-40B4-BE49-F238E27FC236}">
                      <a16:creationId xmlns:a16="http://schemas.microsoft.com/office/drawing/2014/main" id="{EB8E5AAD-1AE6-4AA1-9D26-863D7E35AC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58" name="Line 56">
                  <a:extLst>
                    <a:ext uri="{FF2B5EF4-FFF2-40B4-BE49-F238E27FC236}">
                      <a16:creationId xmlns:a16="http://schemas.microsoft.com/office/drawing/2014/main" id="{3C4848AB-1F1F-4A30-A1A2-9ABF4B344E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59" name="Line 57">
                  <a:extLst>
                    <a:ext uri="{FF2B5EF4-FFF2-40B4-BE49-F238E27FC236}">
                      <a16:creationId xmlns:a16="http://schemas.microsoft.com/office/drawing/2014/main" id="{B6990515-A3C4-4F6C-B962-72D586AE80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60" name="Line 58">
                  <a:extLst>
                    <a:ext uri="{FF2B5EF4-FFF2-40B4-BE49-F238E27FC236}">
                      <a16:creationId xmlns:a16="http://schemas.microsoft.com/office/drawing/2014/main" id="{52CE2DE8-90C7-4315-A733-AFDF2141E3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61" name="Line 59">
                  <a:extLst>
                    <a:ext uri="{FF2B5EF4-FFF2-40B4-BE49-F238E27FC236}">
                      <a16:creationId xmlns:a16="http://schemas.microsoft.com/office/drawing/2014/main" id="{BAD41C27-AB92-4B8B-8F0E-D02B7B08C9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62" name="Line 60">
                  <a:extLst>
                    <a:ext uri="{FF2B5EF4-FFF2-40B4-BE49-F238E27FC236}">
                      <a16:creationId xmlns:a16="http://schemas.microsoft.com/office/drawing/2014/main" id="{D3E5B06D-52DA-4CB0-8C99-DBC87122CB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63" name="Line 61">
                  <a:extLst>
                    <a:ext uri="{FF2B5EF4-FFF2-40B4-BE49-F238E27FC236}">
                      <a16:creationId xmlns:a16="http://schemas.microsoft.com/office/drawing/2014/main" id="{D68C8FB5-D7E4-4C65-AC9D-0F1C215478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64" name="Line 62">
                  <a:extLst>
                    <a:ext uri="{FF2B5EF4-FFF2-40B4-BE49-F238E27FC236}">
                      <a16:creationId xmlns:a16="http://schemas.microsoft.com/office/drawing/2014/main" id="{BA9EABB1-D588-4461-9C6B-30B926024C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</p:grpSp>
        </p:grpSp>
        <p:grpSp>
          <p:nvGrpSpPr>
            <p:cNvPr id="8" name="Group 63">
              <a:extLst>
                <a:ext uri="{FF2B5EF4-FFF2-40B4-BE49-F238E27FC236}">
                  <a16:creationId xmlns:a16="http://schemas.microsoft.com/office/drawing/2014/main" id="{EA4CFBFF-5818-494A-B3B0-136712236D56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512" y="3984"/>
              <a:ext cx="912" cy="288"/>
              <a:chOff x="4512" y="3984"/>
              <a:chExt cx="912" cy="288"/>
            </a:xfrm>
          </p:grpSpPr>
          <p:sp>
            <p:nvSpPr>
              <p:cNvPr id="29" name="Rectangle 64" descr="60%">
                <a:extLst>
                  <a:ext uri="{FF2B5EF4-FFF2-40B4-BE49-F238E27FC236}">
                    <a16:creationId xmlns:a16="http://schemas.microsoft.com/office/drawing/2014/main" id="{5819A1C2-50DE-4F11-B95A-C1EE32A3864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>
                <a:off x="4560" y="4032"/>
                <a:ext cx="816" cy="192"/>
              </a:xfrm>
              <a:prstGeom prst="rect">
                <a:avLst/>
              </a:prstGeom>
              <a:pattFill prst="pct60">
                <a:fgClr>
                  <a:schemeClr val="folHlink"/>
                </a:fgClr>
                <a:bgClr>
                  <a:schemeClr val="bg1"/>
                </a:bgClr>
              </a:patt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30" name="Line 65">
                <a:extLst>
                  <a:ext uri="{FF2B5EF4-FFF2-40B4-BE49-F238E27FC236}">
                    <a16:creationId xmlns:a16="http://schemas.microsoft.com/office/drawing/2014/main" id="{5532B069-BE6A-416C-9663-7391B845D23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4512" y="4032"/>
                <a:ext cx="912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31" name="Line 66">
                <a:extLst>
                  <a:ext uri="{FF2B5EF4-FFF2-40B4-BE49-F238E27FC236}">
                    <a16:creationId xmlns:a16="http://schemas.microsoft.com/office/drawing/2014/main" id="{21C4FAE0-DEF1-4E36-A7D8-90BFF427C9C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4512" y="4224"/>
                <a:ext cx="912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32" name="Line 67">
                <a:extLst>
                  <a:ext uri="{FF2B5EF4-FFF2-40B4-BE49-F238E27FC236}">
                    <a16:creationId xmlns:a16="http://schemas.microsoft.com/office/drawing/2014/main" id="{EE8F0777-14BC-4A70-AFA8-39DD3CA9820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4560" y="398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33" name="Line 68">
                <a:extLst>
                  <a:ext uri="{FF2B5EF4-FFF2-40B4-BE49-F238E27FC236}">
                    <a16:creationId xmlns:a16="http://schemas.microsoft.com/office/drawing/2014/main" id="{38C3B694-9B13-4E93-B164-B6AE95E3043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5376" y="398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</p:grpSp>
        <p:sp>
          <p:nvSpPr>
            <p:cNvPr id="9" name="Line 69">
              <a:extLst>
                <a:ext uri="{FF2B5EF4-FFF2-40B4-BE49-F238E27FC236}">
                  <a16:creationId xmlns:a16="http://schemas.microsoft.com/office/drawing/2014/main" id="{125B44F2-7A2C-40A7-AD60-3F465990C603}"/>
                </a:ext>
              </a:extLst>
            </p:cNvPr>
            <p:cNvSpPr>
              <a:spLocks noChangeShapeType="1"/>
            </p:cNvSpPr>
            <p:nvPr userDrawn="1"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cs typeface="Arial" charset="0"/>
              </a:endParaRPr>
            </a:p>
          </p:txBody>
        </p:sp>
        <p:grpSp>
          <p:nvGrpSpPr>
            <p:cNvPr id="10" name="Group 70">
              <a:extLst>
                <a:ext uri="{FF2B5EF4-FFF2-40B4-BE49-F238E27FC236}">
                  <a16:creationId xmlns:a16="http://schemas.microsoft.com/office/drawing/2014/main" id="{EA7396D1-EB52-4C98-8F79-0B90181F020C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261" y="1962"/>
              <a:ext cx="3567" cy="1494"/>
              <a:chOff x="261" y="877"/>
              <a:chExt cx="3567" cy="1494"/>
            </a:xfrm>
          </p:grpSpPr>
          <p:sp>
            <p:nvSpPr>
              <p:cNvPr id="11" name="Line 71">
                <a:extLst>
                  <a:ext uri="{FF2B5EF4-FFF2-40B4-BE49-F238E27FC236}">
                    <a16:creationId xmlns:a16="http://schemas.microsoft.com/office/drawing/2014/main" id="{667846BC-0BE1-4797-BB56-C2B463AD3545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261" y="951"/>
                <a:ext cx="1533" cy="3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12" name="Line 72">
                <a:extLst>
                  <a:ext uri="{FF2B5EF4-FFF2-40B4-BE49-F238E27FC236}">
                    <a16:creationId xmlns:a16="http://schemas.microsoft.com/office/drawing/2014/main" id="{FCA56753-99A3-4ACD-A4BB-F70E890846F4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383" y="879"/>
                <a:ext cx="0" cy="149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13" name="Arc 73">
                <a:extLst>
                  <a:ext uri="{FF2B5EF4-FFF2-40B4-BE49-F238E27FC236}">
                    <a16:creationId xmlns:a16="http://schemas.microsoft.com/office/drawing/2014/main" id="{4740B129-42D9-4507-85BE-6B625F8C124A}"/>
                  </a:ext>
                </a:extLst>
              </p:cNvPr>
              <p:cNvSpPr>
                <a:spLocks/>
              </p:cNvSpPr>
              <p:nvPr/>
            </p:nvSpPr>
            <p:spPr bwMode="ltGray">
              <a:xfrm rot="16200000" flipH="1">
                <a:off x="302" y="876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14" name="Arc 74">
                <a:extLst>
                  <a:ext uri="{FF2B5EF4-FFF2-40B4-BE49-F238E27FC236}">
                    <a16:creationId xmlns:a16="http://schemas.microsoft.com/office/drawing/2014/main" id="{8CD83DBC-CF62-4D34-A46C-134D24D7D27C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692" y="895"/>
                <a:ext cx="267" cy="209"/>
              </a:xfrm>
              <a:custGeom>
                <a:avLst/>
                <a:gdLst>
                  <a:gd name="G0" fmla="+- 16787 0 0"/>
                  <a:gd name="G1" fmla="+- 8563 0 0"/>
                  <a:gd name="G2" fmla="+- 21600 0 0"/>
                  <a:gd name="T0" fmla="*/ 36617 w 38387"/>
                  <a:gd name="T1" fmla="*/ 0 h 30163"/>
                  <a:gd name="T2" fmla="*/ 0 w 38387"/>
                  <a:gd name="T3" fmla="*/ 22156 h 30163"/>
                  <a:gd name="T4" fmla="*/ 16787 w 38387"/>
                  <a:gd name="T5" fmla="*/ 8563 h 30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387" h="30163" fill="none" extrusionOk="0">
                    <a:moveTo>
                      <a:pt x="36617" y="-1"/>
                    </a:moveTo>
                    <a:cubicBezTo>
                      <a:pt x="37784" y="2703"/>
                      <a:pt x="38387" y="5617"/>
                      <a:pt x="38387" y="8563"/>
                    </a:cubicBezTo>
                    <a:cubicBezTo>
                      <a:pt x="38387" y="20492"/>
                      <a:pt x="28716" y="30163"/>
                      <a:pt x="16787" y="30163"/>
                    </a:cubicBezTo>
                    <a:cubicBezTo>
                      <a:pt x="10269" y="30163"/>
                      <a:pt x="4101" y="27220"/>
                      <a:pt x="0" y="22155"/>
                    </a:cubicBezTo>
                  </a:path>
                  <a:path w="38387" h="30163" stroke="0" extrusionOk="0">
                    <a:moveTo>
                      <a:pt x="36617" y="-1"/>
                    </a:moveTo>
                    <a:cubicBezTo>
                      <a:pt x="37784" y="2703"/>
                      <a:pt x="38387" y="5617"/>
                      <a:pt x="38387" y="8563"/>
                    </a:cubicBezTo>
                    <a:cubicBezTo>
                      <a:pt x="38387" y="20492"/>
                      <a:pt x="28716" y="30163"/>
                      <a:pt x="16787" y="30163"/>
                    </a:cubicBezTo>
                    <a:cubicBezTo>
                      <a:pt x="10269" y="30163"/>
                      <a:pt x="4101" y="27220"/>
                      <a:pt x="0" y="22155"/>
                    </a:cubicBezTo>
                    <a:lnTo>
                      <a:pt x="16787" y="8563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15" name="Arc 75">
                <a:extLst>
                  <a:ext uri="{FF2B5EF4-FFF2-40B4-BE49-F238E27FC236}">
                    <a16:creationId xmlns:a16="http://schemas.microsoft.com/office/drawing/2014/main" id="{1C1F8308-179D-4584-9D7B-E5826D29A3CD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flipV="1">
                <a:off x="834" y="893"/>
                <a:ext cx="288" cy="322"/>
              </a:xfrm>
              <a:custGeom>
                <a:avLst/>
                <a:gdLst>
                  <a:gd name="G0" fmla="+- 21600 0 0"/>
                  <a:gd name="G1" fmla="+- 5361 0 0"/>
                  <a:gd name="G2" fmla="+- 21600 0 0"/>
                  <a:gd name="T0" fmla="*/ 10995 w 21600"/>
                  <a:gd name="T1" fmla="*/ 24179 h 24179"/>
                  <a:gd name="T2" fmla="*/ 676 w 21600"/>
                  <a:gd name="T3" fmla="*/ 0 h 24179"/>
                  <a:gd name="T4" fmla="*/ 21600 w 21600"/>
                  <a:gd name="T5" fmla="*/ 5361 h 24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4179" fill="none" extrusionOk="0">
                    <a:moveTo>
                      <a:pt x="10995" y="24178"/>
                    </a:moveTo>
                    <a:cubicBezTo>
                      <a:pt x="4202" y="20350"/>
                      <a:pt x="0" y="13158"/>
                      <a:pt x="0" y="5361"/>
                    </a:cubicBezTo>
                    <a:cubicBezTo>
                      <a:pt x="-1" y="3552"/>
                      <a:pt x="227" y="1751"/>
                      <a:pt x="675" y="-1"/>
                    </a:cubicBezTo>
                  </a:path>
                  <a:path w="21600" h="24179" stroke="0" extrusionOk="0">
                    <a:moveTo>
                      <a:pt x="10995" y="24178"/>
                    </a:moveTo>
                    <a:cubicBezTo>
                      <a:pt x="4202" y="20350"/>
                      <a:pt x="0" y="13158"/>
                      <a:pt x="0" y="5361"/>
                    </a:cubicBezTo>
                    <a:cubicBezTo>
                      <a:pt x="-1" y="3552"/>
                      <a:pt x="227" y="1751"/>
                      <a:pt x="675" y="-1"/>
                    </a:cubicBezTo>
                    <a:lnTo>
                      <a:pt x="21600" y="5361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16" name="Arc 76">
                <a:extLst>
                  <a:ext uri="{FF2B5EF4-FFF2-40B4-BE49-F238E27FC236}">
                    <a16:creationId xmlns:a16="http://schemas.microsoft.com/office/drawing/2014/main" id="{E3629B0E-4CC0-478A-A7C7-6F8E69614586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flipV="1">
                <a:off x="1124" y="888"/>
                <a:ext cx="288" cy="329"/>
              </a:xfrm>
              <a:custGeom>
                <a:avLst/>
                <a:gdLst>
                  <a:gd name="G0" fmla="+- 0 0 0"/>
                  <a:gd name="G1" fmla="+- 4933 0 0"/>
                  <a:gd name="G2" fmla="+- 21600 0 0"/>
                  <a:gd name="T0" fmla="*/ 21029 w 21600"/>
                  <a:gd name="T1" fmla="*/ 0 h 24653"/>
                  <a:gd name="T2" fmla="*/ 8813 w 21600"/>
                  <a:gd name="T3" fmla="*/ 24653 h 24653"/>
                  <a:gd name="T4" fmla="*/ 0 w 21600"/>
                  <a:gd name="T5" fmla="*/ 4933 h 246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4653" fill="none" extrusionOk="0">
                    <a:moveTo>
                      <a:pt x="21029" y="-1"/>
                    </a:moveTo>
                    <a:cubicBezTo>
                      <a:pt x="21408" y="1616"/>
                      <a:pt x="21600" y="3272"/>
                      <a:pt x="21600" y="4933"/>
                    </a:cubicBezTo>
                    <a:cubicBezTo>
                      <a:pt x="21600" y="13452"/>
                      <a:pt x="16591" y="21176"/>
                      <a:pt x="8813" y="24653"/>
                    </a:cubicBezTo>
                  </a:path>
                  <a:path w="21600" h="24653" stroke="0" extrusionOk="0">
                    <a:moveTo>
                      <a:pt x="21029" y="-1"/>
                    </a:moveTo>
                    <a:cubicBezTo>
                      <a:pt x="21408" y="1616"/>
                      <a:pt x="21600" y="3272"/>
                      <a:pt x="21600" y="4933"/>
                    </a:cubicBezTo>
                    <a:cubicBezTo>
                      <a:pt x="21600" y="13452"/>
                      <a:pt x="16591" y="21176"/>
                      <a:pt x="8813" y="24653"/>
                    </a:cubicBezTo>
                    <a:lnTo>
                      <a:pt x="0" y="4933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17" name="Line 77">
                <a:extLst>
                  <a:ext uri="{FF2B5EF4-FFF2-40B4-BE49-F238E27FC236}">
                    <a16:creationId xmlns:a16="http://schemas.microsoft.com/office/drawing/2014/main" id="{E5462AA6-18B1-41BC-A452-EB99B9E84FD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 flipV="1">
                <a:off x="720" y="891"/>
                <a:ext cx="417" cy="327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18" name="Line 78">
                <a:extLst>
                  <a:ext uri="{FF2B5EF4-FFF2-40B4-BE49-F238E27FC236}">
                    <a16:creationId xmlns:a16="http://schemas.microsoft.com/office/drawing/2014/main" id="{95E9C7CD-CFB9-4404-9665-6C860EAEAFE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771" y="891"/>
                <a:ext cx="300" cy="324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19" name="Arc 79">
                <a:extLst>
                  <a:ext uri="{FF2B5EF4-FFF2-40B4-BE49-F238E27FC236}">
                    <a16:creationId xmlns:a16="http://schemas.microsoft.com/office/drawing/2014/main" id="{D67ED5E2-9E1A-4522-8180-B732DBA9D78E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flipV="1">
                <a:off x="2708" y="954"/>
                <a:ext cx="727" cy="619"/>
              </a:xfrm>
              <a:custGeom>
                <a:avLst/>
                <a:gdLst>
                  <a:gd name="G0" fmla="+- 18917 0 0"/>
                  <a:gd name="G1" fmla="+- 0 0 0"/>
                  <a:gd name="G2" fmla="+- 21600 0 0"/>
                  <a:gd name="T0" fmla="*/ 4536 w 18917"/>
                  <a:gd name="T1" fmla="*/ 16117 h 16117"/>
                  <a:gd name="T2" fmla="*/ 0 w 18917"/>
                  <a:gd name="T3" fmla="*/ 10426 h 16117"/>
                  <a:gd name="T4" fmla="*/ 18917 w 18917"/>
                  <a:gd name="T5" fmla="*/ 0 h 16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917" h="16117" fill="none" extrusionOk="0">
                    <a:moveTo>
                      <a:pt x="4536" y="16116"/>
                    </a:moveTo>
                    <a:cubicBezTo>
                      <a:pt x="2713" y="14490"/>
                      <a:pt x="1179" y="12565"/>
                      <a:pt x="-1" y="10426"/>
                    </a:cubicBezTo>
                  </a:path>
                  <a:path w="18917" h="16117" stroke="0" extrusionOk="0">
                    <a:moveTo>
                      <a:pt x="4536" y="16116"/>
                    </a:moveTo>
                    <a:cubicBezTo>
                      <a:pt x="2713" y="14490"/>
                      <a:pt x="1179" y="12565"/>
                      <a:pt x="-1" y="10426"/>
                    </a:cubicBezTo>
                    <a:lnTo>
                      <a:pt x="18917" y="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20" name="Arc 80">
                <a:extLst>
                  <a:ext uri="{FF2B5EF4-FFF2-40B4-BE49-F238E27FC236}">
                    <a16:creationId xmlns:a16="http://schemas.microsoft.com/office/drawing/2014/main" id="{E9B5D238-5386-4B49-86F4-B3F3C6D8F774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3076" y="922"/>
                <a:ext cx="425" cy="215"/>
              </a:xfrm>
              <a:custGeom>
                <a:avLst/>
                <a:gdLst>
                  <a:gd name="G0" fmla="+- 21430 0 0"/>
                  <a:gd name="G1" fmla="+- 0 0 0"/>
                  <a:gd name="G2" fmla="+- 21600 0 0"/>
                  <a:gd name="T0" fmla="*/ 42771 w 42771"/>
                  <a:gd name="T1" fmla="*/ 3334 h 21600"/>
                  <a:gd name="T2" fmla="*/ 0 w 42771"/>
                  <a:gd name="T3" fmla="*/ 2703 h 21600"/>
                  <a:gd name="T4" fmla="*/ 21430 w 42771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771" h="21600" fill="none" extrusionOk="0">
                    <a:moveTo>
                      <a:pt x="42771" y="3334"/>
                    </a:moveTo>
                    <a:cubicBezTo>
                      <a:pt x="41128" y="13848"/>
                      <a:pt x="32072" y="21599"/>
                      <a:pt x="21430" y="21600"/>
                    </a:cubicBezTo>
                    <a:cubicBezTo>
                      <a:pt x="10545" y="21600"/>
                      <a:pt x="1361" y="13501"/>
                      <a:pt x="-1" y="2703"/>
                    </a:cubicBezTo>
                  </a:path>
                  <a:path w="42771" h="21600" stroke="0" extrusionOk="0">
                    <a:moveTo>
                      <a:pt x="42771" y="3334"/>
                    </a:moveTo>
                    <a:cubicBezTo>
                      <a:pt x="41128" y="13848"/>
                      <a:pt x="32072" y="21599"/>
                      <a:pt x="21430" y="21600"/>
                    </a:cubicBezTo>
                    <a:cubicBezTo>
                      <a:pt x="10545" y="21600"/>
                      <a:pt x="1361" y="13501"/>
                      <a:pt x="-1" y="2703"/>
                    </a:cubicBezTo>
                    <a:lnTo>
                      <a:pt x="21430" y="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21" name="Arc 81">
                <a:extLst>
                  <a:ext uri="{FF2B5EF4-FFF2-40B4-BE49-F238E27FC236}">
                    <a16:creationId xmlns:a16="http://schemas.microsoft.com/office/drawing/2014/main" id="{CA8FA4C2-A30A-4C13-8F89-C0CD9DC315AE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flipH="1" flipV="1">
                <a:off x="3441" y="1037"/>
                <a:ext cx="288" cy="144"/>
              </a:xfrm>
              <a:custGeom>
                <a:avLst/>
                <a:gdLst>
                  <a:gd name="G0" fmla="+- 21571 0 0"/>
                  <a:gd name="G1" fmla="+- 0 0 0"/>
                  <a:gd name="G2" fmla="+- 21600 0 0"/>
                  <a:gd name="T0" fmla="*/ 43129 w 43129"/>
                  <a:gd name="T1" fmla="*/ 1348 h 21600"/>
                  <a:gd name="T2" fmla="*/ 0 w 43129"/>
                  <a:gd name="T3" fmla="*/ 1115 h 21600"/>
                  <a:gd name="T4" fmla="*/ 21571 w 43129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29" h="21600" fill="none" extrusionOk="0">
                    <a:moveTo>
                      <a:pt x="43128" y="1347"/>
                    </a:moveTo>
                    <a:cubicBezTo>
                      <a:pt x="42417" y="12731"/>
                      <a:pt x="32976" y="21599"/>
                      <a:pt x="21571" y="21600"/>
                    </a:cubicBezTo>
                    <a:cubicBezTo>
                      <a:pt x="10074" y="21600"/>
                      <a:pt x="593" y="12595"/>
                      <a:pt x="-1" y="1115"/>
                    </a:cubicBezTo>
                  </a:path>
                  <a:path w="43129" h="21600" stroke="0" extrusionOk="0">
                    <a:moveTo>
                      <a:pt x="43128" y="1347"/>
                    </a:moveTo>
                    <a:cubicBezTo>
                      <a:pt x="42417" y="12731"/>
                      <a:pt x="32976" y="21599"/>
                      <a:pt x="21571" y="21600"/>
                    </a:cubicBezTo>
                    <a:cubicBezTo>
                      <a:pt x="10074" y="21600"/>
                      <a:pt x="593" y="12595"/>
                      <a:pt x="-1" y="1115"/>
                    </a:cubicBezTo>
                    <a:lnTo>
                      <a:pt x="21571" y="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22" name="Arc 82">
                <a:extLst>
                  <a:ext uri="{FF2B5EF4-FFF2-40B4-BE49-F238E27FC236}">
                    <a16:creationId xmlns:a16="http://schemas.microsoft.com/office/drawing/2014/main" id="{E577599F-3B59-416E-9B74-F7219021F610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flipH="1" flipV="1">
                <a:off x="2745" y="1045"/>
                <a:ext cx="201" cy="130"/>
              </a:xfrm>
              <a:custGeom>
                <a:avLst/>
                <a:gdLst>
                  <a:gd name="G0" fmla="+- 21600 0 0"/>
                  <a:gd name="G1" fmla="+- 6405 0 0"/>
                  <a:gd name="G2" fmla="+- 21600 0 0"/>
                  <a:gd name="T0" fmla="*/ 42229 w 43200"/>
                  <a:gd name="T1" fmla="*/ 0 h 28005"/>
                  <a:gd name="T2" fmla="*/ 764 w 43200"/>
                  <a:gd name="T3" fmla="*/ 710 h 28005"/>
                  <a:gd name="T4" fmla="*/ 21600 w 43200"/>
                  <a:gd name="T5" fmla="*/ 6405 h 280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8005" fill="none" extrusionOk="0">
                    <a:moveTo>
                      <a:pt x="42228" y="0"/>
                    </a:moveTo>
                    <a:cubicBezTo>
                      <a:pt x="42872" y="2074"/>
                      <a:pt x="43200" y="4233"/>
                      <a:pt x="43200" y="6405"/>
                    </a:cubicBezTo>
                    <a:cubicBezTo>
                      <a:pt x="43200" y="18334"/>
                      <a:pt x="33529" y="28005"/>
                      <a:pt x="21600" y="28005"/>
                    </a:cubicBezTo>
                    <a:cubicBezTo>
                      <a:pt x="9670" y="28005"/>
                      <a:pt x="0" y="18334"/>
                      <a:pt x="0" y="6405"/>
                    </a:cubicBezTo>
                    <a:cubicBezTo>
                      <a:pt x="-1" y="4481"/>
                      <a:pt x="257" y="2565"/>
                      <a:pt x="764" y="710"/>
                    </a:cubicBezTo>
                  </a:path>
                  <a:path w="43200" h="28005" stroke="0" extrusionOk="0">
                    <a:moveTo>
                      <a:pt x="42228" y="0"/>
                    </a:moveTo>
                    <a:cubicBezTo>
                      <a:pt x="42872" y="2074"/>
                      <a:pt x="43200" y="4233"/>
                      <a:pt x="43200" y="6405"/>
                    </a:cubicBezTo>
                    <a:cubicBezTo>
                      <a:pt x="43200" y="18334"/>
                      <a:pt x="33529" y="28005"/>
                      <a:pt x="21600" y="28005"/>
                    </a:cubicBezTo>
                    <a:cubicBezTo>
                      <a:pt x="9670" y="28005"/>
                      <a:pt x="0" y="18334"/>
                      <a:pt x="0" y="6405"/>
                    </a:cubicBezTo>
                    <a:cubicBezTo>
                      <a:pt x="-1" y="4481"/>
                      <a:pt x="257" y="2565"/>
                      <a:pt x="764" y="710"/>
                    </a:cubicBezTo>
                    <a:lnTo>
                      <a:pt x="21600" y="640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23" name="Line 83">
                <a:extLst>
                  <a:ext uri="{FF2B5EF4-FFF2-40B4-BE49-F238E27FC236}">
                    <a16:creationId xmlns:a16="http://schemas.microsoft.com/office/drawing/2014/main" id="{DE8F26E8-3FC1-474E-82D9-A01DF187429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2784" y="960"/>
                <a:ext cx="219" cy="21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24" name="Line 84">
                <a:extLst>
                  <a:ext uri="{FF2B5EF4-FFF2-40B4-BE49-F238E27FC236}">
                    <a16:creationId xmlns:a16="http://schemas.microsoft.com/office/drawing/2014/main" id="{211693DC-18A2-46C6-A728-A94FFFD1DF8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3282" y="951"/>
                <a:ext cx="300" cy="22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25" name="Line 85">
                <a:extLst>
                  <a:ext uri="{FF2B5EF4-FFF2-40B4-BE49-F238E27FC236}">
                    <a16:creationId xmlns:a16="http://schemas.microsoft.com/office/drawing/2014/main" id="{68474F88-A34E-4601-BB08-5DAB1456A9B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 flipH="1">
                <a:off x="2976" y="951"/>
                <a:ext cx="300" cy="22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26" name="Line 86">
                <a:extLst>
                  <a:ext uri="{FF2B5EF4-FFF2-40B4-BE49-F238E27FC236}">
                    <a16:creationId xmlns:a16="http://schemas.microsoft.com/office/drawing/2014/main" id="{8B82F621-940B-4853-BA39-C14D6314D20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3279" y="951"/>
                <a:ext cx="0" cy="225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27" name="Line 87">
                <a:extLst>
                  <a:ext uri="{FF2B5EF4-FFF2-40B4-BE49-F238E27FC236}">
                    <a16:creationId xmlns:a16="http://schemas.microsoft.com/office/drawing/2014/main" id="{042D2448-20CE-42AF-A85E-FAD6346203D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3579" y="951"/>
                <a:ext cx="0" cy="297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28" name="Line 88">
                <a:extLst>
                  <a:ext uri="{FF2B5EF4-FFF2-40B4-BE49-F238E27FC236}">
                    <a16:creationId xmlns:a16="http://schemas.microsoft.com/office/drawing/2014/main" id="{F24FFF91-238B-48FE-8683-9679776829E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288" y="1176"/>
                <a:ext cx="3540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</p:grpSp>
      </p:grpSp>
      <p:sp>
        <p:nvSpPr>
          <p:cNvPr id="26713" name="Rectangle 89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714" name="Rectangle 90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886200"/>
            <a:ext cx="6400800" cy="175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1" name="Rectangle 91">
            <a:extLst>
              <a:ext uri="{FF2B5EF4-FFF2-40B4-BE49-F238E27FC236}">
                <a16:creationId xmlns:a16="http://schemas.microsoft.com/office/drawing/2014/main" id="{96C7E231-C675-4DC6-8037-B07479AFE6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239000" y="6248400"/>
            <a:ext cx="1339850" cy="457200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" name="Rectangle 92">
            <a:extLst>
              <a:ext uri="{FF2B5EF4-FFF2-40B4-BE49-F238E27FC236}">
                <a16:creationId xmlns:a16="http://schemas.microsoft.com/office/drawing/2014/main" id="{C5506B3A-3B21-47E9-A07F-41F9488C0D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" name="Rectangle 93">
            <a:extLst>
              <a:ext uri="{FF2B5EF4-FFF2-40B4-BE49-F238E27FC236}">
                <a16:creationId xmlns:a16="http://schemas.microsoft.com/office/drawing/2014/main" id="{3D955D2B-590D-432C-8D0E-8F4D5317EA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Page </a:t>
            </a:r>
            <a:fld id="{1ADDD7D8-636C-4B54-A00E-A80B5C02AED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530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3">
            <a:extLst>
              <a:ext uri="{FF2B5EF4-FFF2-40B4-BE49-F238E27FC236}">
                <a16:creationId xmlns:a16="http://schemas.microsoft.com/office/drawing/2014/main" id="{82460E43-DDD1-4E4B-95ED-62E49A25AB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4">
            <a:extLst>
              <a:ext uri="{FF2B5EF4-FFF2-40B4-BE49-F238E27FC236}">
                <a16:creationId xmlns:a16="http://schemas.microsoft.com/office/drawing/2014/main" id="{9869E552-182F-47CC-BE3B-BF79156E4A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5">
            <a:extLst>
              <a:ext uri="{FF2B5EF4-FFF2-40B4-BE49-F238E27FC236}">
                <a16:creationId xmlns:a16="http://schemas.microsoft.com/office/drawing/2014/main" id="{1804AFD0-8392-4251-822E-891BDD1D1E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Page </a:t>
            </a:r>
            <a:fld id="{0C530930-31C7-40A5-8386-B7633FAEE3F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36144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83">
            <a:extLst>
              <a:ext uri="{FF2B5EF4-FFF2-40B4-BE49-F238E27FC236}">
                <a16:creationId xmlns:a16="http://schemas.microsoft.com/office/drawing/2014/main" id="{9D4D04C4-B702-4E5B-B375-5796287EEF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4">
            <a:extLst>
              <a:ext uri="{FF2B5EF4-FFF2-40B4-BE49-F238E27FC236}">
                <a16:creationId xmlns:a16="http://schemas.microsoft.com/office/drawing/2014/main" id="{EDA1A4E7-DB8D-4AD2-A861-CAE3588996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5">
            <a:extLst>
              <a:ext uri="{FF2B5EF4-FFF2-40B4-BE49-F238E27FC236}">
                <a16:creationId xmlns:a16="http://schemas.microsoft.com/office/drawing/2014/main" id="{81DCE2E0-C3DA-4A45-B5C2-322A0DDF68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Page </a:t>
            </a:r>
            <a:fld id="{E469018C-94FE-4FA2-BF8F-E1EEBBFC38C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60520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3">
            <a:extLst>
              <a:ext uri="{FF2B5EF4-FFF2-40B4-BE49-F238E27FC236}">
                <a16:creationId xmlns:a16="http://schemas.microsoft.com/office/drawing/2014/main" id="{FB8A81FE-6CA3-4012-8360-75EFD645E3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4">
            <a:extLst>
              <a:ext uri="{FF2B5EF4-FFF2-40B4-BE49-F238E27FC236}">
                <a16:creationId xmlns:a16="http://schemas.microsoft.com/office/drawing/2014/main" id="{696AD8AC-A0C4-4527-AC9A-ECEA384C8A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5">
            <a:extLst>
              <a:ext uri="{FF2B5EF4-FFF2-40B4-BE49-F238E27FC236}">
                <a16:creationId xmlns:a16="http://schemas.microsoft.com/office/drawing/2014/main" id="{69FF2D67-F1A5-4A4C-8A6F-037B0868E1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Page </a:t>
            </a:r>
            <a:fld id="{BA65DA8E-9BA8-4FC0-A38A-04FC5CED278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72779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83">
            <a:extLst>
              <a:ext uri="{FF2B5EF4-FFF2-40B4-BE49-F238E27FC236}">
                <a16:creationId xmlns:a16="http://schemas.microsoft.com/office/drawing/2014/main" id="{6458018D-C538-496E-BA46-F9EB80A477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84">
            <a:extLst>
              <a:ext uri="{FF2B5EF4-FFF2-40B4-BE49-F238E27FC236}">
                <a16:creationId xmlns:a16="http://schemas.microsoft.com/office/drawing/2014/main" id="{97629B61-D373-423F-9202-28A0A840A5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85">
            <a:extLst>
              <a:ext uri="{FF2B5EF4-FFF2-40B4-BE49-F238E27FC236}">
                <a16:creationId xmlns:a16="http://schemas.microsoft.com/office/drawing/2014/main" id="{28EC7937-EBBE-4C2D-A38D-CF5DBA8E71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Page </a:t>
            </a:r>
            <a:fld id="{A2B1CA44-EEA6-4727-A4B2-4AF8E5EE267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49146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83">
            <a:extLst>
              <a:ext uri="{FF2B5EF4-FFF2-40B4-BE49-F238E27FC236}">
                <a16:creationId xmlns:a16="http://schemas.microsoft.com/office/drawing/2014/main" id="{F9F26AAD-30E4-40D6-B2B6-E1B9B29A76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84">
            <a:extLst>
              <a:ext uri="{FF2B5EF4-FFF2-40B4-BE49-F238E27FC236}">
                <a16:creationId xmlns:a16="http://schemas.microsoft.com/office/drawing/2014/main" id="{467FECED-66DD-4B12-99CD-0533D785C4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5">
            <a:extLst>
              <a:ext uri="{FF2B5EF4-FFF2-40B4-BE49-F238E27FC236}">
                <a16:creationId xmlns:a16="http://schemas.microsoft.com/office/drawing/2014/main" id="{C2DEB4B4-DE05-4289-88AB-72311AE4CD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Page </a:t>
            </a:r>
            <a:fld id="{4EC8E8B1-738B-4DD1-8218-C75BAEE5A0D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30554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3">
            <a:extLst>
              <a:ext uri="{FF2B5EF4-FFF2-40B4-BE49-F238E27FC236}">
                <a16:creationId xmlns:a16="http://schemas.microsoft.com/office/drawing/2014/main" id="{AB03B92B-5910-4EB2-B5C5-BC72C6ADAD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84">
            <a:extLst>
              <a:ext uri="{FF2B5EF4-FFF2-40B4-BE49-F238E27FC236}">
                <a16:creationId xmlns:a16="http://schemas.microsoft.com/office/drawing/2014/main" id="{1C9A512E-31E8-4B8F-AA59-774F0FD10D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85">
            <a:extLst>
              <a:ext uri="{FF2B5EF4-FFF2-40B4-BE49-F238E27FC236}">
                <a16:creationId xmlns:a16="http://schemas.microsoft.com/office/drawing/2014/main" id="{A1872691-CB61-47F7-B59B-92FD9C7565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Page </a:t>
            </a:r>
            <a:fld id="{C68BA835-7519-427C-99D5-C1787E0F222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50721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3">
            <a:extLst>
              <a:ext uri="{FF2B5EF4-FFF2-40B4-BE49-F238E27FC236}">
                <a16:creationId xmlns:a16="http://schemas.microsoft.com/office/drawing/2014/main" id="{F9A7EF83-FB1E-47F4-AE75-43BEC8EDB3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4">
            <a:extLst>
              <a:ext uri="{FF2B5EF4-FFF2-40B4-BE49-F238E27FC236}">
                <a16:creationId xmlns:a16="http://schemas.microsoft.com/office/drawing/2014/main" id="{4F855544-A830-4086-9CEB-280E74B3BC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5">
            <a:extLst>
              <a:ext uri="{FF2B5EF4-FFF2-40B4-BE49-F238E27FC236}">
                <a16:creationId xmlns:a16="http://schemas.microsoft.com/office/drawing/2014/main" id="{70A93C18-4C69-493D-93F2-0C47C6EB74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Page </a:t>
            </a:r>
            <a:fld id="{9E5110FE-3710-4C42-8CEB-E3ADB5285D0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32736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3">
            <a:extLst>
              <a:ext uri="{FF2B5EF4-FFF2-40B4-BE49-F238E27FC236}">
                <a16:creationId xmlns:a16="http://schemas.microsoft.com/office/drawing/2014/main" id="{F0458632-1E27-4991-B074-E745A537DD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4">
            <a:extLst>
              <a:ext uri="{FF2B5EF4-FFF2-40B4-BE49-F238E27FC236}">
                <a16:creationId xmlns:a16="http://schemas.microsoft.com/office/drawing/2014/main" id="{2898810F-1159-4869-B1D9-C2C0B90BEE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5">
            <a:extLst>
              <a:ext uri="{FF2B5EF4-FFF2-40B4-BE49-F238E27FC236}">
                <a16:creationId xmlns:a16="http://schemas.microsoft.com/office/drawing/2014/main" id="{0BAD4384-D09E-44CB-98E5-80D191E1D3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Page </a:t>
            </a:r>
            <a:fld id="{0F35883E-5A28-4D30-82CB-B2D77635F9E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0546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3">
            <a:extLst>
              <a:ext uri="{FF2B5EF4-FFF2-40B4-BE49-F238E27FC236}">
                <a16:creationId xmlns:a16="http://schemas.microsoft.com/office/drawing/2014/main" id="{BE106EB7-707D-4F6E-AE7D-1975ABCA19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4">
            <a:extLst>
              <a:ext uri="{FF2B5EF4-FFF2-40B4-BE49-F238E27FC236}">
                <a16:creationId xmlns:a16="http://schemas.microsoft.com/office/drawing/2014/main" id="{F5AE15A0-9A44-4E34-B168-C28D0449B4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5">
            <a:extLst>
              <a:ext uri="{FF2B5EF4-FFF2-40B4-BE49-F238E27FC236}">
                <a16:creationId xmlns:a16="http://schemas.microsoft.com/office/drawing/2014/main" id="{4496BA57-A482-48FF-B7A0-EA01DBBB55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Page </a:t>
            </a:r>
            <a:fld id="{81039360-2B4F-463C-9C66-2BCE42E30F2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80380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3">
            <a:extLst>
              <a:ext uri="{FF2B5EF4-FFF2-40B4-BE49-F238E27FC236}">
                <a16:creationId xmlns:a16="http://schemas.microsoft.com/office/drawing/2014/main" id="{FC36E4EF-91D8-4051-83D8-2A9110F050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4">
            <a:extLst>
              <a:ext uri="{FF2B5EF4-FFF2-40B4-BE49-F238E27FC236}">
                <a16:creationId xmlns:a16="http://schemas.microsoft.com/office/drawing/2014/main" id="{4600E24C-0D4B-44FB-923C-A7CA6079E9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5">
            <a:extLst>
              <a:ext uri="{FF2B5EF4-FFF2-40B4-BE49-F238E27FC236}">
                <a16:creationId xmlns:a16="http://schemas.microsoft.com/office/drawing/2014/main" id="{416CB8A2-C74A-4145-BFCD-494B10FFCD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Page </a:t>
            </a:r>
            <a:fld id="{D85A03C4-5A95-4947-98EA-751BCC43965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625216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83">
            <a:extLst>
              <a:ext uri="{FF2B5EF4-FFF2-40B4-BE49-F238E27FC236}">
                <a16:creationId xmlns:a16="http://schemas.microsoft.com/office/drawing/2014/main" id="{0F7E9D5A-A88F-4D7A-B8A0-E4136134A2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4">
            <a:extLst>
              <a:ext uri="{FF2B5EF4-FFF2-40B4-BE49-F238E27FC236}">
                <a16:creationId xmlns:a16="http://schemas.microsoft.com/office/drawing/2014/main" id="{C24A7D6C-FD57-46A0-83CA-42A014E205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5">
            <a:extLst>
              <a:ext uri="{FF2B5EF4-FFF2-40B4-BE49-F238E27FC236}">
                <a16:creationId xmlns:a16="http://schemas.microsoft.com/office/drawing/2014/main" id="{A7A6D797-22AF-4C91-9DEC-B6FD58EDE3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Page </a:t>
            </a:r>
            <a:fld id="{45F92211-9AED-4B9D-A5C5-F8A0D6FEEFC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1907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E01BBA2-200B-4B10-986E-7D2A432A34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FFD4C56-9B6A-45DA-A0BA-433481C61F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A33E378-B909-4409-82D2-848A2D1C2C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23343CA-26EE-4F91-BF1F-D7708D9AE08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4BB8680-7D56-47E3-9E38-17B817CEE89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19206715-16DF-479D-B47E-C38D6A35E9F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D665F56-8CB1-48F5-BE37-82F7B6E8CF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DC5786B-B61C-4210-8A4B-B5EFBC1593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D6140B1-5654-4161-9F04-351C5F4C71D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7547366-D73C-4C65-9ED5-CFF44DA5B5D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2E099C5-B7F3-44F6-A7DF-1F1C24170B7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02B8E9B-C340-430E-BA15-E54EEE9275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6177192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/>
      <p:bldP spid="1027" grpId="0" build="p">
        <p:tmplLst>
          <p:tmpl lvl="1">
            <p:tnLst>
              <p:par>
                <p:cTn presetID="40" presetClass="entr" presetSubtype="0" fill="hold" nodeType="click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2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1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0" presetClass="entr" presetSubtype="0" fill="hold" nodeType="with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2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1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0" presetClass="entr" presetSubtype="0" fill="hold" nodeType="with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2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1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0" presetClass="entr" presetSubtype="0" fill="hold" nodeType="with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2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1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0" presetClass="entr" presetSubtype="0" fill="hold" nodeType="with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2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1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>
            <a:extLst>
              <a:ext uri="{FF2B5EF4-FFF2-40B4-BE49-F238E27FC236}">
                <a16:creationId xmlns:a16="http://schemas.microsoft.com/office/drawing/2014/main" id="{834F682C-2C58-45BB-B7A7-64A91A7D809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9224" name="Group 3">
              <a:extLst>
                <a:ext uri="{FF2B5EF4-FFF2-40B4-BE49-F238E27FC236}">
                  <a16:creationId xmlns:a16="http://schemas.microsoft.com/office/drawing/2014/main" id="{09632F6D-6CFC-48D7-B16D-ACB36AB69C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9249" name="Group 4">
                <a:extLst>
                  <a:ext uri="{FF2B5EF4-FFF2-40B4-BE49-F238E27FC236}">
                    <a16:creationId xmlns:a16="http://schemas.microsoft.com/office/drawing/2014/main" id="{09A3BCC7-0F5D-4F5E-B0A8-B8F5CAA1BB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25605" name="Line 5">
                  <a:extLst>
                    <a:ext uri="{FF2B5EF4-FFF2-40B4-BE49-F238E27FC236}">
                      <a16:creationId xmlns:a16="http://schemas.microsoft.com/office/drawing/2014/main" id="{A797AA05-DE94-45B5-8D70-33773D7323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06" name="Line 6">
                  <a:extLst>
                    <a:ext uri="{FF2B5EF4-FFF2-40B4-BE49-F238E27FC236}">
                      <a16:creationId xmlns:a16="http://schemas.microsoft.com/office/drawing/2014/main" id="{93E1A42A-80EF-40F4-954E-C68F1BB133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07" name="Line 7">
                  <a:extLst>
                    <a:ext uri="{FF2B5EF4-FFF2-40B4-BE49-F238E27FC236}">
                      <a16:creationId xmlns:a16="http://schemas.microsoft.com/office/drawing/2014/main" id="{5C853D35-A0B2-46CB-BE89-B515673E3A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08" name="Line 8">
                  <a:extLst>
                    <a:ext uri="{FF2B5EF4-FFF2-40B4-BE49-F238E27FC236}">
                      <a16:creationId xmlns:a16="http://schemas.microsoft.com/office/drawing/2014/main" id="{FB4524AC-1CCA-4E35-8326-508EF0EAD5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09" name="Line 9">
                  <a:extLst>
                    <a:ext uri="{FF2B5EF4-FFF2-40B4-BE49-F238E27FC236}">
                      <a16:creationId xmlns:a16="http://schemas.microsoft.com/office/drawing/2014/main" id="{BCE780E6-A5A9-48B9-9F9E-AC49AE3B6A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10" name="Line 10">
                  <a:extLst>
                    <a:ext uri="{FF2B5EF4-FFF2-40B4-BE49-F238E27FC236}">
                      <a16:creationId xmlns:a16="http://schemas.microsoft.com/office/drawing/2014/main" id="{EAFF2FE3-ECFD-4FDE-BA0D-E273B32D37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11" name="Line 11">
                  <a:extLst>
                    <a:ext uri="{FF2B5EF4-FFF2-40B4-BE49-F238E27FC236}">
                      <a16:creationId xmlns:a16="http://schemas.microsoft.com/office/drawing/2014/main" id="{C81A3FC8-1CF5-4B3D-AFD7-818CAA2543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12" name="Line 12">
                  <a:extLst>
                    <a:ext uri="{FF2B5EF4-FFF2-40B4-BE49-F238E27FC236}">
                      <a16:creationId xmlns:a16="http://schemas.microsoft.com/office/drawing/2014/main" id="{1294942A-8DD9-44B4-AB6A-6998F57C7D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13" name="Line 13">
                  <a:extLst>
                    <a:ext uri="{FF2B5EF4-FFF2-40B4-BE49-F238E27FC236}">
                      <a16:creationId xmlns:a16="http://schemas.microsoft.com/office/drawing/2014/main" id="{4958E368-0A2E-4E6B-8866-AAD42983C0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14" name="Line 14">
                  <a:extLst>
                    <a:ext uri="{FF2B5EF4-FFF2-40B4-BE49-F238E27FC236}">
                      <a16:creationId xmlns:a16="http://schemas.microsoft.com/office/drawing/2014/main" id="{CA0A2C43-4F43-4DCE-9F33-0F6EB40535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15" name="Line 15">
                  <a:extLst>
                    <a:ext uri="{FF2B5EF4-FFF2-40B4-BE49-F238E27FC236}">
                      <a16:creationId xmlns:a16="http://schemas.microsoft.com/office/drawing/2014/main" id="{31FB57AD-386F-4FFE-A3F1-5E6D3DD231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16" name="Line 16">
                  <a:extLst>
                    <a:ext uri="{FF2B5EF4-FFF2-40B4-BE49-F238E27FC236}">
                      <a16:creationId xmlns:a16="http://schemas.microsoft.com/office/drawing/2014/main" id="{92793719-5BAC-4B31-BC72-5E0DBA4ACF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17" name="Line 17">
                  <a:extLst>
                    <a:ext uri="{FF2B5EF4-FFF2-40B4-BE49-F238E27FC236}">
                      <a16:creationId xmlns:a16="http://schemas.microsoft.com/office/drawing/2014/main" id="{0FA43C34-9EEE-4115-B94C-C797AECAE8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18" name="Line 18">
                  <a:extLst>
                    <a:ext uri="{FF2B5EF4-FFF2-40B4-BE49-F238E27FC236}">
                      <a16:creationId xmlns:a16="http://schemas.microsoft.com/office/drawing/2014/main" id="{A93223EF-C57E-4371-8AE7-E205DF5FFD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19" name="Line 19">
                  <a:extLst>
                    <a:ext uri="{FF2B5EF4-FFF2-40B4-BE49-F238E27FC236}">
                      <a16:creationId xmlns:a16="http://schemas.microsoft.com/office/drawing/2014/main" id="{62C4EA36-E060-46F1-86A0-B067060638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20" name="Line 20">
                  <a:extLst>
                    <a:ext uri="{FF2B5EF4-FFF2-40B4-BE49-F238E27FC236}">
                      <a16:creationId xmlns:a16="http://schemas.microsoft.com/office/drawing/2014/main" id="{E4806B68-9213-42D0-A6D8-E8E95FA9B7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21" name="Line 21">
                  <a:extLst>
                    <a:ext uri="{FF2B5EF4-FFF2-40B4-BE49-F238E27FC236}">
                      <a16:creationId xmlns:a16="http://schemas.microsoft.com/office/drawing/2014/main" id="{BD963C58-CDFC-4221-A0A4-1FD1D6F426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22" name="Line 22">
                  <a:extLst>
                    <a:ext uri="{FF2B5EF4-FFF2-40B4-BE49-F238E27FC236}">
                      <a16:creationId xmlns:a16="http://schemas.microsoft.com/office/drawing/2014/main" id="{5EA16282-CDE3-41D2-8AEA-B187714CE2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23" name="Line 23">
                  <a:extLst>
                    <a:ext uri="{FF2B5EF4-FFF2-40B4-BE49-F238E27FC236}">
                      <a16:creationId xmlns:a16="http://schemas.microsoft.com/office/drawing/2014/main" id="{0BD23628-D64C-4586-B0DE-BBFB6026B8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24" name="Line 24">
                  <a:extLst>
                    <a:ext uri="{FF2B5EF4-FFF2-40B4-BE49-F238E27FC236}">
                      <a16:creationId xmlns:a16="http://schemas.microsoft.com/office/drawing/2014/main" id="{F4886823-3592-4B0F-84C4-07B099839E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25" name="Line 25">
                  <a:extLst>
                    <a:ext uri="{FF2B5EF4-FFF2-40B4-BE49-F238E27FC236}">
                      <a16:creationId xmlns:a16="http://schemas.microsoft.com/office/drawing/2014/main" id="{CC670D18-4635-4B85-8EDF-4244611A7C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26" name="Line 26">
                  <a:extLst>
                    <a:ext uri="{FF2B5EF4-FFF2-40B4-BE49-F238E27FC236}">
                      <a16:creationId xmlns:a16="http://schemas.microsoft.com/office/drawing/2014/main" id="{266570ED-009A-46E0-81F5-8586E22365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</p:grpSp>
          <p:grpSp>
            <p:nvGrpSpPr>
              <p:cNvPr id="9250" name="Group 27">
                <a:extLst>
                  <a:ext uri="{FF2B5EF4-FFF2-40B4-BE49-F238E27FC236}">
                    <a16:creationId xmlns:a16="http://schemas.microsoft.com/office/drawing/2014/main" id="{2562924C-9761-411F-8C48-1F0E83F0FE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25628" name="Line 28">
                  <a:extLst>
                    <a:ext uri="{FF2B5EF4-FFF2-40B4-BE49-F238E27FC236}">
                      <a16:creationId xmlns:a16="http://schemas.microsoft.com/office/drawing/2014/main" id="{91AFFD4A-62C6-412B-8850-B7107661BA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29" name="Line 29">
                  <a:extLst>
                    <a:ext uri="{FF2B5EF4-FFF2-40B4-BE49-F238E27FC236}">
                      <a16:creationId xmlns:a16="http://schemas.microsoft.com/office/drawing/2014/main" id="{C736CA98-12DA-4F95-AA3D-62132B06EF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30" name="Line 30">
                  <a:extLst>
                    <a:ext uri="{FF2B5EF4-FFF2-40B4-BE49-F238E27FC236}">
                      <a16:creationId xmlns:a16="http://schemas.microsoft.com/office/drawing/2014/main" id="{A18386D9-A8E8-4E4D-A76F-729EC5A256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31" name="Line 31">
                  <a:extLst>
                    <a:ext uri="{FF2B5EF4-FFF2-40B4-BE49-F238E27FC236}">
                      <a16:creationId xmlns:a16="http://schemas.microsoft.com/office/drawing/2014/main" id="{9BD3AAA6-20A7-4AD0-A769-BD57FE7F1A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32" name="Line 32">
                  <a:extLst>
                    <a:ext uri="{FF2B5EF4-FFF2-40B4-BE49-F238E27FC236}">
                      <a16:creationId xmlns:a16="http://schemas.microsoft.com/office/drawing/2014/main" id="{6782204C-3075-41F8-85BE-B1884EBFA7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33" name="Line 33">
                  <a:extLst>
                    <a:ext uri="{FF2B5EF4-FFF2-40B4-BE49-F238E27FC236}">
                      <a16:creationId xmlns:a16="http://schemas.microsoft.com/office/drawing/2014/main" id="{B35D4F84-2115-4566-A974-88D7FD72B0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34" name="Line 34">
                  <a:extLst>
                    <a:ext uri="{FF2B5EF4-FFF2-40B4-BE49-F238E27FC236}">
                      <a16:creationId xmlns:a16="http://schemas.microsoft.com/office/drawing/2014/main" id="{332315FD-CCA1-4C61-A96E-B7795516D2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35" name="Line 35">
                  <a:extLst>
                    <a:ext uri="{FF2B5EF4-FFF2-40B4-BE49-F238E27FC236}">
                      <a16:creationId xmlns:a16="http://schemas.microsoft.com/office/drawing/2014/main" id="{BFA7339C-2301-4100-8A87-E19214CAC3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36" name="Line 36">
                  <a:extLst>
                    <a:ext uri="{FF2B5EF4-FFF2-40B4-BE49-F238E27FC236}">
                      <a16:creationId xmlns:a16="http://schemas.microsoft.com/office/drawing/2014/main" id="{9DF4DAC6-F7F2-45A9-8959-5179503437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37" name="Line 37">
                  <a:extLst>
                    <a:ext uri="{FF2B5EF4-FFF2-40B4-BE49-F238E27FC236}">
                      <a16:creationId xmlns:a16="http://schemas.microsoft.com/office/drawing/2014/main" id="{81F180F8-340C-4112-99BD-2CF74E7D0D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38" name="Line 38">
                  <a:extLst>
                    <a:ext uri="{FF2B5EF4-FFF2-40B4-BE49-F238E27FC236}">
                      <a16:creationId xmlns:a16="http://schemas.microsoft.com/office/drawing/2014/main" id="{EBC48B51-DF57-4AD2-AE9D-D8E60E00E9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39" name="Line 39">
                  <a:extLst>
                    <a:ext uri="{FF2B5EF4-FFF2-40B4-BE49-F238E27FC236}">
                      <a16:creationId xmlns:a16="http://schemas.microsoft.com/office/drawing/2014/main" id="{ED3A7983-766A-4694-B654-9890418CAB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40" name="Line 40">
                  <a:extLst>
                    <a:ext uri="{FF2B5EF4-FFF2-40B4-BE49-F238E27FC236}">
                      <a16:creationId xmlns:a16="http://schemas.microsoft.com/office/drawing/2014/main" id="{3FE3508E-0BB1-45BF-8EE8-914034318E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41" name="Line 41">
                  <a:extLst>
                    <a:ext uri="{FF2B5EF4-FFF2-40B4-BE49-F238E27FC236}">
                      <a16:creationId xmlns:a16="http://schemas.microsoft.com/office/drawing/2014/main" id="{65D70AC2-10F3-4C05-81C7-13C21B6915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42" name="Line 42">
                  <a:extLst>
                    <a:ext uri="{FF2B5EF4-FFF2-40B4-BE49-F238E27FC236}">
                      <a16:creationId xmlns:a16="http://schemas.microsoft.com/office/drawing/2014/main" id="{0A164205-E341-4342-8DBD-31162F16D1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43" name="Line 43">
                  <a:extLst>
                    <a:ext uri="{FF2B5EF4-FFF2-40B4-BE49-F238E27FC236}">
                      <a16:creationId xmlns:a16="http://schemas.microsoft.com/office/drawing/2014/main" id="{CA9D259B-0CA3-4583-9628-911A7F55D7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44" name="Line 44">
                  <a:extLst>
                    <a:ext uri="{FF2B5EF4-FFF2-40B4-BE49-F238E27FC236}">
                      <a16:creationId xmlns:a16="http://schemas.microsoft.com/office/drawing/2014/main" id="{B8339214-316F-4F11-80CF-56CB2010CC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45" name="Line 45">
                  <a:extLst>
                    <a:ext uri="{FF2B5EF4-FFF2-40B4-BE49-F238E27FC236}">
                      <a16:creationId xmlns:a16="http://schemas.microsoft.com/office/drawing/2014/main" id="{A6444421-4541-4FB0-AC1F-9E40574F96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46" name="Line 46">
                  <a:extLst>
                    <a:ext uri="{FF2B5EF4-FFF2-40B4-BE49-F238E27FC236}">
                      <a16:creationId xmlns:a16="http://schemas.microsoft.com/office/drawing/2014/main" id="{DFA8B0DB-6909-4AF5-8539-917C09E110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47" name="Line 47">
                  <a:extLst>
                    <a:ext uri="{FF2B5EF4-FFF2-40B4-BE49-F238E27FC236}">
                      <a16:creationId xmlns:a16="http://schemas.microsoft.com/office/drawing/2014/main" id="{F79EA357-771D-44E0-9845-1CE8BFC0B5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48" name="Line 48">
                  <a:extLst>
                    <a:ext uri="{FF2B5EF4-FFF2-40B4-BE49-F238E27FC236}">
                      <a16:creationId xmlns:a16="http://schemas.microsoft.com/office/drawing/2014/main" id="{FC0AFCDE-4AE9-4AF3-8016-A54D0F454A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49" name="Line 49">
                  <a:extLst>
                    <a:ext uri="{FF2B5EF4-FFF2-40B4-BE49-F238E27FC236}">
                      <a16:creationId xmlns:a16="http://schemas.microsoft.com/office/drawing/2014/main" id="{DB29D44A-C365-448F-B16B-5E3EFED90F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50" name="Line 50">
                  <a:extLst>
                    <a:ext uri="{FF2B5EF4-FFF2-40B4-BE49-F238E27FC236}">
                      <a16:creationId xmlns:a16="http://schemas.microsoft.com/office/drawing/2014/main" id="{35542974-B12E-48A9-9310-BD49A683CB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51" name="Line 51">
                  <a:extLst>
                    <a:ext uri="{FF2B5EF4-FFF2-40B4-BE49-F238E27FC236}">
                      <a16:creationId xmlns:a16="http://schemas.microsoft.com/office/drawing/2014/main" id="{6961D735-4ABC-45AA-9417-6CED452AEF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52" name="Line 52">
                  <a:extLst>
                    <a:ext uri="{FF2B5EF4-FFF2-40B4-BE49-F238E27FC236}">
                      <a16:creationId xmlns:a16="http://schemas.microsoft.com/office/drawing/2014/main" id="{F7BAC0AA-2C6F-4AB3-8D60-AAACB9FE43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53" name="Line 53">
                  <a:extLst>
                    <a:ext uri="{FF2B5EF4-FFF2-40B4-BE49-F238E27FC236}">
                      <a16:creationId xmlns:a16="http://schemas.microsoft.com/office/drawing/2014/main" id="{6F7011D2-E1E2-45D9-949A-019AC4322B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54" name="Line 54">
                  <a:extLst>
                    <a:ext uri="{FF2B5EF4-FFF2-40B4-BE49-F238E27FC236}">
                      <a16:creationId xmlns:a16="http://schemas.microsoft.com/office/drawing/2014/main" id="{76BF1F3D-4DE2-4261-B3D2-394EE029D6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55" name="Line 55">
                  <a:extLst>
                    <a:ext uri="{FF2B5EF4-FFF2-40B4-BE49-F238E27FC236}">
                      <a16:creationId xmlns:a16="http://schemas.microsoft.com/office/drawing/2014/main" id="{D6EFD32F-7F8E-4905-993D-0B8A6318D0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  <p:sp>
              <p:nvSpPr>
                <p:cNvPr id="25656" name="Line 56">
                  <a:extLst>
                    <a:ext uri="{FF2B5EF4-FFF2-40B4-BE49-F238E27FC236}">
                      <a16:creationId xmlns:a16="http://schemas.microsoft.com/office/drawing/2014/main" id="{CC051E8D-2408-4A87-99EA-A80C17484C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cs typeface="Arial" charset="0"/>
                  </a:endParaRPr>
                </a:p>
              </p:txBody>
            </p:sp>
          </p:grpSp>
        </p:grpSp>
        <p:sp>
          <p:nvSpPr>
            <p:cNvPr id="25657" name="Rectangle 57" descr="60%">
              <a:extLst>
                <a:ext uri="{FF2B5EF4-FFF2-40B4-BE49-F238E27FC236}">
                  <a16:creationId xmlns:a16="http://schemas.microsoft.com/office/drawing/2014/main" id="{CEBC4EB7-0F5C-4D82-AA67-16D2D7EFE9A4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cs typeface="Arial" charset="0"/>
              </a:endParaRPr>
            </a:p>
          </p:txBody>
        </p:sp>
        <p:grpSp>
          <p:nvGrpSpPr>
            <p:cNvPr id="9226" name="Group 58">
              <a:extLst>
                <a:ext uri="{FF2B5EF4-FFF2-40B4-BE49-F238E27FC236}">
                  <a16:creationId xmlns:a16="http://schemas.microsoft.com/office/drawing/2014/main" id="{D7009886-6AD8-42B6-B89E-DD1C773B24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4" y="3984"/>
              <a:ext cx="1920" cy="288"/>
              <a:chOff x="2064" y="3984"/>
              <a:chExt cx="1920" cy="288"/>
            </a:xfrm>
          </p:grpSpPr>
          <p:sp>
            <p:nvSpPr>
              <p:cNvPr id="25659" name="Rectangle 59" descr="60%">
                <a:extLst>
                  <a:ext uri="{FF2B5EF4-FFF2-40B4-BE49-F238E27FC236}">
                    <a16:creationId xmlns:a16="http://schemas.microsoft.com/office/drawing/2014/main" id="{F61D633C-EA04-4CF9-A367-A0A7041778A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>
                <a:off x="2112" y="4032"/>
                <a:ext cx="1824" cy="192"/>
              </a:xfrm>
              <a:prstGeom prst="rect">
                <a:avLst/>
              </a:prstGeom>
              <a:pattFill prst="pct60">
                <a:fgClr>
                  <a:schemeClr val="folHlink"/>
                </a:fgClr>
                <a:bgClr>
                  <a:schemeClr val="bg1"/>
                </a:bgClr>
              </a:patt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25660" name="Line 60">
                <a:extLst>
                  <a:ext uri="{FF2B5EF4-FFF2-40B4-BE49-F238E27FC236}">
                    <a16:creationId xmlns:a16="http://schemas.microsoft.com/office/drawing/2014/main" id="{07393D87-9A46-485E-B0D9-897D70139A9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2064" y="4032"/>
                <a:ext cx="1920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25661" name="Line 61">
                <a:extLst>
                  <a:ext uri="{FF2B5EF4-FFF2-40B4-BE49-F238E27FC236}">
                    <a16:creationId xmlns:a16="http://schemas.microsoft.com/office/drawing/2014/main" id="{485C5D2A-9967-4531-A629-8B855DC74ED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2064" y="4224"/>
                <a:ext cx="1920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25662" name="Line 62">
                <a:extLst>
                  <a:ext uri="{FF2B5EF4-FFF2-40B4-BE49-F238E27FC236}">
                    <a16:creationId xmlns:a16="http://schemas.microsoft.com/office/drawing/2014/main" id="{90EA56E4-C6A2-4E9F-9AA9-F320C7058EA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2112" y="398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25663" name="Line 63">
                <a:extLst>
                  <a:ext uri="{FF2B5EF4-FFF2-40B4-BE49-F238E27FC236}">
                    <a16:creationId xmlns:a16="http://schemas.microsoft.com/office/drawing/2014/main" id="{D4357438-BA83-421F-930E-75BB34EFC91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3936" y="398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</p:grpSp>
        <p:grpSp>
          <p:nvGrpSpPr>
            <p:cNvPr id="9227" name="Group 64">
              <a:extLst>
                <a:ext uri="{FF2B5EF4-FFF2-40B4-BE49-F238E27FC236}">
                  <a16:creationId xmlns:a16="http://schemas.microsoft.com/office/drawing/2014/main" id="{0217F0E8-B828-4742-90A2-BBF1C973FF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3984"/>
              <a:ext cx="912" cy="288"/>
              <a:chOff x="4512" y="3984"/>
              <a:chExt cx="912" cy="288"/>
            </a:xfrm>
          </p:grpSpPr>
          <p:sp>
            <p:nvSpPr>
              <p:cNvPr id="25665" name="Rectangle 65" descr="60%">
                <a:extLst>
                  <a:ext uri="{FF2B5EF4-FFF2-40B4-BE49-F238E27FC236}">
                    <a16:creationId xmlns:a16="http://schemas.microsoft.com/office/drawing/2014/main" id="{71A23483-4C2A-4D67-B4D6-4446AD6BFB7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>
                <a:off x="4560" y="4032"/>
                <a:ext cx="816" cy="192"/>
              </a:xfrm>
              <a:prstGeom prst="rect">
                <a:avLst/>
              </a:prstGeom>
              <a:pattFill prst="pct60">
                <a:fgClr>
                  <a:schemeClr val="folHlink"/>
                </a:fgClr>
                <a:bgClr>
                  <a:schemeClr val="bg1"/>
                </a:bgClr>
              </a:patt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25666" name="Line 66">
                <a:extLst>
                  <a:ext uri="{FF2B5EF4-FFF2-40B4-BE49-F238E27FC236}">
                    <a16:creationId xmlns:a16="http://schemas.microsoft.com/office/drawing/2014/main" id="{0173DA77-E592-42C6-827D-E87D4840950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4512" y="4032"/>
                <a:ext cx="912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25667" name="Line 67">
                <a:extLst>
                  <a:ext uri="{FF2B5EF4-FFF2-40B4-BE49-F238E27FC236}">
                    <a16:creationId xmlns:a16="http://schemas.microsoft.com/office/drawing/2014/main" id="{62B88020-AABC-4909-95F6-4AD06033B2C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4512" y="4224"/>
                <a:ext cx="912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25668" name="Line 68">
                <a:extLst>
                  <a:ext uri="{FF2B5EF4-FFF2-40B4-BE49-F238E27FC236}">
                    <a16:creationId xmlns:a16="http://schemas.microsoft.com/office/drawing/2014/main" id="{BEBB722E-6A64-4B2A-90FF-C7803BC5CC5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4560" y="398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25669" name="Line 69">
                <a:extLst>
                  <a:ext uri="{FF2B5EF4-FFF2-40B4-BE49-F238E27FC236}">
                    <a16:creationId xmlns:a16="http://schemas.microsoft.com/office/drawing/2014/main" id="{230FB52C-A805-43E4-AEC8-9EFAAAC2854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5376" y="398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</p:grpSp>
        <p:grpSp>
          <p:nvGrpSpPr>
            <p:cNvPr id="9228" name="Group 70">
              <a:extLst>
                <a:ext uri="{FF2B5EF4-FFF2-40B4-BE49-F238E27FC236}">
                  <a16:creationId xmlns:a16="http://schemas.microsoft.com/office/drawing/2014/main" id="{66F76699-BD7F-4136-8E74-1FC8CCA7D4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3984"/>
              <a:ext cx="912" cy="288"/>
              <a:chOff x="624" y="3984"/>
              <a:chExt cx="912" cy="288"/>
            </a:xfrm>
          </p:grpSpPr>
          <p:sp>
            <p:nvSpPr>
              <p:cNvPr id="25671" name="Rectangle 71" descr="60%">
                <a:extLst>
                  <a:ext uri="{FF2B5EF4-FFF2-40B4-BE49-F238E27FC236}">
                    <a16:creationId xmlns:a16="http://schemas.microsoft.com/office/drawing/2014/main" id="{2E6948B0-6505-417D-B8FF-A042E598D99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>
                <a:off x="672" y="4032"/>
                <a:ext cx="816" cy="192"/>
              </a:xfrm>
              <a:prstGeom prst="rect">
                <a:avLst/>
              </a:prstGeom>
              <a:pattFill prst="pct60">
                <a:fgClr>
                  <a:schemeClr val="folHlink"/>
                </a:fgClr>
                <a:bgClr>
                  <a:schemeClr val="bg1"/>
                </a:bgClr>
              </a:patt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25672" name="Line 72">
                <a:extLst>
                  <a:ext uri="{FF2B5EF4-FFF2-40B4-BE49-F238E27FC236}">
                    <a16:creationId xmlns:a16="http://schemas.microsoft.com/office/drawing/2014/main" id="{19CC200D-5B41-4FC5-93AA-AB6DECDBA53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624" y="4032"/>
                <a:ext cx="912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25673" name="Line 73">
                <a:extLst>
                  <a:ext uri="{FF2B5EF4-FFF2-40B4-BE49-F238E27FC236}">
                    <a16:creationId xmlns:a16="http://schemas.microsoft.com/office/drawing/2014/main" id="{7CCAD77C-4870-4E0C-8B92-F1100592350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624" y="4224"/>
                <a:ext cx="912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25674" name="Line 74">
                <a:extLst>
                  <a:ext uri="{FF2B5EF4-FFF2-40B4-BE49-F238E27FC236}">
                    <a16:creationId xmlns:a16="http://schemas.microsoft.com/office/drawing/2014/main" id="{3511372E-A3EC-4780-8A59-A8A2EE531BA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672" y="398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25675" name="Line 75">
                <a:extLst>
                  <a:ext uri="{FF2B5EF4-FFF2-40B4-BE49-F238E27FC236}">
                    <a16:creationId xmlns:a16="http://schemas.microsoft.com/office/drawing/2014/main" id="{A0DEF824-149B-4A5D-8E25-AC0E3DB4C0A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ltGray">
              <a:xfrm>
                <a:off x="1488" y="398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</p:grpSp>
        <p:sp>
          <p:nvSpPr>
            <p:cNvPr id="25676" name="Line 76">
              <a:extLst>
                <a:ext uri="{FF2B5EF4-FFF2-40B4-BE49-F238E27FC236}">
                  <a16:creationId xmlns:a16="http://schemas.microsoft.com/office/drawing/2014/main" id="{838FB1F1-B285-48C7-A067-E554C1E20B26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cs typeface="Arial" charset="0"/>
              </a:endParaRPr>
            </a:p>
          </p:txBody>
        </p:sp>
        <p:grpSp>
          <p:nvGrpSpPr>
            <p:cNvPr id="9230" name="Group 77">
              <a:extLst>
                <a:ext uri="{FF2B5EF4-FFF2-40B4-BE49-F238E27FC236}">
                  <a16:creationId xmlns:a16="http://schemas.microsoft.com/office/drawing/2014/main" id="{55C3BBDF-E7BE-4B1B-9AEE-DC0683B98B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25678" name="Line 78">
                <a:extLst>
                  <a:ext uri="{FF2B5EF4-FFF2-40B4-BE49-F238E27FC236}">
                    <a16:creationId xmlns:a16="http://schemas.microsoft.com/office/drawing/2014/main" id="{10B723F3-9B5D-4646-9CE4-57835B39E789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25679" name="Line 79">
                <a:extLst>
                  <a:ext uri="{FF2B5EF4-FFF2-40B4-BE49-F238E27FC236}">
                    <a16:creationId xmlns:a16="http://schemas.microsoft.com/office/drawing/2014/main" id="{D24D40E1-A8D8-4CF6-B3FF-2527AD3ED8AC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  <p:sp>
            <p:nvSpPr>
              <p:cNvPr id="25680" name="Arc 80">
                <a:extLst>
                  <a:ext uri="{FF2B5EF4-FFF2-40B4-BE49-F238E27FC236}">
                    <a16:creationId xmlns:a16="http://schemas.microsoft.com/office/drawing/2014/main" id="{937E37D8-4F0A-4BA4-A62A-4AE08C77B793}"/>
                  </a:ext>
                </a:extLst>
              </p:cNvPr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cs typeface="Arial" charset="0"/>
                </a:endParaRPr>
              </a:p>
            </p:txBody>
          </p:sp>
        </p:grpSp>
      </p:grpSp>
      <p:sp>
        <p:nvSpPr>
          <p:cNvPr id="9219" name="Rectangle 81">
            <a:extLst>
              <a:ext uri="{FF2B5EF4-FFF2-40B4-BE49-F238E27FC236}">
                <a16:creationId xmlns:a16="http://schemas.microsoft.com/office/drawing/2014/main" id="{D4B90241-50F0-461C-94CB-7D0C3C2266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9220" name="Rectangle 8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FAB4CC7-6046-41CD-BEB1-DA7C1CB5BE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5683" name="Rectangle 83">
            <a:extLst>
              <a:ext uri="{FF2B5EF4-FFF2-40B4-BE49-F238E27FC236}">
                <a16:creationId xmlns:a16="http://schemas.microsoft.com/office/drawing/2014/main" id="{F5558A8F-6914-4E37-AABD-7AC1C5F0775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050">
                <a:latin typeface="Comic Sans MS" pitchFamily="66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84" name="Rectangle 84">
            <a:extLst>
              <a:ext uri="{FF2B5EF4-FFF2-40B4-BE49-F238E27FC236}">
                <a16:creationId xmlns:a16="http://schemas.microsoft.com/office/drawing/2014/main" id="{8F58A674-24A9-4024-8BD4-5298A2AA588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0" hangingPunct="0">
              <a:defRPr sz="1050">
                <a:latin typeface="Comic Sans MS" pitchFamily="66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85" name="Rectangle 85">
            <a:extLst>
              <a:ext uri="{FF2B5EF4-FFF2-40B4-BE49-F238E27FC236}">
                <a16:creationId xmlns:a16="http://schemas.microsoft.com/office/drawing/2014/main" id="{58CC92D8-1785-4917-93A2-C0F6039ED07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050">
                <a:latin typeface="Comic Sans MS" panose="030F0702030302020204" pitchFamily="66" charset="0"/>
              </a:defRPr>
            </a:lvl1pPr>
          </a:lstStyle>
          <a:p>
            <a:r>
              <a:rPr lang="en-US" altLang="en-US"/>
              <a:t>Page </a:t>
            </a:r>
            <a:fld id="{75E2920A-D003-4259-8548-8B0B9BD5426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001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ahoma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ahoma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ahoma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ahoma" pitchFamily="34" charset="0"/>
          <a:cs typeface="Arial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ahoma" pitchFamily="34" charset="0"/>
          <a:cs typeface="Arial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ahoma" pitchFamily="34" charset="0"/>
          <a:cs typeface="Arial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ahoma" pitchFamily="34" charset="0"/>
          <a:cs typeface="Arial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ahoma" pitchFamily="34" charset="0"/>
          <a:cs typeface="Arial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–"/>
        <a:defRPr sz="2100">
          <a:solidFill>
            <a:schemeClr val="tx1"/>
          </a:solidFill>
          <a:latin typeface="+mn-lt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1800">
          <a:solidFill>
            <a:schemeClr val="tx1"/>
          </a:solidFill>
          <a:latin typeface="+mn-lt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–"/>
        <a:defRPr sz="1500">
          <a:solidFill>
            <a:schemeClr val="tx1"/>
          </a:solidFill>
          <a:latin typeface="+mn-lt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cs typeface="+mn-cs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cs typeface="+mn-cs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cs typeface="+mn-cs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cs typeface="+mn-cs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FED3EC-A286-4F0E-A049-EC9DEA488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Lesson objective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9AA15C-5CE3-47BF-8DF0-C3C4F5B32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Title: Measures of center </a:t>
            </a:r>
          </a:p>
          <a:p>
            <a:pPr marL="0" indent="0"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Aim: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Be able to calculate mean, mode and median.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Construct stem and leaf diagrams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Daily review </a:t>
            </a:r>
          </a:p>
          <a:p>
            <a:pPr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Mean, mode and median </a:t>
            </a:r>
          </a:p>
          <a:p>
            <a:pPr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Drawing stem and leaf diagrams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D03425-F5A1-45C0-AEDA-EE64DCE62C9B}"/>
              </a:ext>
            </a:extLst>
          </p:cNvPr>
          <p:cNvSpPr txBox="1"/>
          <p:nvPr/>
        </p:nvSpPr>
        <p:spPr>
          <a:xfrm>
            <a:off x="5796136" y="1628800"/>
            <a:ext cx="28906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You will need calculators and whiteboards. 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70291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EC2AA-EB2D-4761-99CA-123ABD963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it </a:t>
            </a:r>
            <a:r>
              <a:rPr lang="en-US" i="1" dirty="0"/>
              <a:t>mean</a:t>
            </a:r>
            <a:r>
              <a:rPr lang="en-US" dirty="0"/>
              <a:t>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16BD9-C68E-43B5-BD35-5EEF959B8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Mean, median, and mode are different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measures of center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in a numerical data set. They each try to summarize a dataset with a single number to represent a "typical" data point from the dataset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56728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F6D40-1892-4E23-844E-FA6306438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Central tendency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BC246-D4EC-481A-891E-4DE855F35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  <a:r>
              <a:rPr lang="en-US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ims to provide an accurate </a:t>
            </a:r>
            <a:r>
              <a:rPr lang="en-US" b="1" i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description</a:t>
            </a:r>
            <a:r>
              <a:rPr lang="en-US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of the </a:t>
            </a:r>
            <a:r>
              <a:rPr lang="en-US" b="1" i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entire</a:t>
            </a:r>
            <a:r>
              <a:rPr lang="en-US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data.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Aims to provide an accurate </a:t>
            </a:r>
            <a:r>
              <a:rPr lang="en-US" b="1" i="1" dirty="0">
                <a:solidFill>
                  <a:srgbClr val="202124"/>
                </a:solidFill>
                <a:latin typeface="arial" panose="020B0604020202020204" pitchFamily="34" charset="0"/>
              </a:rPr>
              <a:t>__________</a:t>
            </a:r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 of the </a:t>
            </a:r>
            <a:r>
              <a:rPr lang="en-US" b="1" i="1" dirty="0">
                <a:solidFill>
                  <a:srgbClr val="202124"/>
                </a:solidFill>
                <a:latin typeface="arial" panose="020B0604020202020204" pitchFamily="34" charset="0"/>
              </a:rPr>
              <a:t>entire</a:t>
            </a:r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 data.</a:t>
            </a:r>
            <a:endParaRPr lang="en-AU" dirty="0"/>
          </a:p>
          <a:p>
            <a:pPr marL="0" indent="0">
              <a:buNone/>
            </a:pPr>
            <a:endParaRPr lang="en-AU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Aims to provide an accurate </a:t>
            </a:r>
            <a:r>
              <a:rPr lang="en-US" b="1" i="1" dirty="0">
                <a:solidFill>
                  <a:srgbClr val="202124"/>
                </a:solidFill>
                <a:latin typeface="arial" panose="020B0604020202020204" pitchFamily="34" charset="0"/>
              </a:rPr>
              <a:t>__________</a:t>
            </a:r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 of the </a:t>
            </a:r>
            <a:r>
              <a:rPr lang="en-US" b="1" i="1" dirty="0">
                <a:solidFill>
                  <a:srgbClr val="202124"/>
                </a:solidFill>
                <a:latin typeface="arial" panose="020B0604020202020204" pitchFamily="34" charset="0"/>
              </a:rPr>
              <a:t>_____</a:t>
            </a:r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 data.</a:t>
            </a:r>
            <a:endParaRPr lang="en-AU" dirty="0"/>
          </a:p>
          <a:p>
            <a:pPr marL="0" indent="0">
              <a:buNone/>
            </a:pP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9628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520C87E-2F60-46C4-85CD-CC455E9959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333375"/>
            <a:ext cx="8229600" cy="1143000"/>
          </a:xfrm>
        </p:spPr>
        <p:txBody>
          <a:bodyPr/>
          <a:lstStyle/>
          <a:p>
            <a:r>
              <a:rPr lang="en-GB" altLang="en-US" sz="5400" dirty="0">
                <a:solidFill>
                  <a:schemeClr val="bg2"/>
                </a:solidFill>
              </a:rPr>
              <a:t>MEAN</a:t>
            </a:r>
            <a:endParaRPr lang="en-US" altLang="en-US" sz="5400" dirty="0">
              <a:solidFill>
                <a:schemeClr val="bg2"/>
              </a:solidFill>
            </a:endParaRPr>
          </a:p>
        </p:txBody>
      </p:sp>
      <p:sp>
        <p:nvSpPr>
          <p:cNvPr id="7174" name="Text Box 6">
            <a:extLst>
              <a:ext uri="{FF2B5EF4-FFF2-40B4-BE49-F238E27FC236}">
                <a16:creationId xmlns:a16="http://schemas.microsoft.com/office/drawing/2014/main" id="{5990576F-63A1-40B5-BF90-0BEF5CDC0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2420938"/>
            <a:ext cx="7559675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Add all the numbers in the data 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en-US" sz="2400" dirty="0">
                <a:solidFill>
                  <a:srgbClr val="00B0F0"/>
                </a:solidFill>
                <a:cs typeface="+mn-cs"/>
              </a:rPr>
              <a:t>Divide the answer by the </a:t>
            </a:r>
            <a:r>
              <a:rPr lang="en-US" altLang="en-US" sz="2400" i="1" dirty="0">
                <a:solidFill>
                  <a:srgbClr val="00B0F0"/>
                </a:solidFill>
                <a:cs typeface="+mn-cs"/>
              </a:rPr>
              <a:t>number of data points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endParaRPr lang="en-US" altLang="en-US" sz="2400" i="1" dirty="0">
              <a:solidFill>
                <a:srgbClr val="00B0F0"/>
              </a:solidFill>
              <a:cs typeface="+mn-cs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altLang="en-US" sz="2400" i="1" dirty="0">
                <a:solidFill>
                  <a:srgbClr val="00B0F0"/>
                </a:solidFill>
                <a:cs typeface="+mn-cs"/>
              </a:rPr>
              <a:t> 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E.G., 2+6+9+35+4=56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56÷5=11.2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CC07C5-5801-4F27-A0D6-60F902FBEF61}"/>
              </a:ext>
            </a:extLst>
          </p:cNvPr>
          <p:cNvSpPr txBox="1"/>
          <p:nvPr/>
        </p:nvSpPr>
        <p:spPr>
          <a:xfrm>
            <a:off x="1979712" y="3645024"/>
            <a:ext cx="1872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/>
                </a:solidFill>
              </a:rPr>
              <a:t>Data points </a:t>
            </a:r>
            <a:endParaRPr lang="en-AU" sz="2400" b="1" dirty="0">
              <a:solidFill>
                <a:schemeClr val="bg2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80CEE2C-505C-4D77-ADB0-8025BA41ACF4}"/>
              </a:ext>
            </a:extLst>
          </p:cNvPr>
          <p:cNvCxnSpPr/>
          <p:nvPr/>
        </p:nvCxnSpPr>
        <p:spPr>
          <a:xfrm flipH="1">
            <a:off x="1835696" y="4221088"/>
            <a:ext cx="576064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E87FDC5-8B1F-4885-8395-5CC23F8F42DA}"/>
              </a:ext>
            </a:extLst>
          </p:cNvPr>
          <p:cNvCxnSpPr/>
          <p:nvPr/>
        </p:nvCxnSpPr>
        <p:spPr>
          <a:xfrm flipH="1">
            <a:off x="2267744" y="4221088"/>
            <a:ext cx="504056" cy="442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E27487C-DB15-466B-975F-05F89357EAAA}"/>
              </a:ext>
            </a:extLst>
          </p:cNvPr>
          <p:cNvCxnSpPr/>
          <p:nvPr/>
        </p:nvCxnSpPr>
        <p:spPr>
          <a:xfrm flipH="1">
            <a:off x="2627784" y="4221088"/>
            <a:ext cx="432048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25B068E-86AA-4DAF-9456-D9C8BC48EDAA}"/>
              </a:ext>
            </a:extLst>
          </p:cNvPr>
          <p:cNvCxnSpPr/>
          <p:nvPr/>
        </p:nvCxnSpPr>
        <p:spPr>
          <a:xfrm flipH="1">
            <a:off x="3059832" y="4221088"/>
            <a:ext cx="216024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C5DA3A-AB80-4749-B31E-E452CD7DCC9D}"/>
              </a:ext>
            </a:extLst>
          </p:cNvPr>
          <p:cNvCxnSpPr/>
          <p:nvPr/>
        </p:nvCxnSpPr>
        <p:spPr>
          <a:xfrm>
            <a:off x="3419872" y="4221088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push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EB31B4A-6D64-48D5-9889-DDE9ECADA9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solidFill>
                  <a:schemeClr val="bg2"/>
                </a:solidFill>
              </a:rPr>
              <a:t>MODE</a:t>
            </a:r>
            <a:endParaRPr lang="en-US" altLang="en-US" dirty="0">
              <a:solidFill>
                <a:schemeClr val="bg2"/>
              </a:solidFill>
            </a:endParaRPr>
          </a:p>
        </p:txBody>
      </p:sp>
      <p:sp>
        <p:nvSpPr>
          <p:cNvPr id="10243" name="Text Box 3">
            <a:extLst>
              <a:ext uri="{FF2B5EF4-FFF2-40B4-BE49-F238E27FC236}">
                <a16:creationId xmlns:a16="http://schemas.microsoft.com/office/drawing/2014/main" id="{D9EFE749-84FD-44DA-B7C6-1AF1F4ABE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708275"/>
            <a:ext cx="734536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The number that appears MOST in the data.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sz="2400" dirty="0" err="1">
                <a:solidFill>
                  <a:srgbClr val="00B0F0"/>
                </a:solidFill>
                <a:cs typeface="+mn-cs"/>
              </a:rPr>
              <a:t>MOde</a:t>
            </a:r>
            <a:r>
              <a:rPr lang="en-GB" altLang="en-US" sz="2400" dirty="0">
                <a:solidFill>
                  <a:srgbClr val="00B0F0"/>
                </a:solidFill>
                <a:cs typeface="+mn-cs"/>
              </a:rPr>
              <a:t> </a:t>
            </a:r>
            <a:r>
              <a:rPr lang="en-GB" altLang="en-US" sz="2400" dirty="0">
                <a:solidFill>
                  <a:srgbClr val="00B0F0"/>
                </a:solidFill>
                <a:cs typeface="+mn-cs"/>
                <a:sym typeface="Wingdings" panose="05000000000000000000" pitchFamily="2" charset="2"/>
              </a:rPr>
              <a:t> Most Occurring </a:t>
            </a:r>
            <a:endParaRPr kumimoji="0" lang="en-GB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E.G. 2,9,6,4,2,5,9,8,2 The mode of these 9 numbers is 2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push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0B15FD8-2BF0-4351-B25F-9D9C3FAEA8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5400" dirty="0">
                <a:solidFill>
                  <a:schemeClr val="bg2"/>
                </a:solidFill>
              </a:rPr>
              <a:t>MEDIAN</a:t>
            </a:r>
            <a:endParaRPr lang="en-US" altLang="en-US" sz="5400" dirty="0">
              <a:solidFill>
                <a:schemeClr val="bg2"/>
              </a:solidFill>
            </a:endParaRPr>
          </a:p>
        </p:txBody>
      </p:sp>
      <p:sp>
        <p:nvSpPr>
          <p:cNvPr id="12291" name="Text Box 3">
            <a:extLst>
              <a:ext uri="{FF2B5EF4-FFF2-40B4-BE49-F238E27FC236}">
                <a16:creationId xmlns:a16="http://schemas.microsoft.com/office/drawing/2014/main" id="{159196B2-DEDD-42A8-91E7-5477E3452D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916832"/>
            <a:ext cx="7200900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GB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Rearrange the numbers into smallest to biggest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GB" altLang="en-US" sz="2400" dirty="0">
                <a:solidFill>
                  <a:srgbClr val="00B0F0"/>
                </a:solidFill>
                <a:cs typeface="+mn-cs"/>
              </a:rPr>
              <a:t>P</a:t>
            </a:r>
            <a:r>
              <a:rPr kumimoji="0" lang="en-GB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ick the middle number. 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GB" altLang="en-US" sz="2400" dirty="0">
                <a:solidFill>
                  <a:srgbClr val="00B0F0"/>
                </a:solidFill>
                <a:cs typeface="+mn-cs"/>
              </a:rPr>
              <a:t>If there are 2, it’s the average of those 2. </a:t>
            </a:r>
            <a:endParaRPr kumimoji="0" lang="en-GB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E.G. 2,4,5,8,12,9,15, 8 ,9.  Once these numbers are put in order (smallest to biggest) – 2,4,5,8,8,9,9,12,15 – 8 is the middle number so  is the median.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altLang="en-US" sz="2400" dirty="0">
              <a:solidFill>
                <a:schemeClr val="bg2"/>
              </a:solidFill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** if there are 2 middle numbers, the median is the mean of these numbers. 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push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5C076-0BCA-4817-B8D1-3BB1E2DE9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I do example (Copy) </a:t>
            </a:r>
            <a:endParaRPr lang="en-AU" dirty="0">
              <a:solidFill>
                <a:schemeClr val="bg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9B7BD4-9A4D-48A6-9742-3CAE8409E481}"/>
              </a:ext>
            </a:extLst>
          </p:cNvPr>
          <p:cNvSpPr txBox="1"/>
          <p:nvPr/>
        </p:nvSpPr>
        <p:spPr>
          <a:xfrm>
            <a:off x="0" y="215648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2"/>
                </a:solidFill>
              </a:rPr>
              <a:t>11, 15, 17, 19, 22, 24, 29, 31, 35, 40, 41, 41, 45 </a:t>
            </a:r>
            <a:r>
              <a:rPr lang="en-US" dirty="0"/>
              <a:t>r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350013-FA50-4836-BFBA-9E068918FB00}"/>
              </a:ext>
            </a:extLst>
          </p:cNvPr>
          <p:cNvSpPr txBox="1"/>
          <p:nvPr/>
        </p:nvSpPr>
        <p:spPr>
          <a:xfrm>
            <a:off x="755576" y="3356992"/>
            <a:ext cx="20882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Mean: 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Mode: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Median  </a:t>
            </a:r>
            <a:endParaRPr lang="en-AU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325682"/>
      </p:ext>
    </p:extLst>
  </p:cSld>
  <p:clrMapOvr>
    <a:masterClrMapping/>
  </p:clrMapOvr>
  <p:transition>
    <p:push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A4495-B956-4E8F-8633-41CC18061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altLang="en-US" sz="6000" dirty="0"/>
              <a:t>Whiteboards ready</a:t>
            </a:r>
            <a:br>
              <a:rPr lang="en-US" altLang="en-US" sz="6000" dirty="0"/>
            </a:b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3794BF-6DFC-45DB-A299-865C929BAD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  <p:transition>
    <p:push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E10B740-7A1E-4CAE-92AA-BA09581908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sp>
        <p:nvSpPr>
          <p:cNvPr id="14339" name="Text Box 3">
            <a:extLst>
              <a:ext uri="{FF2B5EF4-FFF2-40B4-BE49-F238E27FC236}">
                <a16:creationId xmlns:a16="http://schemas.microsoft.com/office/drawing/2014/main" id="{E4C0E5F2-A9AE-404F-A64C-29988DF47C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565400"/>
            <a:ext cx="7559675" cy="201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Find the mean of these numbers</a:t>
            </a:r>
            <a:r>
              <a:rPr kumimoji="0" lang="en-GB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36, 2, 4, 48, 6,12, 20,16</a:t>
            </a:r>
            <a:endParaRPr kumimoji="0" lang="en-US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push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15286D3-EE32-4E27-8AE7-C85ADF8125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The mean is</a:t>
            </a:r>
            <a:endParaRPr lang="en-US" altLang="en-US"/>
          </a:p>
        </p:txBody>
      </p:sp>
      <p:sp>
        <p:nvSpPr>
          <p:cNvPr id="15363" name="Text Box 3">
            <a:extLst>
              <a:ext uri="{FF2B5EF4-FFF2-40B4-BE49-F238E27FC236}">
                <a16:creationId xmlns:a16="http://schemas.microsoft.com/office/drawing/2014/main" id="{CD25B4BF-F43D-4E68-848A-23D533800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2708275"/>
            <a:ext cx="7561262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18</a:t>
            </a:r>
            <a:endParaRPr kumimoji="0" lang="en-US" altLang="en-US" sz="4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push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B82C1595-49BB-4F9B-8C61-576FCE9A67C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GB" altLang="en-US" sz="3600"/>
              <a:t>Find the mode of these numbers</a:t>
            </a:r>
            <a:endParaRPr lang="en-US" altLang="en-US" sz="3600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8033346-09F4-41F3-A958-CC48327079F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GB" altLang="en-US" sz="3200" dirty="0"/>
              <a:t>2, 4, 5, 3, 3, 7, 6, 8, 9, 4,1, 3</a:t>
            </a:r>
            <a:endParaRPr lang="en-US" altLang="en-US" sz="3200" dirty="0"/>
          </a:p>
        </p:txBody>
      </p:sp>
    </p:spTree>
  </p:cSld>
  <p:clrMapOvr>
    <a:masterClrMapping/>
  </p:clrMapOvr>
  <p:transition>
    <p:push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47D1B4CD-8CBE-45BF-8CF8-74AC8C7288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The mode is</a:t>
            </a:r>
            <a:endParaRPr lang="en-US" altLang="en-US"/>
          </a:p>
        </p:txBody>
      </p:sp>
      <p:sp>
        <p:nvSpPr>
          <p:cNvPr id="18435" name="Text Box 3">
            <a:extLst>
              <a:ext uri="{FF2B5EF4-FFF2-40B4-BE49-F238E27FC236}">
                <a16:creationId xmlns:a16="http://schemas.microsoft.com/office/drawing/2014/main" id="{0BE2F476-5F36-4B0A-86BE-FEC136E28B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3068638"/>
            <a:ext cx="7343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3</a:t>
            </a:r>
            <a:endParaRPr kumimoji="0" lang="en-US" altLang="en-US" sz="4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push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50FE394D-66C5-4EE3-A4B8-067A7256631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GB" altLang="en-US" sz="4400"/>
              <a:t>What is the median of these numbers?</a:t>
            </a:r>
            <a:endParaRPr lang="en-US" altLang="en-US" sz="4400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A15AEAF9-A037-4686-9F1D-F5591C752CE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GB" altLang="en-US" sz="3200" dirty="0"/>
              <a:t>14, 6, 2, 12, 8, 6, 2</a:t>
            </a:r>
            <a:endParaRPr lang="en-US" altLang="en-US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E6A27C-8DD4-4C16-A87B-C27DE8AD2B7B}"/>
              </a:ext>
            </a:extLst>
          </p:cNvPr>
          <p:cNvSpPr txBox="1"/>
          <p:nvPr/>
        </p:nvSpPr>
        <p:spPr>
          <a:xfrm>
            <a:off x="467544" y="5638800"/>
            <a:ext cx="45365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HINT: rearrange, lowest to highest then find median. </a:t>
            </a:r>
            <a:endParaRPr lang="en-AU" sz="2400" b="1" dirty="0"/>
          </a:p>
        </p:txBody>
      </p:sp>
    </p:spTree>
  </p:cSld>
  <p:clrMapOvr>
    <a:masterClrMapping/>
  </p:clrMapOvr>
  <p:transition>
    <p:push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68F708E2-5D53-4009-A532-B54E5600691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GB" altLang="en-US" sz="4400"/>
              <a:t>The median is</a:t>
            </a:r>
            <a:endParaRPr lang="en-US" altLang="en-US" sz="4400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CB883C2C-02E8-4286-9338-36E765A5002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GB" altLang="en-US" sz="4400"/>
              <a:t>6</a:t>
            </a:r>
            <a:endParaRPr lang="en-US" altLang="en-US" sz="4400"/>
          </a:p>
        </p:txBody>
      </p:sp>
    </p:spTree>
  </p:cSld>
  <p:clrMapOvr>
    <a:masterClrMapping/>
  </p:clrMapOvr>
  <p:transition>
    <p:push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B4790B7A-D7EF-43F1-AB1A-77AE2374220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GB" altLang="en-US" sz="4400"/>
              <a:t>Find the mean of these numbers</a:t>
            </a:r>
            <a:endParaRPr lang="en-US" altLang="en-US" sz="4400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CD8FD179-9B06-452E-85B7-A91EA188091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GB" altLang="en-US" sz="3200" dirty="0"/>
              <a:t>36, 2, 2, 48, 8, 12, 20, 16</a:t>
            </a:r>
            <a:endParaRPr lang="en-US" altLang="en-US" sz="3200" dirty="0"/>
          </a:p>
        </p:txBody>
      </p:sp>
    </p:spTree>
  </p:cSld>
  <p:clrMapOvr>
    <a:masterClrMapping/>
  </p:clrMapOvr>
  <p:transition>
    <p:push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FA8773B-EB46-4032-A64C-A830E38D54F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GB" altLang="en-US" sz="4400"/>
              <a:t>The mean is </a:t>
            </a:r>
            <a:endParaRPr lang="en-US" altLang="en-US" sz="4400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8CC4ED2-57CC-491F-919B-5264743E1CC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GB" altLang="en-US" sz="4400"/>
              <a:t>18</a:t>
            </a:r>
            <a:endParaRPr lang="en-US" altLang="en-US" sz="4400"/>
          </a:p>
        </p:txBody>
      </p:sp>
    </p:spTree>
  </p:cSld>
  <p:clrMapOvr>
    <a:masterClrMapping/>
  </p:clrMapOvr>
  <p:transition>
    <p:push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5D75C405-F21A-4FF9-9B1D-87770215D80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GB" altLang="en-US" sz="4400"/>
              <a:t>Find the mode of these numbers</a:t>
            </a:r>
            <a:endParaRPr lang="en-US" altLang="en-US" sz="440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EBDC3B95-653C-46FE-B498-82D7DEE9DA4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GB" altLang="en-US" sz="3200" dirty="0"/>
              <a:t>7, 5, 3, 2, 5, 6, 8, 7, 5</a:t>
            </a:r>
            <a:endParaRPr lang="en-US" altLang="en-US" sz="3200" dirty="0"/>
          </a:p>
        </p:txBody>
      </p:sp>
    </p:spTree>
  </p:cSld>
  <p:clrMapOvr>
    <a:masterClrMapping/>
  </p:clrMapOvr>
  <p:transition>
    <p:push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7470026-920F-4831-89FE-F4E01341067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GB" altLang="en-US" sz="4400"/>
              <a:t>The mode is </a:t>
            </a:r>
            <a:endParaRPr lang="en-US" altLang="en-US" sz="4400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3935C39A-6141-4CFC-AA55-9AED4155AD8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GB" altLang="en-US" sz="4400"/>
              <a:t>5</a:t>
            </a:r>
            <a:endParaRPr lang="en-US" altLang="en-US" sz="4400"/>
          </a:p>
        </p:txBody>
      </p:sp>
    </p:spTree>
  </p:cSld>
  <p:clrMapOvr>
    <a:masterClrMapping/>
  </p:clrMapOvr>
  <p:transition>
    <p:push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F9DAD1D-F885-444D-B7E2-9F58730CD75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GB" altLang="en-US" sz="4400"/>
              <a:t>Find the median of these numbers</a:t>
            </a:r>
            <a:endParaRPr lang="en-US" altLang="en-US" sz="4400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EBB332E2-F2A4-4E93-A54B-46D2C535E8B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GB" altLang="en-US" sz="3200" dirty="0"/>
              <a:t>6, 4, 8, 14, 8, 6, 38</a:t>
            </a:r>
            <a:endParaRPr lang="en-US" altLang="en-US" sz="3200" dirty="0"/>
          </a:p>
        </p:txBody>
      </p:sp>
    </p:spTree>
  </p:cSld>
  <p:clrMapOvr>
    <a:masterClrMapping/>
  </p:clrMapOvr>
  <p:transition>
    <p:push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92FD5D26-8637-4D0B-A67B-130FC9AE15F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GB" altLang="en-US" sz="4400"/>
              <a:t>The median is </a:t>
            </a:r>
            <a:endParaRPr lang="en-US" altLang="en-US" sz="4400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EC5DF2FC-3792-4228-B006-CE0C764CFF7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GB" altLang="en-US" sz="4400"/>
              <a:t>12</a:t>
            </a:r>
            <a:endParaRPr lang="en-US" altLang="en-US" sz="4400"/>
          </a:p>
        </p:txBody>
      </p:sp>
    </p:spTree>
  </p:cSld>
  <p:clrMapOvr>
    <a:masterClrMapping/>
  </p:clrMapOvr>
  <p:transition>
    <p:push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22E29-E728-A0E6-B122-7D237909E6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solidFill>
                  <a:srgbClr val="660033"/>
                </a:solidFill>
              </a:rPr>
              <a:t>Individual practice 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0380176-D566-321F-FF23-1390168447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>
                <a:solidFill>
                  <a:srgbClr val="660033"/>
                </a:solidFill>
              </a:rPr>
              <a:t>MMMR practice </a:t>
            </a:r>
          </a:p>
          <a:p>
            <a:r>
              <a:rPr lang="en-AU" dirty="0">
                <a:solidFill>
                  <a:srgbClr val="660033"/>
                </a:solidFill>
              </a:rPr>
              <a:t>Sum more fun 173</a:t>
            </a:r>
          </a:p>
        </p:txBody>
      </p:sp>
    </p:spTree>
    <p:extLst>
      <p:ext uri="{BB962C8B-B14F-4D97-AF65-F5344CB8AC3E}">
        <p14:creationId xmlns:p14="http://schemas.microsoft.com/office/powerpoint/2010/main" val="2453907108"/>
      </p:ext>
    </p:extLst>
  </p:cSld>
  <p:clrMapOvr>
    <a:masterClrMapping/>
  </p:clrMapOvr>
  <p:transition>
    <p:push dir="r"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Default Design">
  <a:themeElements>
    <a:clrScheme name="Default Design 6">
      <a:dk1>
        <a:srgbClr val="005A58"/>
      </a:dk1>
      <a:lt1>
        <a:srgbClr val="FFFFFF"/>
      </a:lt1>
      <a:dk2>
        <a:srgbClr val="008080"/>
      </a:dk2>
      <a:lt2>
        <a:srgbClr val="FFFF99"/>
      </a:lt2>
      <a:accent1>
        <a:srgbClr val="006462"/>
      </a:accent1>
      <a:accent2>
        <a:srgbClr val="6D6FC7"/>
      </a:accent2>
      <a:accent3>
        <a:srgbClr val="AAC0C0"/>
      </a:accent3>
      <a:accent4>
        <a:srgbClr val="DADADA"/>
      </a:accent4>
      <a:accent5>
        <a:srgbClr val="AAB8B7"/>
      </a:accent5>
      <a:accent6>
        <a:srgbClr val="6264B4"/>
      </a:accent6>
      <a:hlink>
        <a:srgbClr val="00FFFF"/>
      </a:hlink>
      <a:folHlink>
        <a:srgbClr val="00FF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LUEPRNT">
  <a:themeElements>
    <a:clrScheme name="BLUEPRNT 2">
      <a:dk1>
        <a:srgbClr val="40458C"/>
      </a:dk1>
      <a:lt1>
        <a:srgbClr val="FFFFFF"/>
      </a:lt1>
      <a:dk2>
        <a:srgbClr val="9900CC"/>
      </a:dk2>
      <a:lt2>
        <a:srgbClr val="1B285F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NT">
      <a:majorFont>
        <a:latin typeface="Tahoma"/>
        <a:ea typeface=""/>
        <a:cs typeface="Arial"/>
      </a:majorFont>
      <a:minorFont>
        <a:latin typeface="Tahom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UEPR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NT 2">
        <a:dk1>
          <a:srgbClr val="40458C"/>
        </a:dk1>
        <a:lt1>
          <a:srgbClr val="FFFFFF"/>
        </a:lt1>
        <a:dk2>
          <a:srgbClr val="9900CC"/>
        </a:dk2>
        <a:lt2>
          <a:srgbClr val="1B285F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NT 3">
        <a:dk1>
          <a:srgbClr val="000000"/>
        </a:dk1>
        <a:lt1>
          <a:srgbClr val="FFFFFF"/>
        </a:lt1>
        <a:dk2>
          <a:srgbClr val="4D4D4D"/>
        </a:dk2>
        <a:lt2>
          <a:srgbClr val="333333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NT 4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NT 5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NT 6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NT 7">
        <a:dk1>
          <a:srgbClr val="003D62"/>
        </a:dk1>
        <a:lt1>
          <a:srgbClr val="E3F0F9"/>
        </a:lt1>
        <a:dk2>
          <a:srgbClr val="006699"/>
        </a:dk2>
        <a:lt2>
          <a:srgbClr val="000000"/>
        </a:lt2>
        <a:accent1>
          <a:srgbClr val="9AC0EA"/>
        </a:accent1>
        <a:accent2>
          <a:srgbClr val="80C3C8"/>
        </a:accent2>
        <a:accent3>
          <a:srgbClr val="EFF6FB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NT 8">
        <a:dk1>
          <a:srgbClr val="003D62"/>
        </a:dk1>
        <a:lt1>
          <a:srgbClr val="FFFFFF"/>
        </a:lt1>
        <a:dk2>
          <a:srgbClr val="006699"/>
        </a:dk2>
        <a:lt2>
          <a:srgbClr val="000000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NT 9">
        <a:dk1>
          <a:srgbClr val="333300"/>
        </a:dk1>
        <a:lt1>
          <a:srgbClr val="FFFFFF"/>
        </a:lt1>
        <a:dk2>
          <a:srgbClr val="663300"/>
        </a:dk2>
        <a:lt2>
          <a:srgbClr val="000000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1113</TotalTime>
  <Words>465</Words>
  <Application>Microsoft Office PowerPoint</Application>
  <PresentationFormat>On-screen Show (4:3)</PresentationFormat>
  <Paragraphs>77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Arial</vt:lpstr>
      <vt:lpstr>Comic Sans MS</vt:lpstr>
      <vt:lpstr>Tahoma</vt:lpstr>
      <vt:lpstr>Wingdings</vt:lpstr>
      <vt:lpstr>Default Design</vt:lpstr>
      <vt:lpstr>1_Default Design</vt:lpstr>
      <vt:lpstr>BLUEPRNT</vt:lpstr>
      <vt:lpstr>Lesson objective </vt:lpstr>
      <vt:lpstr>What does it mean?</vt:lpstr>
      <vt:lpstr>Central tendency </vt:lpstr>
      <vt:lpstr>MEAN</vt:lpstr>
      <vt:lpstr>MODE</vt:lpstr>
      <vt:lpstr>MEDIAN</vt:lpstr>
      <vt:lpstr>I do example (Copy) </vt:lpstr>
      <vt:lpstr>Whiteboards ready </vt:lpstr>
      <vt:lpstr>PowerPoint Presentation</vt:lpstr>
      <vt:lpstr>The mean is</vt:lpstr>
      <vt:lpstr>Find the mode of these numbers</vt:lpstr>
      <vt:lpstr>The mode is</vt:lpstr>
      <vt:lpstr>What is the median of these numbers?</vt:lpstr>
      <vt:lpstr>The median is</vt:lpstr>
      <vt:lpstr>Find the mean of these numbers</vt:lpstr>
      <vt:lpstr>The mean is </vt:lpstr>
      <vt:lpstr>Find the mode of these numbers</vt:lpstr>
      <vt:lpstr>The mode is </vt:lpstr>
      <vt:lpstr>Find the median of these numbers</vt:lpstr>
      <vt:lpstr>The median is </vt:lpstr>
      <vt:lpstr>Individual practice </vt:lpstr>
    </vt:vector>
  </TitlesOfParts>
  <Company>Student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Wonderful World of C1  Part One: Algebraic Processing Skills</dc:title>
  <dc:creator>mrbartonmaths.com</dc:creator>
  <cp:lastModifiedBy>DAVIES Rhys [Busselton Senior High School]</cp:lastModifiedBy>
  <cp:revision>58</cp:revision>
  <dcterms:created xsi:type="dcterms:W3CDTF">2005-09-06T18:54:43Z</dcterms:created>
  <dcterms:modified xsi:type="dcterms:W3CDTF">2023-11-02T00:27:31Z</dcterms:modified>
</cp:coreProperties>
</file>