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7" r:id="rId3"/>
  </p:sldMasterIdLst>
  <p:sldIdLst>
    <p:sldId id="256" r:id="rId4"/>
    <p:sldId id="336" r:id="rId5"/>
    <p:sldId id="337" r:id="rId6"/>
    <p:sldId id="276" r:id="rId7"/>
    <p:sldId id="278" r:id="rId8"/>
    <p:sldId id="307" r:id="rId9"/>
    <p:sldId id="341" r:id="rId10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FB9C-4EB4-3F64-EBB6-9BF43B8F3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6125D-54DF-115C-1447-5B93EABFF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E1088-95CC-6462-4A21-5DABBDB2D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78F0E-797F-EBAE-E217-CEA7FAE4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99526-854A-4049-529D-9606C395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99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D393-B4F2-D827-87CB-B30F39BE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4F7FC-B024-E1EA-8F57-C97083E23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9B75D-2EC7-1F63-5EA5-73EAE535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E089B-B3F1-BE6F-74D2-4C22A6EB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C182-5758-3E4B-4459-5F4880B2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00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91775-0C45-6854-6937-1460BE0A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9E072-A184-C5A8-8447-DD467A887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33347-2E14-23A4-740A-B9CB61FE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479D4-55EB-6625-F5FC-1E18709C1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86CD-2F74-424D-864F-3CAA09F85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97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35D6-7D20-07EC-9519-EE4D74F1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5EFB7-CD40-A793-98FD-2CF847934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C8A8B-C6E0-9787-E920-29D0F9F8F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2BEDF-1B0D-2307-6092-3B0691D6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B6F18-2D57-A9E0-A718-306F2E01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7D632-F243-8797-07D5-00F8313D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994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7661-065B-BCCE-09E5-B702135D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58DCC-5930-7AEF-F52F-DD820D442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C93D8-F944-93C7-44CE-166428B79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69E14C-1E69-1D8E-6133-6F82F18CF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A5533-B70E-B2B0-B87E-0A32C0F3F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D530F-F669-CA42-6316-D59471E6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B2BD2-F8A4-8F90-3D14-803F08B3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2BCB4-0F0C-0082-63CC-C5C8341D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838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75A5F-8092-7F7E-61F1-C891C38C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1B5E5-B5F3-BF0F-1A43-89FF5704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EB393-0D24-F45D-5E5B-D685BAF6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B0363-289B-5819-BF05-06B207B05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161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F3C16-DDFE-74B1-9B70-965C0CBF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420DED-B908-E9C4-AB81-CE72BB63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CF514-510C-B6EE-0310-24C3F99A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871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CDAB-C972-F82A-D477-DD6C99DA0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98AB3-E04B-107E-F23F-D5CB0DA83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9D7AF-4C77-FE29-4D0A-2B8216F59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5D133-157A-F9AD-003F-B62995CF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2AFFD-9906-950B-0AD1-EAF778F8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BDE26-D2C6-7BB9-CAC7-F67FF595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13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40AB-32E3-6766-26F1-A6D17F531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7CCC0-1E96-4744-5C89-B4FF162AE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69687-8767-0C6B-1F0E-F7F09103F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404EA-D456-96A2-25A7-B139DCBB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8D9D6-AEBB-2BB6-A31A-F8786EB22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11882-2981-9689-86C7-C985FEAF6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8862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22ED-C81F-AF55-27B9-29ACA920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A663B-8606-331C-72D9-1F3F9D20D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DE969-0B99-CDB5-F775-DA2D6126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AA72C-0E8E-C76D-64AF-24877AFA4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D47FF-4468-D8EB-8F3B-DC568F21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811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AB78F-AD0E-8498-E1BB-B6EFB6096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79465-4082-5803-1578-A4D63D0A7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E22CB-AEF6-AB77-9471-256C0F24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F47D5-A914-9A53-5CEA-5A48700F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F369-C651-65D1-1D21-E03112CE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8587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3572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184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331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6727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0008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9253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0054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1062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23662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7084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85904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91683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25218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07191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750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77514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12192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69904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50351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48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6926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5488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2014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7175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95462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2344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716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980E0-199E-2A5E-AD8F-D0DCE040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8EA95-398B-B7DB-3184-2E37DE665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D1890-FFEB-0B64-B2F7-1A19E769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7D481-A119-48BD-8D1B-D78555F23EB7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57681-BC4A-81A0-F40A-635A80BD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B69EC-A2DD-CF13-0056-96E0650F9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ADDB1-831A-40CA-9A00-098704FFCD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4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1588E-D072-4317-B878-3E9FE8CEA541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0313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pos="9216">
          <p15:clr>
            <a:srgbClr val="F26B43"/>
          </p15:clr>
        </p15:guide>
        <p15:guide id="3" pos="1248">
          <p15:clr>
            <a:srgbClr val="F26B43"/>
          </p15:clr>
        </p15:guide>
        <p15:guide id="4" pos="1152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AD577-FEE9-4F71-8BB1-E3A0AC9C4BD4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79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C46A69-7D26-A962-1535-8FF260C8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051AA9-DB30-060F-EDE6-A160B091E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237"/>
            <a:ext cx="10515600" cy="47027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b="1" dirty="0">
                <a:solidFill>
                  <a:schemeClr val="bg1"/>
                </a:solidFill>
              </a:rPr>
              <a:t>Title: Topic review </a:t>
            </a:r>
          </a:p>
          <a:p>
            <a:pPr marL="0" indent="0">
              <a:buNone/>
            </a:pPr>
            <a:endParaRPr lang="en-AU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b="1" dirty="0">
                <a:solidFill>
                  <a:schemeClr val="bg1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chemeClr val="bg1"/>
                </a:solidFill>
              </a:rPr>
              <a:t>Calculate mean, median and mode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chemeClr val="bg1"/>
                </a:solidFill>
              </a:rPr>
              <a:t>Identify outliers and interpret graphs</a:t>
            </a:r>
          </a:p>
          <a:p>
            <a:pPr marL="0" indent="0">
              <a:buNone/>
            </a:pPr>
            <a:endParaRPr lang="en-AU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b="1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chemeClr val="bg1"/>
                </a:solidFill>
              </a:rPr>
              <a:t>Step and leaf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chemeClr val="bg1"/>
                </a:solidFill>
              </a:rPr>
              <a:t>Dot plot 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chemeClr val="bg1"/>
                </a:solidFill>
              </a:rPr>
              <a:t>Graphs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EE7EF-2A02-6BE3-EA34-C8F49EA55370}"/>
              </a:ext>
            </a:extLst>
          </p:cNvPr>
          <p:cNvSpPr txBox="1"/>
          <p:nvPr/>
        </p:nvSpPr>
        <p:spPr>
          <a:xfrm>
            <a:off x="7548465" y="223935"/>
            <a:ext cx="301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highlight>
                  <a:srgbClr val="FFFF00"/>
                </a:highlight>
              </a:rPr>
              <a:t>Test Wednesday!</a:t>
            </a:r>
          </a:p>
        </p:txBody>
      </p:sp>
    </p:spTree>
    <p:extLst>
      <p:ext uri="{BB962C8B-B14F-4D97-AF65-F5344CB8AC3E}">
        <p14:creationId xmlns:p14="http://schemas.microsoft.com/office/powerpoint/2010/main" val="2505014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" t="15075" r="30405" b="72942"/>
          <a:stretch/>
        </p:blipFill>
        <p:spPr>
          <a:xfrm>
            <a:off x="403921" y="1583088"/>
            <a:ext cx="8601389" cy="3915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41858"/>
          <a:stretch/>
        </p:blipFill>
        <p:spPr>
          <a:xfrm>
            <a:off x="2423592" y="4932318"/>
            <a:ext cx="4860032" cy="1624971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5214926" y="5796184"/>
            <a:ext cx="2006906" cy="687365"/>
            <a:chOff x="3690926" y="5796183"/>
            <a:chExt cx="2006906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690926" y="5796183"/>
              <a:ext cx="2006906" cy="687365"/>
              <a:chOff x="5290238" y="6056746"/>
              <a:chExt cx="2006906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321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prstClr val="black"/>
                    </a:solidFill>
                    <a:latin typeface="Calibri"/>
                  </a:rPr>
                  <a:t>means ____</a:t>
                </a:r>
              </a:p>
            </p:txBody>
          </p:sp>
        </p:grp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39627" y="6166733"/>
              <a:ext cx="575110" cy="290938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3A385EA-5216-DBF3-73B2-6B23413FB0CA}"/>
              </a:ext>
            </a:extLst>
          </p:cNvPr>
          <p:cNvSpPr txBox="1"/>
          <p:nvPr/>
        </p:nvSpPr>
        <p:spPr>
          <a:xfrm>
            <a:off x="7940351" y="2519266"/>
            <a:ext cx="3816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Mean = </a:t>
            </a:r>
          </a:p>
          <a:p>
            <a:endParaRPr lang="en-AU" dirty="0"/>
          </a:p>
          <a:p>
            <a:r>
              <a:rPr lang="en-AU" dirty="0"/>
              <a:t>Mode = </a:t>
            </a:r>
          </a:p>
          <a:p>
            <a:endParaRPr lang="en-AU" dirty="0"/>
          </a:p>
          <a:p>
            <a:r>
              <a:rPr lang="en-AU" dirty="0"/>
              <a:t>Median = </a:t>
            </a:r>
          </a:p>
        </p:txBody>
      </p:sp>
    </p:spTree>
    <p:extLst>
      <p:ext uri="{BB962C8B-B14F-4D97-AF65-F5344CB8AC3E}">
        <p14:creationId xmlns:p14="http://schemas.microsoft.com/office/powerpoint/2010/main" val="229034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2072" y="1202839"/>
            <a:ext cx="7295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prstClr val="black"/>
                </a:solidFill>
                <a:latin typeface="Calibri"/>
              </a:rPr>
              <a:t>1, 2, 1, 5, 3, 4, 3, 2, 1, 3, 2, 5, 3, 4, 2, 1, 2, 1, 2, 1, 3, 4, 3, 2, 5, 4, 1, 2, 1, 3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2399"/>
          <a:stretch/>
        </p:blipFill>
        <p:spPr>
          <a:xfrm rot="16200000">
            <a:off x="6926472" y="3156227"/>
            <a:ext cx="4860032" cy="2448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4096" y="6278377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prstClr val="black"/>
                </a:solidFill>
                <a:latin typeface="Calibri"/>
              </a:rPr>
              <a:t>1  2  3  4  5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EF9E1-5B53-3476-5766-25CDA47C672A}"/>
              </a:ext>
            </a:extLst>
          </p:cNvPr>
          <p:cNvSpPr txBox="1"/>
          <p:nvPr/>
        </p:nvSpPr>
        <p:spPr>
          <a:xfrm>
            <a:off x="2034074" y="4687975"/>
            <a:ext cx="3816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Mean = </a:t>
            </a:r>
          </a:p>
          <a:p>
            <a:endParaRPr lang="en-AU" dirty="0"/>
          </a:p>
          <a:p>
            <a:r>
              <a:rPr lang="en-AU" dirty="0"/>
              <a:t>Mode = </a:t>
            </a:r>
          </a:p>
          <a:p>
            <a:endParaRPr lang="en-AU" dirty="0"/>
          </a:p>
          <a:p>
            <a:r>
              <a:rPr lang="en-AU" dirty="0"/>
              <a:t>Median = </a:t>
            </a:r>
          </a:p>
        </p:txBody>
      </p:sp>
    </p:spTree>
    <p:extLst>
      <p:ext uri="{BB962C8B-B14F-4D97-AF65-F5344CB8AC3E}">
        <p14:creationId xmlns:p14="http://schemas.microsoft.com/office/powerpoint/2010/main" val="338717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45C5-6376-95C9-69C2-7D96E3DF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178" y="233492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Daily review: You try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0F5E8-FF9C-5AC5-BAE1-E8C365CBB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650" y="2523042"/>
            <a:ext cx="4313864" cy="377762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mean.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887E3F-FBCA-959E-A33D-E2DE506AC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9068" y="2523042"/>
            <a:ext cx="4313864" cy="377762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mode </a:t>
            </a:r>
            <a:endParaRPr lang="en-AU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CC0D9F5-F334-CAFB-380D-1C11F27FD107}"/>
              </a:ext>
            </a:extLst>
          </p:cNvPr>
          <p:cNvSpPr txBox="1">
            <a:spLocks/>
          </p:cNvSpPr>
          <p:nvPr/>
        </p:nvSpPr>
        <p:spPr>
          <a:xfrm>
            <a:off x="7695802" y="2523042"/>
            <a:ext cx="4313864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Calculate the median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B8520-4749-4386-233B-6874A51C76BB}"/>
              </a:ext>
            </a:extLst>
          </p:cNvPr>
          <p:cNvSpPr txBox="1"/>
          <p:nvPr/>
        </p:nvSpPr>
        <p:spPr>
          <a:xfrm>
            <a:off x="1903630" y="1207338"/>
            <a:ext cx="8252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21, 24, 76, 32, 24, 18, 52, 45, 67, </a:t>
            </a:r>
            <a:r>
              <a:rPr lang="en-US" sz="2400" dirty="0">
                <a:solidFill>
                  <a:prstClr val="black"/>
                </a:solidFill>
                <a:latin typeface="Century Gothic" panose="020B0502020202020204"/>
              </a:rPr>
              <a:t>110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45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 order: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6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32229-69AB-1B61-832F-3FB5A590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180" y="197982"/>
            <a:ext cx="4509210" cy="108928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Misleading representations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FDDE-DEF6-AE09-9DDA-A10381127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911" y="2133600"/>
            <a:ext cx="5146089" cy="3777622"/>
          </a:xfrm>
        </p:spPr>
        <p:txBody>
          <a:bodyPr>
            <a:normAutofit/>
          </a:bodyPr>
          <a:lstStyle/>
          <a:p>
            <a:r>
              <a:rPr lang="en-US" sz="2000" b="1" dirty="0"/>
              <a:t>What is wrong with this graph? </a:t>
            </a:r>
          </a:p>
          <a:p>
            <a:endParaRPr lang="en-US" sz="2000" b="1" dirty="0"/>
          </a:p>
          <a:p>
            <a:r>
              <a:rPr lang="en-US" sz="2000" b="1" dirty="0"/>
              <a:t>What is it missing? </a:t>
            </a:r>
            <a:endParaRPr lang="en-AU" sz="20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C590B9-E0CC-21A7-D665-9A7CB8B73397}"/>
              </a:ext>
            </a:extLst>
          </p:cNvPr>
          <p:cNvGrpSpPr/>
          <p:nvPr/>
        </p:nvGrpSpPr>
        <p:grpSpPr>
          <a:xfrm>
            <a:off x="7417645" y="406078"/>
            <a:ext cx="4362859" cy="6045843"/>
            <a:chOff x="6318025" y="219441"/>
            <a:chExt cx="4362859" cy="60458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2D4326D-4EC8-8749-A73B-1C401C2750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b="-263"/>
            <a:stretch/>
          </p:blipFill>
          <p:spPr>
            <a:xfrm rot="16200000">
              <a:off x="5296222" y="2434205"/>
              <a:ext cx="4860032" cy="280212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F89FBE-D987-F580-9D47-385542111A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425" b="-263"/>
            <a:stretch/>
          </p:blipFill>
          <p:spPr>
            <a:xfrm rot="16200000">
              <a:off x="6911655" y="2496054"/>
              <a:ext cx="4860032" cy="267842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49EC180-12E1-3A01-FEBD-ED7F9BAFFA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988" t="10644" r="-5823" b="46552"/>
            <a:stretch/>
          </p:blipFill>
          <p:spPr>
            <a:xfrm>
              <a:off x="6318025" y="219441"/>
              <a:ext cx="4253456" cy="1196248"/>
            </a:xfrm>
            <a:prstGeom prst="rect">
              <a:avLst/>
            </a:prstGeom>
          </p:spPr>
        </p:pic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B37B26-D7C8-F01B-0734-FCACFF21AA1E}"/>
              </a:ext>
            </a:extLst>
          </p:cNvPr>
          <p:cNvCxnSpPr/>
          <p:nvPr/>
        </p:nvCxnSpPr>
        <p:spPr>
          <a:xfrm flipV="1">
            <a:off x="8218544" y="2016830"/>
            <a:ext cx="388566" cy="25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FDF914-F97A-A180-B61F-EAE732C6F55D}"/>
              </a:ext>
            </a:extLst>
          </p:cNvPr>
          <p:cNvCxnSpPr/>
          <p:nvPr/>
        </p:nvCxnSpPr>
        <p:spPr>
          <a:xfrm flipV="1">
            <a:off x="8198447" y="2010850"/>
            <a:ext cx="0" cy="398244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D28516-5315-61FD-5B21-4939641A97B5}"/>
              </a:ext>
            </a:extLst>
          </p:cNvPr>
          <p:cNvCxnSpPr/>
          <p:nvPr/>
        </p:nvCxnSpPr>
        <p:spPr>
          <a:xfrm flipV="1">
            <a:off x="8576740" y="2010850"/>
            <a:ext cx="0" cy="39734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B0E29D-B01E-B064-AE2A-348404DA5413}"/>
              </a:ext>
            </a:extLst>
          </p:cNvPr>
          <p:cNvCxnSpPr/>
          <p:nvPr/>
        </p:nvCxnSpPr>
        <p:spPr>
          <a:xfrm flipV="1">
            <a:off x="8985631" y="3600760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A82CF-0DD5-27C2-5243-0C673A3AB372}"/>
              </a:ext>
            </a:extLst>
          </p:cNvPr>
          <p:cNvCxnSpPr/>
          <p:nvPr/>
        </p:nvCxnSpPr>
        <p:spPr>
          <a:xfrm flipH="1" flipV="1">
            <a:off x="8985631" y="3620257"/>
            <a:ext cx="0" cy="23780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763C7B-8103-D38D-53FA-93BFCDF85951}"/>
              </a:ext>
            </a:extLst>
          </p:cNvPr>
          <p:cNvCxnSpPr/>
          <p:nvPr/>
        </p:nvCxnSpPr>
        <p:spPr>
          <a:xfrm flipH="1" flipV="1">
            <a:off x="9374112" y="3600759"/>
            <a:ext cx="0" cy="23901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494FC4-DA3F-9935-BAF3-66AA120BEDDD}"/>
              </a:ext>
            </a:extLst>
          </p:cNvPr>
          <p:cNvCxnSpPr/>
          <p:nvPr/>
        </p:nvCxnSpPr>
        <p:spPr>
          <a:xfrm flipV="1">
            <a:off x="9760870" y="2403816"/>
            <a:ext cx="388566" cy="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30133E-FFFE-EE19-56D3-4BC52EAF7722}"/>
              </a:ext>
            </a:extLst>
          </p:cNvPr>
          <p:cNvCxnSpPr/>
          <p:nvPr/>
        </p:nvCxnSpPr>
        <p:spPr>
          <a:xfrm flipV="1">
            <a:off x="9756087" y="2403815"/>
            <a:ext cx="0" cy="3594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9D2C61-8CF4-C70B-8A70-A076DBAA4372}"/>
              </a:ext>
            </a:extLst>
          </p:cNvPr>
          <p:cNvCxnSpPr/>
          <p:nvPr/>
        </p:nvCxnSpPr>
        <p:spPr>
          <a:xfrm flipV="1">
            <a:off x="10136012" y="2396671"/>
            <a:ext cx="0" cy="3594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DF6303-57C4-2A2A-0E0F-8945914C6A33}"/>
              </a:ext>
            </a:extLst>
          </p:cNvPr>
          <p:cNvCxnSpPr/>
          <p:nvPr/>
        </p:nvCxnSpPr>
        <p:spPr>
          <a:xfrm flipV="1">
            <a:off x="10538552" y="1438668"/>
            <a:ext cx="388566" cy="259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FF9F33-4897-B694-83DD-16F8F86839FE}"/>
              </a:ext>
            </a:extLst>
          </p:cNvPr>
          <p:cNvCxnSpPr/>
          <p:nvPr/>
        </p:nvCxnSpPr>
        <p:spPr>
          <a:xfrm flipV="1">
            <a:off x="10522223" y="1438668"/>
            <a:ext cx="0" cy="4545617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B5BC88-4BB7-C5E2-95A4-13055ECA5234}"/>
              </a:ext>
            </a:extLst>
          </p:cNvPr>
          <p:cNvCxnSpPr/>
          <p:nvPr/>
        </p:nvCxnSpPr>
        <p:spPr>
          <a:xfrm flipV="1">
            <a:off x="10904216" y="1438668"/>
            <a:ext cx="0" cy="4545617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313B45-EF49-A1C4-CD1B-F82C44785C59}"/>
              </a:ext>
            </a:extLst>
          </p:cNvPr>
          <p:cNvCxnSpPr/>
          <p:nvPr/>
        </p:nvCxnSpPr>
        <p:spPr>
          <a:xfrm flipV="1">
            <a:off x="11304027" y="3419869"/>
            <a:ext cx="388566" cy="25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E7C5B3-C8DB-0826-AAA1-6D41284072CC}"/>
              </a:ext>
            </a:extLst>
          </p:cNvPr>
          <p:cNvCxnSpPr/>
          <p:nvPr/>
        </p:nvCxnSpPr>
        <p:spPr>
          <a:xfrm flipV="1">
            <a:off x="11304027" y="3435591"/>
            <a:ext cx="0" cy="25552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F81268-E8E3-B121-A6CA-E67BF803E3A8}"/>
              </a:ext>
            </a:extLst>
          </p:cNvPr>
          <p:cNvCxnSpPr/>
          <p:nvPr/>
        </p:nvCxnSpPr>
        <p:spPr>
          <a:xfrm flipV="1">
            <a:off x="11678251" y="3429000"/>
            <a:ext cx="0" cy="25552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95C0D45-160E-4A86-51E3-735146F8B344}"/>
              </a:ext>
            </a:extLst>
          </p:cNvPr>
          <p:cNvSpPr txBox="1"/>
          <p:nvPr/>
        </p:nvSpPr>
        <p:spPr>
          <a:xfrm>
            <a:off x="7127332" y="5813353"/>
            <a:ext cx="240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C3DA80-653F-BC5E-60E8-6B831576F93E}"/>
              </a:ext>
            </a:extLst>
          </p:cNvPr>
          <p:cNvSpPr txBox="1"/>
          <p:nvPr/>
        </p:nvSpPr>
        <p:spPr>
          <a:xfrm>
            <a:off x="7118417" y="5035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257921-7520-3A1E-4209-B71FDC515126}"/>
              </a:ext>
            </a:extLst>
          </p:cNvPr>
          <p:cNvSpPr txBox="1"/>
          <p:nvPr/>
        </p:nvSpPr>
        <p:spPr>
          <a:xfrm>
            <a:off x="7105530" y="42582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A9D0F0-8AC3-75A9-182C-36C194AEAD55}"/>
              </a:ext>
            </a:extLst>
          </p:cNvPr>
          <p:cNvSpPr txBox="1"/>
          <p:nvPr/>
        </p:nvSpPr>
        <p:spPr>
          <a:xfrm>
            <a:off x="7011284" y="1948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4513FF-6C0E-7897-D483-A6F2BB4242EF}"/>
              </a:ext>
            </a:extLst>
          </p:cNvPr>
          <p:cNvSpPr txBox="1"/>
          <p:nvPr/>
        </p:nvSpPr>
        <p:spPr>
          <a:xfrm>
            <a:off x="6998941" y="1212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766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55E08-0E23-67DB-93C2-0F5736C2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Think, pair and share.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5011B-D863-329C-C483-9FBF6D47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How many people in the survey?</a:t>
            </a:r>
          </a:p>
          <a:p>
            <a:pPr marL="0" indent="0">
              <a:buNone/>
            </a:pPr>
            <a:r>
              <a:rPr lang="en-AU" dirty="0"/>
              <a:t>How many people have a shoe size of 8? </a:t>
            </a:r>
          </a:p>
        </p:txBody>
      </p:sp>
      <p:pic>
        <p:nvPicPr>
          <p:cNvPr id="4" name="Picture 2" descr="Comparing Dot Plots Visually">
            <a:extLst>
              <a:ext uri="{FF2B5EF4-FFF2-40B4-BE49-F238E27FC236}">
                <a16:creationId xmlns:a16="http://schemas.microsoft.com/office/drawing/2014/main" id="{4569CED3-4BDC-6756-DC13-47AC7D872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713576"/>
            <a:ext cx="10582275" cy="314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36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7018-7AEA-CDA0-574A-33DE8361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check – can you….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40A6-124D-BB8E-2D48-E62DB2E7B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Calculate mean, mode, median and range? </a:t>
            </a:r>
          </a:p>
          <a:p>
            <a:pPr>
              <a:buFontTx/>
              <a:buChar char="-"/>
            </a:pPr>
            <a:r>
              <a:rPr lang="en-US" dirty="0"/>
              <a:t>Identify outliers and say what they do? </a:t>
            </a:r>
          </a:p>
          <a:p>
            <a:pPr>
              <a:buFontTx/>
              <a:buChar char="-"/>
            </a:pPr>
            <a:r>
              <a:rPr lang="en-US" dirty="0"/>
              <a:t>Know how to make a dot plot and a stem and leaf? </a:t>
            </a:r>
          </a:p>
          <a:p>
            <a:pPr>
              <a:buFontTx/>
              <a:buChar char="-"/>
            </a:pPr>
            <a:r>
              <a:rPr lang="en-US" dirty="0"/>
              <a:t>Know when do use these? </a:t>
            </a:r>
          </a:p>
          <a:p>
            <a:pPr>
              <a:buFontTx/>
              <a:buChar char="-"/>
            </a:pPr>
            <a:r>
              <a:rPr lang="en-US" dirty="0"/>
              <a:t>Identify errors on a graph?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6B155-FFB3-B8C0-D0C2-0FD83FFAEACC}"/>
              </a:ext>
            </a:extLst>
          </p:cNvPr>
          <p:cNvSpPr txBox="1"/>
          <p:nvPr/>
        </p:nvSpPr>
        <p:spPr>
          <a:xfrm>
            <a:off x="6372808" y="4002833"/>
            <a:ext cx="4627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Page 315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Questions 7 – 14</a:t>
            </a:r>
          </a:p>
          <a:p>
            <a:endParaRPr lang="en-US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97496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264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Wingdings</vt:lpstr>
      <vt:lpstr>Wingdings 3</vt:lpstr>
      <vt:lpstr>Office Theme</vt:lpstr>
      <vt:lpstr>Wisp</vt:lpstr>
      <vt:lpstr>1_Office Theme</vt:lpstr>
      <vt:lpstr>Lesson objective </vt:lpstr>
      <vt:lpstr>Putting data into a Stem and Leaf Diagram</vt:lpstr>
      <vt:lpstr>Putting data into a Dot Plot</vt:lpstr>
      <vt:lpstr>Daily review: You try </vt:lpstr>
      <vt:lpstr>Misleading representations </vt:lpstr>
      <vt:lpstr>Think, pair and share. </vt:lpstr>
      <vt:lpstr>Skills check – can you….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3</cp:revision>
  <cp:lastPrinted>2023-11-21T05:38:32Z</cp:lastPrinted>
  <dcterms:created xsi:type="dcterms:W3CDTF">2023-11-20T02:28:04Z</dcterms:created>
  <dcterms:modified xsi:type="dcterms:W3CDTF">2023-11-21T05:38:41Z</dcterms:modified>
</cp:coreProperties>
</file>