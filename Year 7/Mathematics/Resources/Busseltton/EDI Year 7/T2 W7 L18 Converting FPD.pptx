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67" r:id="rId3"/>
    <p:sldId id="271" r:id="rId4"/>
    <p:sldId id="257" r:id="rId5"/>
    <p:sldId id="273" r:id="rId6"/>
    <p:sldId id="259" r:id="rId7"/>
    <p:sldId id="268" r:id="rId8"/>
    <p:sldId id="260" r:id="rId9"/>
    <p:sldId id="269" r:id="rId10"/>
    <p:sldId id="261" r:id="rId11"/>
    <p:sldId id="274" r:id="rId12"/>
    <p:sldId id="265" r:id="rId13"/>
    <p:sldId id="264" r:id="rId14"/>
    <p:sldId id="263" r:id="rId15"/>
    <p:sldId id="262" r:id="rId16"/>
    <p:sldId id="258"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8EB21"/>
    <a:srgbClr val="CCFF99"/>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890B8F-E9C9-4CD3-B6F2-1C06A65882AF}" type="datetimeFigureOut">
              <a:rPr lang="en-GB" smtClean="0"/>
              <a:t>07/06/2023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19785-B2B2-4D26-A156-002371276590}" type="slidenum">
              <a:rPr lang="en-GB" smtClean="0"/>
              <a:t>‹#›</a:t>
            </a:fld>
            <a:endParaRPr lang="en-GB"/>
          </a:p>
        </p:txBody>
      </p:sp>
    </p:spTree>
    <p:extLst>
      <p:ext uri="{BB962C8B-B14F-4D97-AF65-F5344CB8AC3E}">
        <p14:creationId xmlns:p14="http://schemas.microsoft.com/office/powerpoint/2010/main" val="275151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slides 5, 7, 9, 12-14 for students to copy examples as </a:t>
            </a:r>
            <a:r>
              <a:rPr lang="en-US"/>
              <a:t>your write. </a:t>
            </a:r>
            <a:endParaRPr lang="en-AU"/>
          </a:p>
        </p:txBody>
      </p:sp>
      <p:sp>
        <p:nvSpPr>
          <p:cNvPr id="4" name="Slide Number Placeholder 3"/>
          <p:cNvSpPr>
            <a:spLocks noGrp="1"/>
          </p:cNvSpPr>
          <p:nvPr>
            <p:ph type="sldNum" sz="quarter" idx="5"/>
          </p:nvPr>
        </p:nvSpPr>
        <p:spPr/>
        <p:txBody>
          <a:bodyPr/>
          <a:lstStyle/>
          <a:p>
            <a:fld id="{E8319785-B2B2-4D26-A156-002371276590}" type="slidenum">
              <a:rPr lang="en-GB" smtClean="0"/>
              <a:t>1</a:t>
            </a:fld>
            <a:endParaRPr lang="en-GB"/>
          </a:p>
        </p:txBody>
      </p:sp>
    </p:spTree>
    <p:extLst>
      <p:ext uri="{BB962C8B-B14F-4D97-AF65-F5344CB8AC3E}">
        <p14:creationId xmlns:p14="http://schemas.microsoft.com/office/powerpoint/2010/main" val="3170652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763259-5AAC-4164-AE1B-42868CAD15A1}" type="slidenum">
              <a:rPr lang="en-GB"/>
              <a:pPr/>
              <a:t>11</a:t>
            </a:fld>
            <a:endParaRPr lang="en-GB"/>
          </a:p>
        </p:txBody>
      </p:sp>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p:txBody>
          <a:bodyPr/>
          <a:lstStyle/>
          <a:p>
            <a:r>
              <a:rPr lang="en-GB"/>
              <a:t>Explain the meaning of 1% with reference to fractions and decimals.</a:t>
            </a:r>
          </a:p>
          <a:p>
            <a:r>
              <a:rPr lang="en-GB" b="1" i="1"/>
              <a:t>We can work out 1% of something by dividing it by 100.</a:t>
            </a:r>
          </a:p>
          <a:p>
            <a:endParaRPr lang="en-GB"/>
          </a:p>
          <a:p>
            <a:endParaRPr lang="en-GB"/>
          </a:p>
          <a:p>
            <a:endParaRPr lang="en-GB"/>
          </a:p>
        </p:txBody>
      </p:sp>
    </p:spTree>
    <p:extLst>
      <p:ext uri="{BB962C8B-B14F-4D97-AF65-F5344CB8AC3E}">
        <p14:creationId xmlns:p14="http://schemas.microsoft.com/office/powerpoint/2010/main" val="61330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8319785-B2B2-4D26-A156-002371276590}" type="slidenum">
              <a:rPr lang="en-GB" smtClean="0"/>
              <a:t>15</a:t>
            </a:fld>
            <a:endParaRPr lang="en-GB"/>
          </a:p>
        </p:txBody>
      </p:sp>
    </p:spTree>
    <p:extLst>
      <p:ext uri="{BB962C8B-B14F-4D97-AF65-F5344CB8AC3E}">
        <p14:creationId xmlns:p14="http://schemas.microsoft.com/office/powerpoint/2010/main" val="4263945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EA993FB-AE5D-4FBD-95D9-434C60B634DC}"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EA993FB-AE5D-4FBD-95D9-434C60B634DC}"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993FB-AE5D-4FBD-95D9-434C60B634DC}"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EA993FB-AE5D-4FBD-95D9-434C60B634DC}"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EA993FB-AE5D-4FBD-95D9-434C60B634DC}" type="datetimeFigureOut">
              <a:rPr lang="en-GB" smtClean="0"/>
              <a:t>07/06/2023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EA993FB-AE5D-4FBD-95D9-434C60B634DC}" type="datetimeFigureOut">
              <a:rPr lang="en-GB" smtClean="0"/>
              <a:t>07/06/2023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993FB-AE5D-4FBD-95D9-434C60B634DC}" type="datetimeFigureOut">
              <a:rPr lang="en-GB" smtClean="0"/>
              <a:t>07/06/2023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993FB-AE5D-4FBD-95D9-434C60B634DC}"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993FB-AE5D-4FBD-95D9-434C60B634DC}"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EA993FB-AE5D-4FBD-95D9-434C60B634DC}"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EA993FB-AE5D-4FBD-95D9-434C60B634DC}"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9437E0-1732-47AD-B73A-AF4C2C0B86AB}"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A004A001-4CDC-4F00-ABF0-04AFA540E6E0}" type="datetimeFigureOut">
              <a:rPr lang="en-GB" smtClean="0"/>
              <a:t>07/06/2023</a:t>
            </a:fld>
            <a:endParaRPr lang="en-GB"/>
          </a:p>
        </p:txBody>
      </p:sp>
      <p:sp>
        <p:nvSpPr>
          <p:cNvPr id="19" name="Footer Placeholder 18"/>
          <p:cNvSpPr>
            <a:spLocks noGrp="1"/>
          </p:cNvSpPr>
          <p:nvPr>
            <p:ph type="ftr" sz="quarter" idx="11"/>
          </p:nvPr>
        </p:nvSpPr>
        <p:spPr/>
        <p:txBody>
          <a:bodyPr/>
          <a:lstStyle/>
          <a:p>
            <a:endParaRPr lang="en-GB"/>
          </a:p>
        </p:txBody>
      </p:sp>
      <p:sp>
        <p:nvSpPr>
          <p:cNvPr id="27" name="Slide Number Placeholder 26"/>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422284814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004A001-4CDC-4F00-ABF0-04AFA540E6E0}"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63575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004A001-4CDC-4F00-ABF0-04AFA540E6E0}"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248034771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004A001-4CDC-4F00-ABF0-04AFA540E6E0}"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897269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004A001-4CDC-4F00-ABF0-04AFA540E6E0}" type="datetimeFigureOut">
              <a:rPr lang="en-GB" smtClean="0"/>
              <a:t>07/06/2023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966418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A004A001-4CDC-4F00-ABF0-04AFA540E6E0}" type="datetimeFigureOut">
              <a:rPr lang="en-GB" smtClean="0"/>
              <a:t>07/06/2023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20233578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04A001-4CDC-4F00-ABF0-04AFA540E6E0}" type="datetimeFigureOut">
              <a:rPr lang="en-GB" smtClean="0"/>
              <a:t>07/06/2023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4182012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004A001-4CDC-4F00-ABF0-04AFA540E6E0}"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3348557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004A001-4CDC-4F00-ABF0-04AFA540E6E0}" type="datetimeFigureOut">
              <a:rPr lang="en-GB" smtClean="0"/>
              <a:t>07/06/2023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077200" y="6356350"/>
            <a:ext cx="609600" cy="365125"/>
          </a:xfrm>
        </p:spPr>
        <p:txBody>
          <a:bodyPr/>
          <a:lstStyle/>
          <a:p>
            <a:fld id="{7E9C4C2A-2489-450C-B26C-E7B03AADA732}" type="slidenum">
              <a:rPr lang="en-GB" smtClean="0"/>
              <a:t>‹#›</a:t>
            </a:fld>
            <a:endParaRPr lang="en-GB"/>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extLst>
      <p:ext uri="{BB962C8B-B14F-4D97-AF65-F5344CB8AC3E}">
        <p14:creationId xmlns:p14="http://schemas.microsoft.com/office/powerpoint/2010/main" val="19821085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004A001-4CDC-4F00-ABF0-04AFA540E6E0}"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24396759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004A001-4CDC-4F00-ABF0-04AFA540E6E0}" type="datetimeFigureOut">
              <a:rPr lang="en-GB" smtClean="0"/>
              <a:t>07/06/2023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9C4C2A-2489-450C-B26C-E7B03AADA732}" type="slidenum">
              <a:rPr lang="en-GB" smtClean="0"/>
              <a:t>‹#›</a:t>
            </a:fld>
            <a:endParaRPr lang="en-GB"/>
          </a:p>
        </p:txBody>
      </p:sp>
    </p:spTree>
    <p:extLst>
      <p:ext uri="{BB962C8B-B14F-4D97-AF65-F5344CB8AC3E}">
        <p14:creationId xmlns:p14="http://schemas.microsoft.com/office/powerpoint/2010/main" val="3178717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99">
            <a:alpha val="62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A993FB-AE5D-4FBD-95D9-434C60B634DC}" type="datetimeFigureOut">
              <a:rPr lang="en-GB" smtClean="0"/>
              <a:t>07/06/2023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437E0-1732-47AD-B73A-AF4C2C0B86AB}"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004A001-4CDC-4F00-ABF0-04AFA540E6E0}" type="datetimeFigureOut">
              <a:rPr lang="en-GB" smtClean="0"/>
              <a:t>07/06/2023</a:t>
            </a:fld>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E9C4C2A-2489-450C-B26C-E7B03AADA732}" type="slidenum">
              <a:rPr lang="en-GB" smtClean="0"/>
              <a:t>‹#›</a:t>
            </a:fld>
            <a:endParaRPr lang="en-GB"/>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extLst>
      <p:ext uri="{BB962C8B-B14F-4D97-AF65-F5344CB8AC3E}">
        <p14:creationId xmlns:p14="http://schemas.microsoft.com/office/powerpoint/2010/main" val="577088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FDP%20millionnaire.ppt"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96B292C-EB4D-457C-A989-7EF985134ECA}"/>
              </a:ext>
            </a:extLst>
          </p:cNvPr>
          <p:cNvSpPr>
            <a:spLocks noGrp="1"/>
          </p:cNvSpPr>
          <p:nvPr>
            <p:ph type="title"/>
          </p:nvPr>
        </p:nvSpPr>
        <p:spPr/>
        <p:txBody>
          <a:bodyPr/>
          <a:lstStyle/>
          <a:p>
            <a:pPr algn="l"/>
            <a:r>
              <a:rPr lang="en-AU" dirty="0"/>
              <a:t>Lesson objective </a:t>
            </a:r>
          </a:p>
        </p:txBody>
      </p:sp>
      <p:sp>
        <p:nvSpPr>
          <p:cNvPr id="11" name="Content Placeholder 10">
            <a:extLst>
              <a:ext uri="{FF2B5EF4-FFF2-40B4-BE49-F238E27FC236}">
                <a16:creationId xmlns:a16="http://schemas.microsoft.com/office/drawing/2014/main" id="{19C952B9-BB25-4F42-954B-357C48A824CB}"/>
              </a:ext>
            </a:extLst>
          </p:cNvPr>
          <p:cNvSpPr>
            <a:spLocks noGrp="1"/>
          </p:cNvSpPr>
          <p:nvPr>
            <p:ph idx="1"/>
          </p:nvPr>
        </p:nvSpPr>
        <p:spPr>
          <a:xfrm>
            <a:off x="457200" y="1268760"/>
            <a:ext cx="8229600" cy="5314602"/>
          </a:xfrm>
        </p:spPr>
        <p:txBody>
          <a:bodyPr>
            <a:normAutofit/>
          </a:bodyPr>
          <a:lstStyle/>
          <a:p>
            <a:pPr marL="0" indent="0" algn="ctr">
              <a:buNone/>
            </a:pPr>
            <a:r>
              <a:rPr lang="en-AU" dirty="0"/>
              <a:t>Title: </a:t>
            </a:r>
            <a:r>
              <a:rPr lang="en-AU" dirty="0">
                <a:solidFill>
                  <a:srgbClr val="00B0F0"/>
                </a:solidFill>
              </a:rPr>
              <a:t>Decimals, fractions and percentage </a:t>
            </a:r>
          </a:p>
          <a:p>
            <a:pPr marL="0" indent="0" algn="ctr">
              <a:buNone/>
            </a:pPr>
            <a:endParaRPr lang="en-AU" dirty="0">
              <a:solidFill>
                <a:srgbClr val="00B0F0"/>
              </a:solidFill>
            </a:endParaRPr>
          </a:p>
          <a:p>
            <a:pPr marL="0" indent="0">
              <a:buNone/>
            </a:pPr>
            <a:endParaRPr lang="en-AU" dirty="0">
              <a:solidFill>
                <a:srgbClr val="00B0F0"/>
              </a:solidFill>
            </a:endParaRPr>
          </a:p>
          <a:p>
            <a:pPr marL="0" indent="0">
              <a:buNone/>
            </a:pPr>
            <a:r>
              <a:rPr lang="en-AU" dirty="0">
                <a:solidFill>
                  <a:srgbClr val="00B0F0"/>
                </a:solidFill>
              </a:rPr>
              <a:t>Aim: </a:t>
            </a:r>
          </a:p>
          <a:p>
            <a:pPr>
              <a:buFont typeface="Wingdings" panose="05000000000000000000" pitchFamily="2" charset="2"/>
              <a:buChar char="q"/>
            </a:pPr>
            <a:r>
              <a:rPr lang="en-AU" dirty="0">
                <a:solidFill>
                  <a:srgbClr val="00B0F0"/>
                </a:solidFill>
              </a:rPr>
              <a:t> Convert decimals, fractions and percentages </a:t>
            </a:r>
          </a:p>
          <a:p>
            <a:pPr>
              <a:buFont typeface="Wingdings" panose="05000000000000000000" pitchFamily="2" charset="2"/>
              <a:buChar char="q"/>
            </a:pPr>
            <a:r>
              <a:rPr lang="en-AU" dirty="0">
                <a:solidFill>
                  <a:srgbClr val="00B0F0"/>
                </a:solidFill>
              </a:rPr>
              <a:t> Shade percentages of shapes</a:t>
            </a:r>
          </a:p>
          <a:p>
            <a:pPr marL="0" indent="0">
              <a:buNone/>
            </a:pPr>
            <a:r>
              <a:rPr lang="en-AU" dirty="0">
                <a:solidFill>
                  <a:srgbClr val="00B0F0"/>
                </a:solidFill>
              </a:rPr>
              <a:t>Plan: </a:t>
            </a:r>
          </a:p>
          <a:p>
            <a:pPr>
              <a:buFontTx/>
              <a:buChar char="-"/>
            </a:pPr>
            <a:r>
              <a:rPr lang="en-AU" dirty="0">
                <a:solidFill>
                  <a:srgbClr val="00B0F0"/>
                </a:solidFill>
              </a:rPr>
              <a:t>Daily review: place value</a:t>
            </a:r>
          </a:p>
          <a:p>
            <a:pPr>
              <a:buFontTx/>
              <a:buChar char="-"/>
            </a:pPr>
            <a:r>
              <a:rPr lang="en-AU" dirty="0">
                <a:solidFill>
                  <a:srgbClr val="00B0F0"/>
                </a:solidFill>
              </a:rPr>
              <a:t>Converting </a:t>
            </a:r>
          </a:p>
        </p:txBody>
      </p:sp>
      <p:sp>
        <p:nvSpPr>
          <p:cNvPr id="2" name="TextBox 1">
            <a:extLst>
              <a:ext uri="{FF2B5EF4-FFF2-40B4-BE49-F238E27FC236}">
                <a16:creationId xmlns:a16="http://schemas.microsoft.com/office/drawing/2014/main" id="{65DD49E0-BE06-4CEF-CAD8-19A256E82D87}"/>
              </a:ext>
            </a:extLst>
          </p:cNvPr>
          <p:cNvSpPr txBox="1"/>
          <p:nvPr/>
        </p:nvSpPr>
        <p:spPr>
          <a:xfrm>
            <a:off x="6084168" y="44624"/>
            <a:ext cx="2448272" cy="923330"/>
          </a:xfrm>
          <a:prstGeom prst="rect">
            <a:avLst/>
          </a:prstGeom>
          <a:noFill/>
        </p:spPr>
        <p:txBody>
          <a:bodyPr wrap="square" rtlCol="0">
            <a:spAutoFit/>
          </a:bodyPr>
          <a:lstStyle/>
          <a:p>
            <a:r>
              <a:rPr lang="en-US" b="1" dirty="0" err="1">
                <a:highlight>
                  <a:srgbClr val="00FF00"/>
                </a:highlight>
              </a:rPr>
              <a:t>PBiS</a:t>
            </a:r>
            <a:r>
              <a:rPr lang="en-US" b="1" dirty="0">
                <a:highlight>
                  <a:srgbClr val="00FF00"/>
                </a:highlight>
              </a:rPr>
              <a:t> Focus </a:t>
            </a:r>
          </a:p>
          <a:p>
            <a:r>
              <a:rPr lang="en-US" b="1" dirty="0">
                <a:highlight>
                  <a:srgbClr val="00FF00"/>
                </a:highlight>
              </a:rPr>
              <a:t>Respect (listening)</a:t>
            </a:r>
          </a:p>
          <a:p>
            <a:r>
              <a:rPr lang="en-US" b="1" dirty="0">
                <a:highlight>
                  <a:srgbClr val="00FF00"/>
                </a:highlight>
              </a:rPr>
              <a:t>Learn (Participation)</a:t>
            </a:r>
            <a:endParaRPr lang="en-AU" b="1" dirty="0">
              <a:highlight>
                <a:srgbClr val="00FF00"/>
              </a:highlight>
            </a:endParaRPr>
          </a:p>
        </p:txBody>
      </p:sp>
      <p:sp>
        <p:nvSpPr>
          <p:cNvPr id="3" name="TextBox 2">
            <a:extLst>
              <a:ext uri="{FF2B5EF4-FFF2-40B4-BE49-F238E27FC236}">
                <a16:creationId xmlns:a16="http://schemas.microsoft.com/office/drawing/2014/main" id="{D01CABA1-145D-D353-C319-B4D22C7292EC}"/>
              </a:ext>
            </a:extLst>
          </p:cNvPr>
          <p:cNvSpPr txBox="1"/>
          <p:nvPr/>
        </p:nvSpPr>
        <p:spPr>
          <a:xfrm>
            <a:off x="5796136" y="1939044"/>
            <a:ext cx="2808312" cy="830997"/>
          </a:xfrm>
          <a:prstGeom prst="rect">
            <a:avLst/>
          </a:prstGeom>
          <a:noFill/>
        </p:spPr>
        <p:txBody>
          <a:bodyPr wrap="square" rtlCol="0">
            <a:spAutoFit/>
          </a:bodyPr>
          <a:lstStyle/>
          <a:p>
            <a:r>
              <a:rPr lang="en-US" sz="2400" b="1" dirty="0">
                <a:highlight>
                  <a:srgbClr val="FFFF00"/>
                </a:highlight>
              </a:rPr>
              <a:t>Need whiteboards and calculators. </a:t>
            </a:r>
            <a:endParaRPr lang="en-AU" sz="2400" b="1" dirty="0">
              <a:highlight>
                <a:srgbClr val="FFFF00"/>
              </a:highlight>
            </a:endParaRPr>
          </a:p>
        </p:txBody>
      </p:sp>
    </p:spTree>
    <p:extLst>
      <p:ext uri="{BB962C8B-B14F-4D97-AF65-F5344CB8AC3E}">
        <p14:creationId xmlns:p14="http://schemas.microsoft.com/office/powerpoint/2010/main" val="36243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A8F3B-8D2F-4786-B80E-92ED1E812833}"/>
              </a:ext>
            </a:extLst>
          </p:cNvPr>
          <p:cNvSpPr>
            <a:spLocks noGrp="1"/>
          </p:cNvSpPr>
          <p:nvPr>
            <p:ph type="title"/>
          </p:nvPr>
        </p:nvSpPr>
        <p:spPr/>
        <p:txBody>
          <a:bodyPr/>
          <a:lstStyle/>
          <a:p>
            <a:r>
              <a:rPr lang="en-AU" dirty="0"/>
              <a:t>Question for the day</a:t>
            </a:r>
          </a:p>
        </p:txBody>
      </p:sp>
      <p:sp>
        <p:nvSpPr>
          <p:cNvPr id="3" name="Content Placeholder 2">
            <a:extLst>
              <a:ext uri="{FF2B5EF4-FFF2-40B4-BE49-F238E27FC236}">
                <a16:creationId xmlns:a16="http://schemas.microsoft.com/office/drawing/2014/main" id="{A26C7B37-1C84-4C52-97ED-412223C139EB}"/>
              </a:ext>
            </a:extLst>
          </p:cNvPr>
          <p:cNvSpPr>
            <a:spLocks noGrp="1"/>
          </p:cNvSpPr>
          <p:nvPr>
            <p:ph idx="1"/>
          </p:nvPr>
        </p:nvSpPr>
        <p:spPr/>
        <p:txBody>
          <a:bodyPr/>
          <a:lstStyle/>
          <a:p>
            <a:pPr marL="0" indent="0">
              <a:buNone/>
            </a:pPr>
            <a:r>
              <a:rPr lang="en-AU" dirty="0"/>
              <a:t>In a fraction what is the number on top called?</a:t>
            </a:r>
          </a:p>
          <a:p>
            <a:pPr marL="0" indent="0">
              <a:buNone/>
            </a:pPr>
            <a:endParaRPr lang="en-AU" dirty="0"/>
          </a:p>
          <a:p>
            <a:pPr marL="0" indent="0">
              <a:buNone/>
            </a:pPr>
            <a:r>
              <a:rPr lang="en-AU" dirty="0">
                <a:solidFill>
                  <a:srgbClr val="FF0000"/>
                </a:solidFill>
              </a:rPr>
              <a:t>A: Numerator </a:t>
            </a:r>
          </a:p>
          <a:p>
            <a:pPr marL="0" indent="0">
              <a:buNone/>
            </a:pPr>
            <a:endParaRPr lang="en-AU" dirty="0"/>
          </a:p>
          <a:p>
            <a:pPr marL="0" indent="0">
              <a:buNone/>
            </a:pPr>
            <a:r>
              <a:rPr lang="en-AU" dirty="0"/>
              <a:t>What is the bottom number called?</a:t>
            </a:r>
          </a:p>
          <a:p>
            <a:pPr marL="0" indent="0">
              <a:buNone/>
            </a:pPr>
            <a:endParaRPr lang="en-AU" dirty="0"/>
          </a:p>
          <a:p>
            <a:pPr marL="0" indent="0">
              <a:buNone/>
            </a:pPr>
            <a:r>
              <a:rPr lang="en-AU" dirty="0">
                <a:solidFill>
                  <a:srgbClr val="FF0000"/>
                </a:solidFill>
              </a:rPr>
              <a:t>A: Denominator </a:t>
            </a:r>
          </a:p>
        </p:txBody>
      </p:sp>
      <p:sp>
        <p:nvSpPr>
          <p:cNvPr id="4" name="Star: 5 Points 3">
            <a:extLst>
              <a:ext uri="{FF2B5EF4-FFF2-40B4-BE49-F238E27FC236}">
                <a16:creationId xmlns:a16="http://schemas.microsoft.com/office/drawing/2014/main" id="{117FC9B4-F757-A157-8C85-1294320EE248}"/>
              </a:ext>
            </a:extLst>
          </p:cNvPr>
          <p:cNvSpPr/>
          <p:nvPr/>
        </p:nvSpPr>
        <p:spPr>
          <a:xfrm>
            <a:off x="611560" y="476672"/>
            <a:ext cx="864096" cy="864096"/>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14089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764704"/>
            <a:ext cx="8604448" cy="1508105"/>
          </a:xfrm>
          <a:prstGeom prst="rect">
            <a:avLst/>
          </a:prstGeom>
          <a:noFill/>
        </p:spPr>
        <p:txBody>
          <a:bodyPr wrap="square" rtlCol="0">
            <a:spAutoFit/>
          </a:bodyPr>
          <a:lstStyle/>
          <a:p>
            <a:r>
              <a:rPr lang="en-GB" sz="2800" dirty="0">
                <a:latin typeface="Tahoma" pitchFamily="34" charset="0"/>
                <a:ea typeface="Tahoma" pitchFamily="34" charset="0"/>
                <a:cs typeface="Tahoma" pitchFamily="34" charset="0"/>
              </a:rPr>
              <a:t>Fractions, decimals and percentages are just three ways of saying the same thing</a:t>
            </a:r>
            <a:r>
              <a:rPr lang="en-GB" dirty="0"/>
              <a:t>. </a:t>
            </a:r>
          </a:p>
          <a:p>
            <a:endParaRPr lang="en-GB" dirty="0"/>
          </a:p>
          <a:p>
            <a:endParaRPr lang="en-GB" dirty="0"/>
          </a:p>
        </p:txBody>
      </p:sp>
      <p:sp>
        <p:nvSpPr>
          <p:cNvPr id="3" name="Rectangle 2"/>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p:cNvSpPr txBox="1"/>
          <p:nvPr/>
        </p:nvSpPr>
        <p:spPr>
          <a:xfrm>
            <a:off x="899592" y="1772816"/>
            <a:ext cx="2448272" cy="2160239"/>
          </a:xfrm>
          <a:prstGeom prst="rect">
            <a:avLst/>
          </a:prstGeom>
          <a:solidFill>
            <a:schemeClr val="accent6">
              <a:lumMod val="60000"/>
              <a:lumOff val="40000"/>
            </a:schemeClr>
          </a:solidFill>
          <a:ln w="38100">
            <a:solidFill>
              <a:schemeClr val="accent2">
                <a:lumMod val="75000"/>
              </a:schemeClr>
            </a:solidFill>
          </a:ln>
        </p:spPr>
        <p:txBody>
          <a:bodyPr wrap="square" rtlCol="0">
            <a:spAutoFit/>
          </a:bodyPr>
          <a:lstStyle/>
          <a:p>
            <a:pPr algn="ctr"/>
            <a:r>
              <a:rPr lang="en-GB" sz="13500" dirty="0"/>
              <a:t>½</a:t>
            </a:r>
            <a:r>
              <a:rPr lang="en-GB" dirty="0"/>
              <a:t> </a:t>
            </a:r>
          </a:p>
        </p:txBody>
      </p:sp>
      <p:sp>
        <p:nvSpPr>
          <p:cNvPr id="20" name="TextBox 19"/>
          <p:cNvSpPr txBox="1"/>
          <p:nvPr/>
        </p:nvSpPr>
        <p:spPr>
          <a:xfrm>
            <a:off x="5220072" y="1772816"/>
            <a:ext cx="2448272" cy="2169825"/>
          </a:xfrm>
          <a:prstGeom prst="rect">
            <a:avLst/>
          </a:prstGeom>
          <a:solidFill>
            <a:schemeClr val="accent6">
              <a:lumMod val="60000"/>
              <a:lumOff val="40000"/>
            </a:schemeClr>
          </a:solidFill>
          <a:ln w="38100">
            <a:solidFill>
              <a:schemeClr val="accent2">
                <a:lumMod val="75000"/>
              </a:schemeClr>
            </a:solidFill>
          </a:ln>
        </p:spPr>
        <p:txBody>
          <a:bodyPr wrap="square" rtlCol="0">
            <a:spAutoFit/>
          </a:bodyPr>
          <a:lstStyle/>
          <a:p>
            <a:pPr algn="ctr"/>
            <a:r>
              <a:rPr lang="en-GB" sz="13500" dirty="0"/>
              <a:t>0.5</a:t>
            </a:r>
            <a:r>
              <a:rPr lang="en-GB" dirty="0"/>
              <a:t> </a:t>
            </a:r>
          </a:p>
        </p:txBody>
      </p:sp>
      <p:sp>
        <p:nvSpPr>
          <p:cNvPr id="21" name="TextBox 20"/>
          <p:cNvSpPr txBox="1"/>
          <p:nvPr/>
        </p:nvSpPr>
        <p:spPr>
          <a:xfrm>
            <a:off x="2915816" y="4509120"/>
            <a:ext cx="3096344" cy="1938992"/>
          </a:xfrm>
          <a:prstGeom prst="rect">
            <a:avLst/>
          </a:prstGeom>
          <a:solidFill>
            <a:schemeClr val="accent6">
              <a:lumMod val="60000"/>
              <a:lumOff val="40000"/>
            </a:schemeClr>
          </a:solidFill>
          <a:ln w="38100">
            <a:solidFill>
              <a:schemeClr val="accent2">
                <a:lumMod val="75000"/>
              </a:schemeClr>
            </a:solidFill>
          </a:ln>
        </p:spPr>
        <p:txBody>
          <a:bodyPr wrap="square" rtlCol="0">
            <a:spAutoFit/>
          </a:bodyPr>
          <a:lstStyle/>
          <a:p>
            <a:pPr algn="ctr"/>
            <a:r>
              <a:rPr lang="en-GB" sz="12000" dirty="0"/>
              <a:t>50% </a:t>
            </a:r>
          </a:p>
        </p:txBody>
      </p:sp>
      <p:sp>
        <p:nvSpPr>
          <p:cNvPr id="22" name="Down Arrow 21"/>
          <p:cNvSpPr/>
          <p:nvPr/>
        </p:nvSpPr>
        <p:spPr>
          <a:xfrm rot="16200000">
            <a:off x="4031940" y="2024844"/>
            <a:ext cx="576064" cy="15121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Down Arrow 22"/>
          <p:cNvSpPr/>
          <p:nvPr/>
        </p:nvSpPr>
        <p:spPr>
          <a:xfrm rot="2718059">
            <a:off x="4259079" y="3573334"/>
            <a:ext cx="763481" cy="8563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Down Arrow 24"/>
          <p:cNvSpPr/>
          <p:nvPr/>
        </p:nvSpPr>
        <p:spPr>
          <a:xfrm rot="18800136">
            <a:off x="3539547" y="3572319"/>
            <a:ext cx="763481" cy="8563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1690" y="333285"/>
            <a:ext cx="6457950" cy="617220"/>
          </a:xfrm>
        </p:spPr>
        <p:txBody>
          <a:bodyPr>
            <a:normAutofit fontScale="90000"/>
          </a:bodyPr>
          <a:lstStyle/>
          <a:p>
            <a:r>
              <a:rPr lang="en-GB" dirty="0"/>
              <a:t>Place value</a:t>
            </a:r>
          </a:p>
        </p:txBody>
      </p:sp>
      <p:sp>
        <p:nvSpPr>
          <p:cNvPr id="3" name="Content Placeholder 2"/>
          <p:cNvSpPr>
            <a:spLocks noGrp="1"/>
          </p:cNvSpPr>
          <p:nvPr>
            <p:ph idx="1"/>
          </p:nvPr>
        </p:nvSpPr>
        <p:spPr>
          <a:xfrm>
            <a:off x="304799" y="1378857"/>
            <a:ext cx="8563430" cy="5196114"/>
          </a:xfrm>
        </p:spPr>
        <p:txBody>
          <a:bodyPr/>
          <a:lstStyle/>
          <a:p>
            <a:pPr marL="0" indent="0">
              <a:buNone/>
            </a:pPr>
            <a:r>
              <a:rPr lang="en-GB" dirty="0"/>
              <a:t>The position of a digit in a number gives the value of that digit.</a:t>
            </a:r>
          </a:p>
          <a:p>
            <a:pPr marL="0" indent="0">
              <a:buNone/>
            </a:pPr>
            <a:endParaRPr lang="en-GB" dirty="0"/>
          </a:p>
          <a:p>
            <a:pPr marL="0" indent="0">
              <a:buNone/>
            </a:pPr>
            <a:r>
              <a:rPr lang="en-GB" dirty="0"/>
              <a:t>The further left the digit the greater its value.</a:t>
            </a:r>
          </a:p>
          <a:p>
            <a:pPr marL="0" indent="0">
              <a:buNone/>
            </a:pPr>
            <a:endParaRPr lang="en-GB" dirty="0"/>
          </a:p>
          <a:p>
            <a:pPr marL="0" indent="0">
              <a:buNone/>
            </a:pPr>
            <a:r>
              <a:rPr lang="en-GB" dirty="0"/>
              <a:t>What is this number?</a:t>
            </a:r>
          </a:p>
        </p:txBody>
      </p:sp>
      <p:sp>
        <p:nvSpPr>
          <p:cNvPr id="5" name="Rounded Rectangle 4"/>
          <p:cNvSpPr/>
          <p:nvPr/>
        </p:nvSpPr>
        <p:spPr>
          <a:xfrm>
            <a:off x="246735" y="3947877"/>
            <a:ext cx="8716070" cy="2830286"/>
          </a:xfrm>
          <a:prstGeom prst="roundRect">
            <a:avLst>
              <a:gd name="adj" fmla="val 63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grpSp>
        <p:nvGrpSpPr>
          <p:cNvPr id="16" name="Group 15"/>
          <p:cNvGrpSpPr/>
          <p:nvPr/>
        </p:nvGrpSpPr>
        <p:grpSpPr>
          <a:xfrm>
            <a:off x="522142" y="5695573"/>
            <a:ext cx="8165257" cy="861774"/>
            <a:chOff x="440425" y="4952692"/>
            <a:chExt cx="8165257" cy="861774"/>
          </a:xfrm>
        </p:grpSpPr>
        <p:sp>
          <p:nvSpPr>
            <p:cNvPr id="17" name="TextBox 16"/>
            <p:cNvSpPr txBox="1"/>
            <p:nvPr/>
          </p:nvSpPr>
          <p:spPr>
            <a:xfrm>
              <a:off x="440425"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9</a:t>
              </a:r>
            </a:p>
          </p:txBody>
        </p:sp>
        <p:sp>
          <p:nvSpPr>
            <p:cNvPr id="18" name="TextBox 17"/>
            <p:cNvSpPr txBox="1"/>
            <p:nvPr/>
          </p:nvSpPr>
          <p:spPr>
            <a:xfrm>
              <a:off x="1156113"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8</a:t>
              </a:r>
            </a:p>
          </p:txBody>
        </p:sp>
        <p:sp>
          <p:nvSpPr>
            <p:cNvPr id="19" name="TextBox 18"/>
            <p:cNvSpPr txBox="1"/>
            <p:nvPr/>
          </p:nvSpPr>
          <p:spPr>
            <a:xfrm>
              <a:off x="1871801"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7</a:t>
              </a:r>
            </a:p>
          </p:txBody>
        </p:sp>
        <p:sp>
          <p:nvSpPr>
            <p:cNvPr id="20" name="TextBox 19"/>
            <p:cNvSpPr txBox="1"/>
            <p:nvPr/>
          </p:nvSpPr>
          <p:spPr>
            <a:xfrm>
              <a:off x="2587489"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6</a:t>
              </a:r>
            </a:p>
          </p:txBody>
        </p:sp>
        <p:sp>
          <p:nvSpPr>
            <p:cNvPr id="21" name="TextBox 20"/>
            <p:cNvSpPr txBox="1"/>
            <p:nvPr/>
          </p:nvSpPr>
          <p:spPr>
            <a:xfrm>
              <a:off x="3303177"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5</a:t>
              </a:r>
            </a:p>
          </p:txBody>
        </p:sp>
        <p:sp>
          <p:nvSpPr>
            <p:cNvPr id="22" name="TextBox 21"/>
            <p:cNvSpPr txBox="1"/>
            <p:nvPr/>
          </p:nvSpPr>
          <p:spPr>
            <a:xfrm>
              <a:off x="4018865"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4</a:t>
              </a:r>
            </a:p>
          </p:txBody>
        </p:sp>
        <p:sp>
          <p:nvSpPr>
            <p:cNvPr id="23" name="TextBox 22"/>
            <p:cNvSpPr txBox="1"/>
            <p:nvPr/>
          </p:nvSpPr>
          <p:spPr>
            <a:xfrm>
              <a:off x="4734553"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3</a:t>
              </a:r>
            </a:p>
          </p:txBody>
        </p:sp>
        <p:sp>
          <p:nvSpPr>
            <p:cNvPr id="24" name="TextBox 23"/>
            <p:cNvSpPr txBox="1"/>
            <p:nvPr/>
          </p:nvSpPr>
          <p:spPr>
            <a:xfrm>
              <a:off x="5450241"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a:t>
              </a:r>
            </a:p>
          </p:txBody>
        </p:sp>
        <p:sp>
          <p:nvSpPr>
            <p:cNvPr id="25" name="TextBox 24"/>
            <p:cNvSpPr txBox="1"/>
            <p:nvPr/>
          </p:nvSpPr>
          <p:spPr>
            <a:xfrm>
              <a:off x="6165929"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3</a:t>
              </a:r>
            </a:p>
          </p:txBody>
        </p:sp>
        <p:sp>
          <p:nvSpPr>
            <p:cNvPr id="26" name="TextBox 25"/>
            <p:cNvSpPr txBox="1"/>
            <p:nvPr/>
          </p:nvSpPr>
          <p:spPr>
            <a:xfrm>
              <a:off x="6881617"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2</a:t>
              </a:r>
            </a:p>
          </p:txBody>
        </p:sp>
        <p:sp>
          <p:nvSpPr>
            <p:cNvPr id="27" name="TextBox 26"/>
            <p:cNvSpPr txBox="1"/>
            <p:nvPr/>
          </p:nvSpPr>
          <p:spPr>
            <a:xfrm>
              <a:off x="7597307" y="4952692"/>
              <a:ext cx="1008375"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50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1</a:t>
              </a:r>
            </a:p>
          </p:txBody>
        </p:sp>
      </p:grpSp>
      <p:grpSp>
        <p:nvGrpSpPr>
          <p:cNvPr id="28" name="Group 27"/>
          <p:cNvGrpSpPr/>
          <p:nvPr/>
        </p:nvGrpSpPr>
        <p:grpSpPr>
          <a:xfrm>
            <a:off x="4716630" y="4126308"/>
            <a:ext cx="1201388" cy="1733798"/>
            <a:chOff x="4702116" y="2884677"/>
            <a:chExt cx="1201388" cy="1733798"/>
          </a:xfrm>
        </p:grpSpPr>
        <p:sp>
          <p:nvSpPr>
            <p:cNvPr id="29" name="Down Arrow Callout 28"/>
            <p:cNvSpPr/>
            <p:nvPr/>
          </p:nvSpPr>
          <p:spPr>
            <a:xfrm>
              <a:off x="4702116"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30" name="TextBox 29"/>
            <p:cNvSpPr txBox="1"/>
            <p:nvPr/>
          </p:nvSpPr>
          <p:spPr>
            <a:xfrm>
              <a:off x="4887540" y="3016388"/>
              <a:ext cx="830540"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Units</a:t>
              </a:r>
            </a:p>
          </p:txBody>
        </p:sp>
      </p:grpSp>
      <p:grpSp>
        <p:nvGrpSpPr>
          <p:cNvPr id="31" name="Group 30"/>
          <p:cNvGrpSpPr/>
          <p:nvPr/>
        </p:nvGrpSpPr>
        <p:grpSpPr>
          <a:xfrm>
            <a:off x="4001143" y="4803202"/>
            <a:ext cx="1201388" cy="1056904"/>
            <a:chOff x="3986629" y="3561571"/>
            <a:chExt cx="1201388" cy="1056904"/>
          </a:xfrm>
        </p:grpSpPr>
        <p:sp>
          <p:nvSpPr>
            <p:cNvPr id="32" name="Down Arrow Callout 31"/>
            <p:cNvSpPr/>
            <p:nvPr/>
          </p:nvSpPr>
          <p:spPr>
            <a:xfrm>
              <a:off x="3986629" y="3561571"/>
              <a:ext cx="1201388" cy="1056904"/>
            </a:xfrm>
            <a:prstGeom prst="downArrowCallout">
              <a:avLst>
                <a:gd name="adj1" fmla="val 9270"/>
                <a:gd name="adj2" fmla="val 18258"/>
                <a:gd name="adj3" fmla="val 20506"/>
                <a:gd name="adj4" fmla="val 52618"/>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33" name="TextBox 32"/>
            <p:cNvSpPr txBox="1"/>
            <p:nvPr/>
          </p:nvSpPr>
          <p:spPr>
            <a:xfrm>
              <a:off x="4190014" y="3682809"/>
              <a:ext cx="794618"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Tens</a:t>
              </a:r>
            </a:p>
          </p:txBody>
        </p:sp>
      </p:grpSp>
      <p:grpSp>
        <p:nvGrpSpPr>
          <p:cNvPr id="34" name="Group 33"/>
          <p:cNvGrpSpPr/>
          <p:nvPr/>
        </p:nvGrpSpPr>
        <p:grpSpPr>
          <a:xfrm>
            <a:off x="3285656" y="4126308"/>
            <a:ext cx="1201388" cy="1733798"/>
            <a:chOff x="3271142" y="2884677"/>
            <a:chExt cx="1201388" cy="1733798"/>
          </a:xfrm>
        </p:grpSpPr>
        <p:sp>
          <p:nvSpPr>
            <p:cNvPr id="35" name="Down Arrow Callout 34"/>
            <p:cNvSpPr/>
            <p:nvPr/>
          </p:nvSpPr>
          <p:spPr>
            <a:xfrm>
              <a:off x="3271142"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36" name="TextBox 35"/>
            <p:cNvSpPr txBox="1"/>
            <p:nvPr/>
          </p:nvSpPr>
          <p:spPr>
            <a:xfrm>
              <a:off x="3364204" y="3016388"/>
              <a:ext cx="1015265"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Hundreds</a:t>
              </a:r>
            </a:p>
          </p:txBody>
        </p:sp>
      </p:grpSp>
      <p:grpSp>
        <p:nvGrpSpPr>
          <p:cNvPr id="37" name="Group 36"/>
          <p:cNvGrpSpPr/>
          <p:nvPr/>
        </p:nvGrpSpPr>
        <p:grpSpPr>
          <a:xfrm>
            <a:off x="1854682" y="4126308"/>
            <a:ext cx="1201388" cy="1733798"/>
            <a:chOff x="1840168" y="2884677"/>
            <a:chExt cx="1201388" cy="1733798"/>
          </a:xfrm>
        </p:grpSpPr>
        <p:sp>
          <p:nvSpPr>
            <p:cNvPr id="38" name="Down Arrow Callout 37"/>
            <p:cNvSpPr/>
            <p:nvPr/>
          </p:nvSpPr>
          <p:spPr>
            <a:xfrm>
              <a:off x="1840168"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39" name="TextBox 38"/>
            <p:cNvSpPr txBox="1"/>
            <p:nvPr/>
          </p:nvSpPr>
          <p:spPr>
            <a:xfrm>
              <a:off x="1891663" y="2893278"/>
              <a:ext cx="109839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Tens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Thousands</a:t>
              </a:r>
            </a:p>
          </p:txBody>
        </p:sp>
      </p:grpSp>
      <p:grpSp>
        <p:nvGrpSpPr>
          <p:cNvPr id="40" name="Group 39"/>
          <p:cNvGrpSpPr/>
          <p:nvPr/>
        </p:nvGrpSpPr>
        <p:grpSpPr>
          <a:xfrm>
            <a:off x="1118537" y="4801330"/>
            <a:ext cx="1251506" cy="1058776"/>
            <a:chOff x="1104023" y="3559699"/>
            <a:chExt cx="1251506" cy="1058776"/>
          </a:xfrm>
        </p:grpSpPr>
        <p:sp>
          <p:nvSpPr>
            <p:cNvPr id="41" name="Down Arrow Callout 40"/>
            <p:cNvSpPr/>
            <p:nvPr/>
          </p:nvSpPr>
          <p:spPr>
            <a:xfrm>
              <a:off x="1124681" y="3561571"/>
              <a:ext cx="1201388" cy="1056904"/>
            </a:xfrm>
            <a:prstGeom prst="downArrowCallout">
              <a:avLst>
                <a:gd name="adj1" fmla="val 9270"/>
                <a:gd name="adj2" fmla="val 18258"/>
                <a:gd name="adj3" fmla="val 20506"/>
                <a:gd name="adj4" fmla="val 52618"/>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42" name="TextBox 41"/>
            <p:cNvSpPr txBox="1"/>
            <p:nvPr/>
          </p:nvSpPr>
          <p:spPr>
            <a:xfrm>
              <a:off x="1104023" y="3559699"/>
              <a:ext cx="1251506"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Hundreds of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Thousands</a:t>
              </a:r>
            </a:p>
          </p:txBody>
        </p:sp>
      </p:grpSp>
      <p:grpSp>
        <p:nvGrpSpPr>
          <p:cNvPr id="43" name="Group 42"/>
          <p:cNvGrpSpPr/>
          <p:nvPr/>
        </p:nvGrpSpPr>
        <p:grpSpPr>
          <a:xfrm>
            <a:off x="423708" y="4126308"/>
            <a:ext cx="1201388" cy="1733798"/>
            <a:chOff x="409194" y="2884677"/>
            <a:chExt cx="1201388" cy="1733798"/>
          </a:xfrm>
        </p:grpSpPr>
        <p:sp>
          <p:nvSpPr>
            <p:cNvPr id="44" name="Down Arrow Callout 43"/>
            <p:cNvSpPr/>
            <p:nvPr/>
          </p:nvSpPr>
          <p:spPr>
            <a:xfrm>
              <a:off x="409194"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45" name="TextBox 44"/>
            <p:cNvSpPr txBox="1"/>
            <p:nvPr/>
          </p:nvSpPr>
          <p:spPr>
            <a:xfrm>
              <a:off x="504711" y="3016388"/>
              <a:ext cx="1010354"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Millions</a:t>
              </a:r>
            </a:p>
          </p:txBody>
        </p:sp>
      </p:grpSp>
      <p:grpSp>
        <p:nvGrpSpPr>
          <p:cNvPr id="46" name="Group 45"/>
          <p:cNvGrpSpPr/>
          <p:nvPr/>
        </p:nvGrpSpPr>
        <p:grpSpPr>
          <a:xfrm>
            <a:off x="6147604" y="4126308"/>
            <a:ext cx="1201388" cy="1733798"/>
            <a:chOff x="6133090" y="2884677"/>
            <a:chExt cx="1201388" cy="1733798"/>
          </a:xfrm>
        </p:grpSpPr>
        <p:sp>
          <p:nvSpPr>
            <p:cNvPr id="47" name="Down Arrow Callout 46"/>
            <p:cNvSpPr/>
            <p:nvPr/>
          </p:nvSpPr>
          <p:spPr>
            <a:xfrm>
              <a:off x="6133090"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48" name="TextBox 47"/>
            <p:cNvSpPr txBox="1"/>
            <p:nvPr/>
          </p:nvSpPr>
          <p:spPr>
            <a:xfrm>
              <a:off x="6312137" y="3016388"/>
              <a:ext cx="843295"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Ten</a:t>
              </a:r>
              <a:r>
                <a:rPr kumimoji="0" lang="en-GB" sz="13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ths</a:t>
              </a:r>
            </a:p>
          </p:txBody>
        </p:sp>
      </p:grpSp>
      <p:grpSp>
        <p:nvGrpSpPr>
          <p:cNvPr id="49" name="Group 48"/>
          <p:cNvGrpSpPr/>
          <p:nvPr/>
        </p:nvGrpSpPr>
        <p:grpSpPr>
          <a:xfrm>
            <a:off x="6861979" y="4803202"/>
            <a:ext cx="1202500" cy="1056904"/>
            <a:chOff x="6847465" y="3561571"/>
            <a:chExt cx="1202500" cy="1056904"/>
          </a:xfrm>
        </p:grpSpPr>
        <p:sp>
          <p:nvSpPr>
            <p:cNvPr id="50" name="Down Arrow Callout 49"/>
            <p:cNvSpPr/>
            <p:nvPr/>
          </p:nvSpPr>
          <p:spPr>
            <a:xfrm>
              <a:off x="6848577" y="3561571"/>
              <a:ext cx="1201388" cy="1056904"/>
            </a:xfrm>
            <a:prstGeom prst="downArrowCallout">
              <a:avLst>
                <a:gd name="adj1" fmla="val 9270"/>
                <a:gd name="adj2" fmla="val 18258"/>
                <a:gd name="adj3" fmla="val 20506"/>
                <a:gd name="adj4" fmla="val 52618"/>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51" name="TextBox 50"/>
            <p:cNvSpPr txBox="1"/>
            <p:nvPr/>
          </p:nvSpPr>
          <p:spPr>
            <a:xfrm>
              <a:off x="6847465" y="3682809"/>
              <a:ext cx="1196727"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Hundred</a:t>
              </a:r>
              <a:r>
                <a:rPr kumimoji="0" lang="en-GB" sz="13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ths</a:t>
              </a:r>
            </a:p>
          </p:txBody>
        </p:sp>
      </p:grpSp>
      <p:grpSp>
        <p:nvGrpSpPr>
          <p:cNvPr id="52" name="Group 51"/>
          <p:cNvGrpSpPr/>
          <p:nvPr/>
        </p:nvGrpSpPr>
        <p:grpSpPr>
          <a:xfrm>
            <a:off x="7538635" y="4126308"/>
            <a:ext cx="1282772" cy="1733798"/>
            <a:chOff x="7524121" y="2884677"/>
            <a:chExt cx="1282772" cy="1733798"/>
          </a:xfrm>
        </p:grpSpPr>
        <p:sp>
          <p:nvSpPr>
            <p:cNvPr id="53" name="Down Arrow Callout 52"/>
            <p:cNvSpPr/>
            <p:nvPr/>
          </p:nvSpPr>
          <p:spPr>
            <a:xfrm>
              <a:off x="7564066" y="2884677"/>
              <a:ext cx="1201388" cy="1733798"/>
            </a:xfrm>
            <a:prstGeom prst="downArrowCallout">
              <a:avLst>
                <a:gd name="adj1" fmla="val 9270"/>
                <a:gd name="adj2" fmla="val 18258"/>
                <a:gd name="adj3" fmla="val 20506"/>
                <a:gd name="adj4" fmla="val 32214"/>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54" name="TextBox 53"/>
            <p:cNvSpPr txBox="1"/>
            <p:nvPr/>
          </p:nvSpPr>
          <p:spPr>
            <a:xfrm>
              <a:off x="7524121" y="3016388"/>
              <a:ext cx="1282772"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Thousand</a:t>
              </a:r>
              <a:r>
                <a:rPr kumimoji="0" lang="en-GB" sz="13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ths</a:t>
              </a:r>
            </a:p>
          </p:txBody>
        </p:sp>
      </p:grpSp>
      <p:grpSp>
        <p:nvGrpSpPr>
          <p:cNvPr id="55" name="Group 54"/>
          <p:cNvGrpSpPr/>
          <p:nvPr/>
        </p:nvGrpSpPr>
        <p:grpSpPr>
          <a:xfrm>
            <a:off x="5432117" y="4801330"/>
            <a:ext cx="1201388" cy="1058776"/>
            <a:chOff x="5417603" y="3559699"/>
            <a:chExt cx="1201388" cy="1058776"/>
          </a:xfrm>
        </p:grpSpPr>
        <p:sp>
          <p:nvSpPr>
            <p:cNvPr id="56" name="Down Arrow Callout 55"/>
            <p:cNvSpPr/>
            <p:nvPr/>
          </p:nvSpPr>
          <p:spPr>
            <a:xfrm>
              <a:off x="5417603" y="3561571"/>
              <a:ext cx="1201388" cy="1056904"/>
            </a:xfrm>
            <a:prstGeom prst="downArrowCallout">
              <a:avLst>
                <a:gd name="adj1" fmla="val 9270"/>
                <a:gd name="adj2" fmla="val 18258"/>
                <a:gd name="adj3" fmla="val 20506"/>
                <a:gd name="adj4" fmla="val 52618"/>
              </a:avLst>
            </a:prstGeom>
            <a:solidFill>
              <a:srgbClr val="FFFF00"/>
            </a:soli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57" name="TextBox 56"/>
            <p:cNvSpPr txBox="1"/>
            <p:nvPr/>
          </p:nvSpPr>
          <p:spPr>
            <a:xfrm>
              <a:off x="5517078" y="3559699"/>
              <a:ext cx="100243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Decimal Point</a:t>
              </a:r>
            </a:p>
          </p:txBody>
        </p:sp>
      </p:grpSp>
      <p:grpSp>
        <p:nvGrpSpPr>
          <p:cNvPr id="58" name="Group 57"/>
          <p:cNvGrpSpPr/>
          <p:nvPr/>
        </p:nvGrpSpPr>
        <p:grpSpPr>
          <a:xfrm>
            <a:off x="2570169" y="4803202"/>
            <a:ext cx="1201388" cy="1056904"/>
            <a:chOff x="2555655" y="3561571"/>
            <a:chExt cx="1201388" cy="1056904"/>
          </a:xfrm>
        </p:grpSpPr>
        <p:sp>
          <p:nvSpPr>
            <p:cNvPr id="59" name="Down Arrow Callout 58"/>
            <p:cNvSpPr/>
            <p:nvPr/>
          </p:nvSpPr>
          <p:spPr>
            <a:xfrm>
              <a:off x="2555655" y="3561571"/>
              <a:ext cx="1201388" cy="1056904"/>
            </a:xfrm>
            <a:prstGeom prst="downArrowCallout">
              <a:avLst>
                <a:gd name="adj1" fmla="val 9270"/>
                <a:gd name="adj2" fmla="val 18258"/>
                <a:gd name="adj3" fmla="val 20506"/>
                <a:gd name="adj4" fmla="val 52618"/>
              </a:avLst>
            </a:prstGeom>
            <a:gradFill flip="none" rotWithShape="1">
              <a:gsLst>
                <a:gs pos="0">
                  <a:srgbClr val="66FF66">
                    <a:tint val="66000"/>
                    <a:satMod val="160000"/>
                  </a:srgbClr>
                </a:gs>
                <a:gs pos="50000">
                  <a:srgbClr val="66FF66">
                    <a:tint val="44500"/>
                    <a:satMod val="160000"/>
                  </a:srgbClr>
                </a:gs>
                <a:gs pos="100000">
                  <a:srgbClr val="66FF66">
                    <a:tint val="23500"/>
                    <a:satMod val="160000"/>
                  </a:srgbClr>
                </a:gs>
              </a:gsLst>
              <a:path path="circle">
                <a:fillToRect l="50000" t="50000" r="50000" b="50000"/>
              </a:path>
              <a:tileRect/>
            </a:grad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white"/>
                </a:solidFill>
                <a:effectLst/>
                <a:uLnTx/>
                <a:uFillTx/>
                <a:latin typeface="Arial" pitchFamily="34" charset="0"/>
                <a:ea typeface="+mn-ea"/>
                <a:cs typeface="Arial" pitchFamily="34" charset="0"/>
              </a:endParaRPr>
            </a:p>
          </p:txBody>
        </p:sp>
        <p:sp>
          <p:nvSpPr>
            <p:cNvPr id="60" name="TextBox 59"/>
            <p:cNvSpPr txBox="1"/>
            <p:nvPr/>
          </p:nvSpPr>
          <p:spPr>
            <a:xfrm>
              <a:off x="2581133" y="3682809"/>
              <a:ext cx="1150432"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Thousands</a:t>
              </a:r>
            </a:p>
          </p:txBody>
        </p:sp>
      </p:grpSp>
      <p:sp>
        <p:nvSpPr>
          <p:cNvPr id="4" name="Rectangle 3">
            <a:extLst>
              <a:ext uri="{FF2B5EF4-FFF2-40B4-BE49-F238E27FC236}">
                <a16:creationId xmlns:a16="http://schemas.microsoft.com/office/drawing/2014/main" id="{464539CA-3831-8676-18EB-C655509984CA}"/>
              </a:ext>
            </a:extLst>
          </p:cNvPr>
          <p:cNvSpPr/>
          <p:nvPr/>
        </p:nvSpPr>
        <p:spPr>
          <a:xfrm>
            <a:off x="304799" y="3947877"/>
            <a:ext cx="8563430" cy="14253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0646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up)">
                                      <p:cBhvr>
                                        <p:cTn id="16" dur="500"/>
                                        <p:tgtEl>
                                          <p:spTgt spid="5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up)">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up)">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up)">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wipe(up)">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up)">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wipe(up)">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wipe(up)">
                                      <p:cBhvr>
                                        <p:cTn id="56" dur="5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up)">
                                      <p:cBhvr>
                                        <p:cTn id="61" dur="500"/>
                                        <p:tgtEl>
                                          <p:spTgt spid="4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wipe(up)">
                                      <p:cBhvr>
                                        <p:cTn id="66" dur="500"/>
                                        <p:tgtEl>
                                          <p:spTgt spid="52"/>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87616" y="332656"/>
            <a:ext cx="3456384" cy="769441"/>
          </a:xfrm>
          <a:prstGeom prst="rect">
            <a:avLst/>
          </a:prstGeom>
        </p:spPr>
        <p:txBody>
          <a:bodyPr wrap="square">
            <a:spAutoFit/>
          </a:bodyPr>
          <a:lstStyle/>
          <a:p>
            <a:r>
              <a:rPr lang="en-GB" sz="4400" dirty="0">
                <a:effectLst>
                  <a:glow rad="101600">
                    <a:schemeClr val="accent2">
                      <a:satMod val="175000"/>
                      <a:alpha val="40000"/>
                    </a:schemeClr>
                  </a:glow>
                </a:effectLst>
              </a:rPr>
              <a:t>FRACTIONS</a:t>
            </a:r>
            <a:endParaRPr lang="en-GB" sz="4400" dirty="0"/>
          </a:p>
        </p:txBody>
      </p:sp>
      <p:sp>
        <p:nvSpPr>
          <p:cNvPr id="3" name="Right Arrow 2"/>
          <p:cNvSpPr/>
          <p:nvPr/>
        </p:nvSpPr>
        <p:spPr>
          <a:xfrm>
            <a:off x="3491880" y="404664"/>
            <a:ext cx="2016224"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755576" y="332656"/>
            <a:ext cx="3024336" cy="769441"/>
          </a:xfrm>
          <a:prstGeom prst="rect">
            <a:avLst/>
          </a:prstGeom>
        </p:spPr>
        <p:txBody>
          <a:bodyPr wrap="square">
            <a:spAutoFit/>
          </a:bodyPr>
          <a:lstStyle/>
          <a:p>
            <a:r>
              <a:rPr lang="en-GB" sz="4400" dirty="0">
                <a:effectLst>
                  <a:glow rad="101600">
                    <a:schemeClr val="accent2">
                      <a:satMod val="175000"/>
                      <a:alpha val="40000"/>
                    </a:schemeClr>
                  </a:glow>
                </a:effectLst>
              </a:rPr>
              <a:t>DECIMALS</a:t>
            </a:r>
            <a:endParaRPr lang="en-GB" sz="4400" dirty="0"/>
          </a:p>
        </p:txBody>
      </p:sp>
      <p:sp>
        <p:nvSpPr>
          <p:cNvPr id="8" name="Rectangle 7"/>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Callout 9"/>
          <p:cNvSpPr/>
          <p:nvPr/>
        </p:nvSpPr>
        <p:spPr>
          <a:xfrm>
            <a:off x="323528" y="1340768"/>
            <a:ext cx="4680520" cy="3816424"/>
          </a:xfrm>
          <a:prstGeom prst="wedgeEllipseCallout">
            <a:avLst/>
          </a:prstGeom>
          <a:solidFill>
            <a:srgbClr val="D8EB2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002060"/>
                </a:solidFill>
              </a:rPr>
              <a:t>Starting from the decimal point, count the decimal places. If there is one decimal place, put the number over 10 and simplify. If there are two places, put the number over 100 and simplify...</a:t>
            </a:r>
          </a:p>
        </p:txBody>
      </p:sp>
      <p:sp>
        <p:nvSpPr>
          <p:cNvPr id="11" name="TextBox 10"/>
          <p:cNvSpPr txBox="1"/>
          <p:nvPr/>
        </p:nvSpPr>
        <p:spPr>
          <a:xfrm>
            <a:off x="5220072" y="1225689"/>
            <a:ext cx="3528392" cy="5078313"/>
          </a:xfrm>
          <a:prstGeom prst="rect">
            <a:avLst/>
          </a:prstGeom>
          <a:noFill/>
        </p:spPr>
        <p:txBody>
          <a:bodyPr wrap="square" rtlCol="0">
            <a:spAutoFit/>
          </a:bodyPr>
          <a:lstStyle/>
          <a:p>
            <a:pPr algn="ctr"/>
            <a:r>
              <a:rPr lang="en-GB" sz="3600" dirty="0"/>
              <a:t>EXAMPLES:</a:t>
            </a:r>
          </a:p>
          <a:p>
            <a:endParaRPr lang="en-GB" sz="3600" dirty="0"/>
          </a:p>
          <a:p>
            <a:pPr marL="342900" indent="-342900">
              <a:buAutoNum type="alphaLcParenR"/>
            </a:pPr>
            <a:r>
              <a:rPr lang="en-GB" sz="3600" dirty="0"/>
              <a:t> 0.8 = </a:t>
            </a:r>
          </a:p>
          <a:p>
            <a:pPr marL="342900" indent="-342900">
              <a:buAutoNum type="alphaLcParenR"/>
            </a:pPr>
            <a:endParaRPr lang="en-GB" sz="3600" dirty="0"/>
          </a:p>
          <a:p>
            <a:pPr marL="342900" indent="-342900">
              <a:buAutoNum type="alphaLcParenR"/>
            </a:pPr>
            <a:r>
              <a:rPr lang="en-GB" sz="3600" dirty="0"/>
              <a:t> 0.45 = </a:t>
            </a:r>
          </a:p>
          <a:p>
            <a:pPr marL="342900" indent="-342900">
              <a:buAutoNum type="alphaLcParenR"/>
            </a:pPr>
            <a:endParaRPr lang="en-GB" sz="3600" dirty="0"/>
          </a:p>
          <a:p>
            <a:pPr marL="342900" indent="-342900">
              <a:buAutoNum type="alphaLcParenR"/>
            </a:pPr>
            <a:r>
              <a:rPr lang="en-GB" sz="3600" dirty="0"/>
              <a:t> 0.123 = </a:t>
            </a:r>
          </a:p>
          <a:p>
            <a:pPr marL="342900" indent="-342900">
              <a:buAutoNum type="alphaLcParenR"/>
            </a:pPr>
            <a:endParaRPr lang="en-GB" sz="3600" dirty="0"/>
          </a:p>
          <a:p>
            <a:pPr marL="342900" indent="-342900">
              <a:buAutoNum type="alphaLcParenR"/>
            </a:pPr>
            <a:r>
              <a:rPr lang="en-GB" sz="3600" dirty="0"/>
              <a:t> 0.2917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B0B6-65F8-474D-BBEC-E5373914CFF4}"/>
              </a:ext>
            </a:extLst>
          </p:cNvPr>
          <p:cNvSpPr>
            <a:spLocks noGrp="1"/>
          </p:cNvSpPr>
          <p:nvPr>
            <p:ph type="title"/>
          </p:nvPr>
        </p:nvSpPr>
        <p:spPr/>
        <p:txBody>
          <a:bodyPr/>
          <a:lstStyle/>
          <a:p>
            <a:r>
              <a:rPr lang="en-AU" dirty="0"/>
              <a:t>Practice (Whiteboards)</a:t>
            </a:r>
          </a:p>
        </p:txBody>
      </p:sp>
      <p:sp>
        <p:nvSpPr>
          <p:cNvPr id="3" name="Content Placeholder 2">
            <a:extLst>
              <a:ext uri="{FF2B5EF4-FFF2-40B4-BE49-F238E27FC236}">
                <a16:creationId xmlns:a16="http://schemas.microsoft.com/office/drawing/2014/main" id="{EA2E1263-B5EA-4D49-A181-383672584BB0}"/>
              </a:ext>
            </a:extLst>
          </p:cNvPr>
          <p:cNvSpPr>
            <a:spLocks noGrp="1"/>
          </p:cNvSpPr>
          <p:nvPr>
            <p:ph idx="1"/>
          </p:nvPr>
        </p:nvSpPr>
        <p:spPr/>
        <p:txBody>
          <a:bodyPr>
            <a:normAutofit lnSpcReduction="10000"/>
          </a:bodyPr>
          <a:lstStyle/>
          <a:p>
            <a:pPr marL="0" indent="0" algn="ctr">
              <a:buNone/>
            </a:pPr>
            <a:r>
              <a:rPr lang="en-AU" dirty="0"/>
              <a:t>Decimal </a:t>
            </a:r>
            <a:r>
              <a:rPr lang="en-AU" dirty="0">
                <a:sym typeface="Wingdings" panose="05000000000000000000" pitchFamily="2" charset="2"/>
              </a:rPr>
              <a:t> fraction </a:t>
            </a:r>
          </a:p>
          <a:p>
            <a:pPr marL="0" indent="0" algn="ctr">
              <a:buNone/>
            </a:pPr>
            <a:endParaRPr lang="en-AU" dirty="0">
              <a:sym typeface="Wingdings" panose="05000000000000000000" pitchFamily="2" charset="2"/>
            </a:endParaRPr>
          </a:p>
          <a:p>
            <a:pPr marL="0" indent="0" algn="ctr">
              <a:buNone/>
            </a:pPr>
            <a:r>
              <a:rPr lang="en-AU" dirty="0">
                <a:sym typeface="Wingdings" panose="05000000000000000000" pitchFamily="2" charset="2"/>
              </a:rPr>
              <a:t>0.5 </a:t>
            </a:r>
          </a:p>
          <a:p>
            <a:pPr marL="0" indent="0" algn="ctr">
              <a:buNone/>
            </a:pPr>
            <a:r>
              <a:rPr lang="en-AU" dirty="0">
                <a:sym typeface="Wingdings" panose="05000000000000000000" pitchFamily="2" charset="2"/>
              </a:rPr>
              <a:t>0.3</a:t>
            </a:r>
          </a:p>
          <a:p>
            <a:pPr marL="0" indent="0" algn="ctr">
              <a:buNone/>
            </a:pPr>
            <a:r>
              <a:rPr lang="en-AU" dirty="0">
                <a:sym typeface="Wingdings" panose="05000000000000000000" pitchFamily="2" charset="2"/>
              </a:rPr>
              <a:t>0.253</a:t>
            </a:r>
          </a:p>
          <a:p>
            <a:pPr marL="0" indent="0" algn="ctr">
              <a:buNone/>
            </a:pPr>
            <a:r>
              <a:rPr lang="en-AU" dirty="0">
                <a:sym typeface="Wingdings" panose="05000000000000000000" pitchFamily="2" charset="2"/>
              </a:rPr>
              <a:t>0.05</a:t>
            </a:r>
          </a:p>
          <a:p>
            <a:pPr marL="0" indent="0" algn="ctr">
              <a:buNone/>
            </a:pPr>
            <a:r>
              <a:rPr lang="en-AU" dirty="0">
                <a:sym typeface="Wingdings" panose="05000000000000000000" pitchFamily="2" charset="2"/>
              </a:rPr>
              <a:t>1.2</a:t>
            </a:r>
          </a:p>
          <a:p>
            <a:pPr marL="0" indent="0" algn="ctr">
              <a:buNone/>
            </a:pPr>
            <a:r>
              <a:rPr lang="en-AU" dirty="0">
                <a:sym typeface="Wingdings" panose="05000000000000000000" pitchFamily="2" charset="2"/>
              </a:rPr>
              <a:t>0.007 </a:t>
            </a:r>
          </a:p>
        </p:txBody>
      </p:sp>
      <p:sp>
        <p:nvSpPr>
          <p:cNvPr id="4" name="Star: 5 Points 3">
            <a:extLst>
              <a:ext uri="{FF2B5EF4-FFF2-40B4-BE49-F238E27FC236}">
                <a16:creationId xmlns:a16="http://schemas.microsoft.com/office/drawing/2014/main" id="{20D0244C-D60B-7182-2D7B-6F8477211147}"/>
              </a:ext>
            </a:extLst>
          </p:cNvPr>
          <p:cNvSpPr/>
          <p:nvPr/>
        </p:nvSpPr>
        <p:spPr>
          <a:xfrm>
            <a:off x="611560" y="476672"/>
            <a:ext cx="864096" cy="864096"/>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3464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7-Point Star 1"/>
          <p:cNvSpPr/>
          <p:nvPr/>
        </p:nvSpPr>
        <p:spPr>
          <a:xfrm>
            <a:off x="251520" y="1412776"/>
            <a:ext cx="5040560" cy="4968552"/>
          </a:xfrm>
          <a:prstGeom prst="star7">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en-GB" sz="3200" dirty="0">
                <a:ln w="18415" cmpd="sng">
                  <a:solidFill>
                    <a:srgbClr val="FFFFFF"/>
                  </a:solidFill>
                  <a:prstDash val="solid"/>
                </a:ln>
                <a:solidFill>
                  <a:srgbClr val="FFFFFF"/>
                </a:solidFill>
                <a:effectLst>
                  <a:outerShdw blurRad="63500" dir="3600000" algn="tl" rotWithShape="0">
                    <a:srgbClr val="000000">
                      <a:alpha val="70000"/>
                    </a:srgbClr>
                  </a:outerShdw>
                </a:effectLst>
              </a:rPr>
              <a:t>NUMERATOR ÷ DENOMINATOR</a:t>
            </a:r>
          </a:p>
        </p:txBody>
      </p:sp>
      <p:sp>
        <p:nvSpPr>
          <p:cNvPr id="3" name="Rectangle 2"/>
          <p:cNvSpPr/>
          <p:nvPr/>
        </p:nvSpPr>
        <p:spPr>
          <a:xfrm>
            <a:off x="5580112" y="260648"/>
            <a:ext cx="3024336" cy="769441"/>
          </a:xfrm>
          <a:prstGeom prst="rect">
            <a:avLst/>
          </a:prstGeom>
        </p:spPr>
        <p:txBody>
          <a:bodyPr wrap="square">
            <a:spAutoFit/>
          </a:bodyPr>
          <a:lstStyle/>
          <a:p>
            <a:r>
              <a:rPr lang="en-GB" sz="4400" dirty="0">
                <a:effectLst>
                  <a:glow rad="101600">
                    <a:schemeClr val="accent2">
                      <a:satMod val="175000"/>
                      <a:alpha val="40000"/>
                    </a:schemeClr>
                  </a:glow>
                </a:effectLst>
              </a:rPr>
              <a:t>DECIMALS</a:t>
            </a:r>
            <a:endParaRPr lang="en-GB" sz="4400" dirty="0"/>
          </a:p>
        </p:txBody>
      </p:sp>
      <p:sp>
        <p:nvSpPr>
          <p:cNvPr id="4" name="Rectangle 3"/>
          <p:cNvSpPr/>
          <p:nvPr/>
        </p:nvSpPr>
        <p:spPr>
          <a:xfrm>
            <a:off x="755576" y="260648"/>
            <a:ext cx="3456384" cy="769441"/>
          </a:xfrm>
          <a:prstGeom prst="rect">
            <a:avLst/>
          </a:prstGeom>
        </p:spPr>
        <p:txBody>
          <a:bodyPr wrap="square">
            <a:spAutoFit/>
          </a:bodyPr>
          <a:lstStyle/>
          <a:p>
            <a:r>
              <a:rPr lang="en-GB" sz="4400" dirty="0">
                <a:effectLst>
                  <a:glow rad="101600">
                    <a:schemeClr val="accent2">
                      <a:satMod val="175000"/>
                      <a:alpha val="40000"/>
                    </a:schemeClr>
                  </a:glow>
                </a:effectLst>
              </a:rPr>
              <a:t>FRACTIONS</a:t>
            </a:r>
            <a:endParaRPr lang="en-GB" sz="4400" dirty="0"/>
          </a:p>
        </p:txBody>
      </p:sp>
      <p:sp>
        <p:nvSpPr>
          <p:cNvPr id="5" name="Right Arrow 4"/>
          <p:cNvSpPr/>
          <p:nvPr/>
        </p:nvSpPr>
        <p:spPr>
          <a:xfrm>
            <a:off x="3851920" y="332656"/>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5364088" y="1124744"/>
            <a:ext cx="3384376" cy="5509200"/>
          </a:xfrm>
          <a:prstGeom prst="rect">
            <a:avLst/>
          </a:prstGeom>
          <a:noFill/>
        </p:spPr>
        <p:txBody>
          <a:bodyPr wrap="square" rtlCol="0">
            <a:spAutoFit/>
          </a:bodyPr>
          <a:lstStyle/>
          <a:p>
            <a:pPr algn="ctr"/>
            <a:r>
              <a:rPr lang="en-GB" sz="3200" dirty="0"/>
              <a:t>EXAMPLES: </a:t>
            </a:r>
          </a:p>
          <a:p>
            <a:endParaRPr lang="en-GB" sz="3200" dirty="0"/>
          </a:p>
          <a:p>
            <a:pPr marL="342900" indent="-342900">
              <a:buAutoNum type="alphaLcParenR"/>
            </a:pPr>
            <a:r>
              <a:rPr lang="en-GB" sz="3200" dirty="0"/>
              <a:t>¼ = </a:t>
            </a:r>
          </a:p>
          <a:p>
            <a:pPr marL="342900" indent="-342900">
              <a:buAutoNum type="alphaLcParenR"/>
            </a:pPr>
            <a:endParaRPr lang="en-GB" sz="3200" dirty="0"/>
          </a:p>
          <a:p>
            <a:pPr marL="342900" indent="-342900">
              <a:buAutoNum type="alphaLcParenR"/>
            </a:pPr>
            <a:r>
              <a:rPr lang="en-GB" sz="3200" dirty="0"/>
              <a:t>2/5 = </a:t>
            </a:r>
          </a:p>
          <a:p>
            <a:pPr marL="342900" indent="-342900">
              <a:buAutoNum type="alphaLcParenR"/>
            </a:pPr>
            <a:endParaRPr lang="en-GB" sz="3200" dirty="0"/>
          </a:p>
          <a:p>
            <a:pPr marL="342900" indent="-342900">
              <a:buAutoNum type="alphaLcParenR"/>
            </a:pPr>
            <a:r>
              <a:rPr lang="en-GB" sz="3200" dirty="0"/>
              <a:t>12/50 = </a:t>
            </a:r>
          </a:p>
          <a:p>
            <a:pPr marL="342900" indent="-342900">
              <a:buAutoNum type="alphaLcParenR"/>
            </a:pPr>
            <a:endParaRPr lang="en-GB" sz="3200" dirty="0"/>
          </a:p>
          <a:p>
            <a:pPr marL="342900" indent="-342900">
              <a:buAutoNum type="alphaLcParenR"/>
            </a:pPr>
            <a:r>
              <a:rPr lang="en-GB" sz="3200" dirty="0"/>
              <a:t>3/8 = </a:t>
            </a:r>
          </a:p>
          <a:p>
            <a:pPr marL="342900" indent="-342900">
              <a:buAutoNum type="alphaLcParenR"/>
            </a:pPr>
            <a:endParaRPr lang="en-GB" sz="3200" dirty="0"/>
          </a:p>
          <a:p>
            <a:pPr marL="342900" indent="-342900">
              <a:buAutoNum type="alphaLcParenR"/>
            </a:pPr>
            <a:r>
              <a:rPr lang="en-GB" sz="3200" dirty="0"/>
              <a:t>9/ 12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1EAB-FC04-4DCD-AB0B-55AA7ED682AD}"/>
              </a:ext>
            </a:extLst>
          </p:cNvPr>
          <p:cNvSpPr>
            <a:spLocks noGrp="1"/>
          </p:cNvSpPr>
          <p:nvPr>
            <p:ph type="title"/>
          </p:nvPr>
        </p:nvSpPr>
        <p:spPr/>
        <p:txBody>
          <a:bodyPr/>
          <a:lstStyle/>
          <a:p>
            <a:r>
              <a:rPr lang="en-AU" dirty="0"/>
              <a:t>Practice (Whiteboards)</a:t>
            </a:r>
          </a:p>
        </p:txBody>
      </p:sp>
      <p:sp>
        <p:nvSpPr>
          <p:cNvPr id="3" name="Content Placeholder 2">
            <a:extLst>
              <a:ext uri="{FF2B5EF4-FFF2-40B4-BE49-F238E27FC236}">
                <a16:creationId xmlns:a16="http://schemas.microsoft.com/office/drawing/2014/main" id="{49F96A42-A5FB-4E5B-AD53-8976168B10AD}"/>
              </a:ext>
            </a:extLst>
          </p:cNvPr>
          <p:cNvSpPr>
            <a:spLocks noGrp="1"/>
          </p:cNvSpPr>
          <p:nvPr>
            <p:ph idx="1"/>
          </p:nvPr>
        </p:nvSpPr>
        <p:spPr>
          <a:xfrm>
            <a:off x="457200" y="1600200"/>
            <a:ext cx="8229600" cy="5257800"/>
          </a:xfrm>
        </p:spPr>
        <p:txBody>
          <a:bodyPr>
            <a:normAutofit lnSpcReduction="10000"/>
          </a:bodyPr>
          <a:lstStyle/>
          <a:p>
            <a:pPr marL="0" indent="0" algn="ctr">
              <a:buNone/>
            </a:pPr>
            <a:r>
              <a:rPr lang="en-AU" dirty="0"/>
              <a:t>1/2 </a:t>
            </a:r>
          </a:p>
          <a:p>
            <a:pPr marL="0" indent="0" algn="ctr">
              <a:buNone/>
            </a:pPr>
            <a:endParaRPr lang="en-AU" dirty="0"/>
          </a:p>
          <a:p>
            <a:pPr marL="0" indent="0" algn="ctr">
              <a:buNone/>
            </a:pPr>
            <a:r>
              <a:rPr lang="en-AU" dirty="0"/>
              <a:t>5/10 </a:t>
            </a:r>
          </a:p>
          <a:p>
            <a:pPr marL="0" indent="0" algn="ctr">
              <a:buNone/>
            </a:pPr>
            <a:endParaRPr lang="en-AU" dirty="0"/>
          </a:p>
          <a:p>
            <a:pPr marL="0" indent="0" algn="ctr">
              <a:buNone/>
            </a:pPr>
            <a:r>
              <a:rPr lang="en-AU" dirty="0"/>
              <a:t>3/50</a:t>
            </a:r>
          </a:p>
          <a:p>
            <a:pPr marL="0" indent="0" algn="ctr">
              <a:buNone/>
            </a:pPr>
            <a:endParaRPr lang="en-AU" dirty="0"/>
          </a:p>
          <a:p>
            <a:pPr marL="0" indent="0" algn="ctr">
              <a:buNone/>
            </a:pPr>
            <a:r>
              <a:rPr lang="en-AU" dirty="0"/>
              <a:t>5/8 </a:t>
            </a:r>
          </a:p>
          <a:p>
            <a:pPr marL="0" indent="0" algn="ctr">
              <a:buNone/>
            </a:pPr>
            <a:endParaRPr lang="en-AU" dirty="0"/>
          </a:p>
          <a:p>
            <a:pPr marL="0" indent="0" algn="ctr">
              <a:buNone/>
            </a:pPr>
            <a:r>
              <a:rPr lang="en-AU" dirty="0"/>
              <a:t>34/79</a:t>
            </a:r>
          </a:p>
          <a:p>
            <a:pPr marL="0" indent="0" algn="ctr">
              <a:buNone/>
            </a:pPr>
            <a:endParaRPr lang="en-AU" dirty="0"/>
          </a:p>
          <a:p>
            <a:pPr marL="0" indent="0" algn="ctr">
              <a:buNone/>
            </a:pPr>
            <a:endParaRPr lang="en-AU" dirty="0"/>
          </a:p>
        </p:txBody>
      </p:sp>
      <p:sp>
        <p:nvSpPr>
          <p:cNvPr id="5" name="TextBox 4">
            <a:extLst>
              <a:ext uri="{FF2B5EF4-FFF2-40B4-BE49-F238E27FC236}">
                <a16:creationId xmlns:a16="http://schemas.microsoft.com/office/drawing/2014/main" id="{957BDD02-CA78-4A52-79BD-C075EEE1E2CE}"/>
              </a:ext>
            </a:extLst>
          </p:cNvPr>
          <p:cNvSpPr txBox="1"/>
          <p:nvPr/>
        </p:nvSpPr>
        <p:spPr>
          <a:xfrm>
            <a:off x="107504" y="2310160"/>
            <a:ext cx="3384376" cy="1354217"/>
          </a:xfrm>
          <a:prstGeom prst="rect">
            <a:avLst/>
          </a:prstGeom>
          <a:noFill/>
        </p:spPr>
        <p:txBody>
          <a:bodyPr wrap="square" rtlCol="0">
            <a:spAutoFit/>
          </a:bodyPr>
          <a:lstStyle/>
          <a:p>
            <a:r>
              <a:rPr lang="en-GB" sz="3200" b="1" dirty="0">
                <a:ln w="18415" cmpd="sng">
                  <a:solidFill>
                    <a:srgbClr val="FFFFFF"/>
                  </a:solidFill>
                  <a:prstDash val="solid"/>
                </a:ln>
                <a:effectLst>
                  <a:outerShdw blurRad="63500" dir="3600000" algn="tl" rotWithShape="0">
                    <a:srgbClr val="000000">
                      <a:alpha val="70000"/>
                    </a:srgbClr>
                  </a:outerShdw>
                </a:effectLst>
              </a:rPr>
              <a:t>NUMERATOR ÷ DENOMINATOR</a:t>
            </a:r>
          </a:p>
          <a:p>
            <a:endParaRPr lang="en-AU" dirty="0"/>
          </a:p>
        </p:txBody>
      </p:sp>
    </p:spTree>
    <p:extLst>
      <p:ext uri="{BB962C8B-B14F-4D97-AF65-F5344CB8AC3E}">
        <p14:creationId xmlns:p14="http://schemas.microsoft.com/office/powerpoint/2010/main" val="427992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683568" y="332656"/>
            <a:ext cx="8187123" cy="841449"/>
            <a:chOff x="683568" y="332656"/>
            <a:chExt cx="8187123" cy="841449"/>
          </a:xfrm>
        </p:grpSpPr>
        <p:sp>
          <p:nvSpPr>
            <p:cNvPr id="2" name="Rectangle 1"/>
            <p:cNvSpPr/>
            <p:nvPr/>
          </p:nvSpPr>
          <p:spPr>
            <a:xfrm>
              <a:off x="683568" y="404664"/>
              <a:ext cx="3456384" cy="769441"/>
            </a:xfrm>
            <a:prstGeom prst="rect">
              <a:avLst/>
            </a:prstGeom>
          </p:spPr>
          <p:txBody>
            <a:bodyPr wrap="square">
              <a:spAutoFit/>
            </a:bodyPr>
            <a:lstStyle/>
            <a:p>
              <a:r>
                <a:rPr lang="en-GB" sz="4400" dirty="0">
                  <a:effectLst>
                    <a:glow rad="101600">
                      <a:schemeClr val="accent2">
                        <a:satMod val="175000"/>
                        <a:alpha val="40000"/>
                      </a:schemeClr>
                    </a:glow>
                  </a:effectLst>
                </a:rPr>
                <a:t>FRACTIONS</a:t>
              </a:r>
            </a:p>
          </p:txBody>
        </p:sp>
        <p:sp>
          <p:nvSpPr>
            <p:cNvPr id="3" name="Right Arrow 2"/>
            <p:cNvSpPr/>
            <p:nvPr/>
          </p:nvSpPr>
          <p:spPr>
            <a:xfrm>
              <a:off x="3851920" y="404664"/>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5436096" y="332656"/>
              <a:ext cx="3434595" cy="769441"/>
            </a:xfrm>
            <a:prstGeom prst="rect">
              <a:avLst/>
            </a:prstGeom>
          </p:spPr>
          <p:txBody>
            <a:bodyPr wrap="none">
              <a:spAutoFit/>
            </a:bodyPr>
            <a:lstStyle/>
            <a:p>
              <a:r>
                <a:rPr lang="en-GB" sz="4400" dirty="0">
                  <a:effectLst>
                    <a:glow rad="101600">
                      <a:schemeClr val="accent2">
                        <a:satMod val="175000"/>
                        <a:alpha val="40000"/>
                      </a:schemeClr>
                    </a:glow>
                  </a:effectLst>
                </a:rPr>
                <a:t>PERCENTAGES</a:t>
              </a:r>
              <a:endParaRPr lang="en-GB" sz="4400" dirty="0"/>
            </a:p>
          </p:txBody>
        </p:sp>
      </p:grpSp>
      <p:sp>
        <p:nvSpPr>
          <p:cNvPr id="6" name="Rectangle 5"/>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1043608" y="1412776"/>
            <a:ext cx="3024336" cy="369332"/>
          </a:xfrm>
          <a:prstGeom prst="rect">
            <a:avLst/>
          </a:prstGeom>
          <a:noFill/>
        </p:spPr>
        <p:txBody>
          <a:bodyPr wrap="square" rtlCol="0">
            <a:spAutoFit/>
          </a:bodyPr>
          <a:lstStyle/>
          <a:p>
            <a:endParaRPr lang="en-GB" dirty="0"/>
          </a:p>
        </p:txBody>
      </p:sp>
      <p:sp>
        <p:nvSpPr>
          <p:cNvPr id="8" name="TextBox 7"/>
          <p:cNvSpPr txBox="1"/>
          <p:nvPr/>
        </p:nvSpPr>
        <p:spPr>
          <a:xfrm>
            <a:off x="2483768" y="4293096"/>
            <a:ext cx="4104456" cy="1560195"/>
          </a:xfrm>
          <a:prstGeom prst="plaque">
            <a:avLst/>
          </a:prstGeom>
          <a:solidFill>
            <a:schemeClr val="accent6">
              <a:lumMod val="40000"/>
              <a:lumOff val="60000"/>
            </a:schemeClr>
          </a:solidFill>
          <a:ln w="38100">
            <a:solidFill>
              <a:schemeClr val="accent1">
                <a:lumMod val="50000"/>
              </a:schemeClr>
            </a:solidFill>
          </a:ln>
        </p:spPr>
        <p:txBody>
          <a:bodyPr wrap="square" rtlCol="0">
            <a:spAutoFit/>
          </a:bodyPr>
          <a:lstStyle/>
          <a:p>
            <a:pPr algn="ctr"/>
            <a:r>
              <a:rPr lang="en-GB" sz="2400" dirty="0">
                <a:ln w="18415" cmpd="sng">
                  <a:solidFill>
                    <a:srgbClr val="FFFFFF"/>
                  </a:solidFill>
                  <a:prstDash val="solid"/>
                </a:ln>
                <a:solidFill>
                  <a:srgbClr val="FFFFFF"/>
                </a:solidFill>
                <a:effectLst>
                  <a:outerShdw blurRad="63500" dir="3600000" algn="tl" rotWithShape="0">
                    <a:srgbClr val="000000">
                      <a:alpha val="70000"/>
                    </a:srgbClr>
                  </a:outerShdw>
                </a:effectLst>
              </a:rPr>
              <a:t>NUMERATOR ÷ DENOMINATOR</a:t>
            </a:r>
            <a:endParaRPr lang="en-GB" sz="2400" dirty="0"/>
          </a:p>
          <a:p>
            <a:pPr algn="ctr"/>
            <a:r>
              <a:rPr lang="en-GB" sz="2400" dirty="0">
                <a:ln w="18415" cmpd="sng">
                  <a:solidFill>
                    <a:srgbClr val="FFFFFF"/>
                  </a:solidFill>
                  <a:prstDash val="solid"/>
                </a:ln>
                <a:solidFill>
                  <a:srgbClr val="FFFFFF"/>
                </a:solidFill>
                <a:effectLst>
                  <a:outerShdw blurRad="63500" dir="3600000" algn="tl" rotWithShape="0">
                    <a:srgbClr val="000000">
                      <a:alpha val="70000"/>
                    </a:srgbClr>
                  </a:outerShdw>
                </a:effectLst>
              </a:rPr>
              <a:t>x 100 </a:t>
            </a:r>
          </a:p>
        </p:txBody>
      </p:sp>
      <p:sp>
        <p:nvSpPr>
          <p:cNvPr id="9" name="TextBox 8"/>
          <p:cNvSpPr txBox="1"/>
          <p:nvPr/>
        </p:nvSpPr>
        <p:spPr>
          <a:xfrm>
            <a:off x="467544" y="1124744"/>
            <a:ext cx="8136904" cy="2862322"/>
          </a:xfrm>
          <a:prstGeom prst="rect">
            <a:avLst/>
          </a:prstGeom>
          <a:noFill/>
        </p:spPr>
        <p:txBody>
          <a:bodyPr wrap="square" rtlCol="0">
            <a:spAutoFit/>
          </a:bodyPr>
          <a:lstStyle/>
          <a:p>
            <a:pPr algn="ctr"/>
            <a:r>
              <a:rPr lang="en-GB" sz="3600" dirty="0"/>
              <a:t>EXAMPLES: </a:t>
            </a:r>
          </a:p>
          <a:p>
            <a:endParaRPr lang="en-GB" sz="3600" dirty="0"/>
          </a:p>
          <a:p>
            <a:pPr marL="342900" indent="-342900">
              <a:buAutoNum type="alphaLcParenR"/>
            </a:pPr>
            <a:r>
              <a:rPr lang="en-GB" sz="3600" dirty="0"/>
              <a:t>   2/10 =                            b) 3/25 = </a:t>
            </a:r>
          </a:p>
          <a:p>
            <a:pPr marL="342900" indent="-342900">
              <a:buAutoNum type="alphaLcParenR"/>
            </a:pPr>
            <a:endParaRPr lang="en-GB" sz="3600" dirty="0"/>
          </a:p>
          <a:p>
            <a:pPr marL="342900" indent="-342900"/>
            <a:r>
              <a:rPr lang="en-GB" sz="3600" dirty="0"/>
              <a:t>c)   7/50 =                            d) 3/20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1EAB-FC04-4DCD-AB0B-55AA7ED682AD}"/>
              </a:ext>
            </a:extLst>
          </p:cNvPr>
          <p:cNvSpPr>
            <a:spLocks noGrp="1"/>
          </p:cNvSpPr>
          <p:nvPr>
            <p:ph type="title"/>
          </p:nvPr>
        </p:nvSpPr>
        <p:spPr/>
        <p:txBody>
          <a:bodyPr/>
          <a:lstStyle/>
          <a:p>
            <a:r>
              <a:rPr lang="en-AU" dirty="0"/>
              <a:t>Practice (Whiteboards)</a:t>
            </a:r>
          </a:p>
        </p:txBody>
      </p:sp>
      <p:sp>
        <p:nvSpPr>
          <p:cNvPr id="3" name="Content Placeholder 2">
            <a:extLst>
              <a:ext uri="{FF2B5EF4-FFF2-40B4-BE49-F238E27FC236}">
                <a16:creationId xmlns:a16="http://schemas.microsoft.com/office/drawing/2014/main" id="{49F96A42-A5FB-4E5B-AD53-8976168B10AD}"/>
              </a:ext>
            </a:extLst>
          </p:cNvPr>
          <p:cNvSpPr>
            <a:spLocks noGrp="1"/>
          </p:cNvSpPr>
          <p:nvPr>
            <p:ph idx="1"/>
          </p:nvPr>
        </p:nvSpPr>
        <p:spPr>
          <a:xfrm>
            <a:off x="457200" y="1600200"/>
            <a:ext cx="8229600" cy="5257800"/>
          </a:xfrm>
        </p:spPr>
        <p:txBody>
          <a:bodyPr>
            <a:normAutofit lnSpcReduction="10000"/>
          </a:bodyPr>
          <a:lstStyle/>
          <a:p>
            <a:pPr marL="0" indent="0" algn="ctr">
              <a:buNone/>
            </a:pPr>
            <a:r>
              <a:rPr lang="en-AU" dirty="0"/>
              <a:t>1/2 </a:t>
            </a:r>
          </a:p>
          <a:p>
            <a:pPr marL="0" indent="0" algn="ctr">
              <a:buNone/>
            </a:pPr>
            <a:endParaRPr lang="en-AU" dirty="0"/>
          </a:p>
          <a:p>
            <a:pPr marL="0" indent="0" algn="ctr">
              <a:buNone/>
            </a:pPr>
            <a:r>
              <a:rPr lang="en-AU" dirty="0"/>
              <a:t>5/10 </a:t>
            </a:r>
          </a:p>
          <a:p>
            <a:pPr marL="0" indent="0" algn="ctr">
              <a:buNone/>
            </a:pPr>
            <a:endParaRPr lang="en-AU" dirty="0"/>
          </a:p>
          <a:p>
            <a:pPr marL="0" indent="0" algn="ctr">
              <a:buNone/>
            </a:pPr>
            <a:r>
              <a:rPr lang="en-AU" dirty="0"/>
              <a:t>3/50</a:t>
            </a:r>
          </a:p>
          <a:p>
            <a:pPr marL="0" indent="0" algn="ctr">
              <a:buNone/>
            </a:pPr>
            <a:endParaRPr lang="en-AU" dirty="0"/>
          </a:p>
          <a:p>
            <a:pPr marL="0" indent="0" algn="ctr">
              <a:buNone/>
            </a:pPr>
            <a:r>
              <a:rPr lang="en-AU" dirty="0"/>
              <a:t>5/8 </a:t>
            </a:r>
          </a:p>
          <a:p>
            <a:pPr marL="0" indent="0" algn="ctr">
              <a:buNone/>
            </a:pPr>
            <a:endParaRPr lang="en-AU" dirty="0"/>
          </a:p>
          <a:p>
            <a:pPr marL="0" indent="0" algn="ctr">
              <a:buNone/>
            </a:pPr>
            <a:r>
              <a:rPr lang="en-AU" dirty="0"/>
              <a:t>34/79</a:t>
            </a:r>
          </a:p>
          <a:p>
            <a:pPr marL="0" indent="0" algn="ctr">
              <a:buNone/>
            </a:pPr>
            <a:endParaRPr lang="en-AU" dirty="0"/>
          </a:p>
          <a:p>
            <a:pPr marL="0" indent="0" algn="ctr">
              <a:buNone/>
            </a:pPr>
            <a:endParaRPr lang="en-AU" dirty="0"/>
          </a:p>
        </p:txBody>
      </p:sp>
      <p:sp>
        <p:nvSpPr>
          <p:cNvPr id="5" name="TextBox 4">
            <a:extLst>
              <a:ext uri="{FF2B5EF4-FFF2-40B4-BE49-F238E27FC236}">
                <a16:creationId xmlns:a16="http://schemas.microsoft.com/office/drawing/2014/main" id="{957BDD02-CA78-4A52-79BD-C075EEE1E2CE}"/>
              </a:ext>
            </a:extLst>
          </p:cNvPr>
          <p:cNvSpPr txBox="1"/>
          <p:nvPr/>
        </p:nvSpPr>
        <p:spPr>
          <a:xfrm>
            <a:off x="107504" y="2310160"/>
            <a:ext cx="3384376" cy="1846659"/>
          </a:xfrm>
          <a:prstGeom prst="rect">
            <a:avLst/>
          </a:prstGeom>
          <a:noFill/>
        </p:spPr>
        <p:txBody>
          <a:bodyPr wrap="square" rtlCol="0">
            <a:spAutoFit/>
          </a:bodyPr>
          <a:lstStyle/>
          <a:p>
            <a:r>
              <a:rPr lang="en-GB" sz="3200" b="1" dirty="0">
                <a:ln w="18415" cmpd="sng">
                  <a:solidFill>
                    <a:srgbClr val="FFFFFF"/>
                  </a:solidFill>
                  <a:prstDash val="solid"/>
                </a:ln>
                <a:effectLst>
                  <a:outerShdw blurRad="63500" dir="3600000" algn="tl" rotWithShape="0">
                    <a:srgbClr val="000000">
                      <a:alpha val="70000"/>
                    </a:srgbClr>
                  </a:outerShdw>
                </a:effectLst>
              </a:rPr>
              <a:t>NUMERATOR ÷ DENOMINATOR</a:t>
            </a:r>
          </a:p>
          <a:p>
            <a:r>
              <a:rPr lang="en-GB" sz="3200" b="1" dirty="0">
                <a:ln w="18415" cmpd="sng">
                  <a:solidFill>
                    <a:srgbClr val="FFFFFF"/>
                  </a:solidFill>
                  <a:prstDash val="solid"/>
                </a:ln>
                <a:effectLst>
                  <a:outerShdw blurRad="63500" dir="3600000" algn="tl" rotWithShape="0">
                    <a:srgbClr val="000000">
                      <a:alpha val="70000"/>
                    </a:srgbClr>
                  </a:outerShdw>
                </a:effectLst>
              </a:rPr>
              <a:t>X 100 </a:t>
            </a:r>
          </a:p>
          <a:p>
            <a:endParaRPr lang="en-AU" dirty="0"/>
          </a:p>
        </p:txBody>
      </p:sp>
      <p:sp>
        <p:nvSpPr>
          <p:cNvPr id="6" name="Star: 5 Points 5">
            <a:extLst>
              <a:ext uri="{FF2B5EF4-FFF2-40B4-BE49-F238E27FC236}">
                <a16:creationId xmlns:a16="http://schemas.microsoft.com/office/drawing/2014/main" id="{B4347C0F-47DF-BE0D-B394-091899D3440A}"/>
              </a:ext>
            </a:extLst>
          </p:cNvPr>
          <p:cNvSpPr/>
          <p:nvPr/>
        </p:nvSpPr>
        <p:spPr>
          <a:xfrm>
            <a:off x="611560" y="476672"/>
            <a:ext cx="864096" cy="864096"/>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6133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9" name="Picture 3" descr="right_button">
            <a:hlinkClick r:id="" action="ppaction://hlinkshowjump?jump=nextslid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092825"/>
            <a:ext cx="501650" cy="531813"/>
          </a:xfrm>
          <a:prstGeom prst="rect">
            <a:avLst/>
          </a:prstGeom>
          <a:noFill/>
          <a:extLst>
            <a:ext uri="{909E8E84-426E-40DD-AFC4-6F175D3DCCD1}">
              <a14:hiddenFill xmlns:a14="http://schemas.microsoft.com/office/drawing/2010/main">
                <a:solidFill>
                  <a:srgbClr val="FFFFFF"/>
                </a:solidFill>
              </a14:hiddenFill>
            </a:ext>
          </a:extLst>
        </p:spPr>
      </p:pic>
      <p:pic>
        <p:nvPicPr>
          <p:cNvPr id="178180" name="Picture 4" descr="left_button">
            <a:hlinkClick r:id="" action="ppaction://hlinkshowjump?jump=previous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6078538"/>
            <a:ext cx="542925" cy="576262"/>
          </a:xfrm>
          <a:prstGeom prst="rect">
            <a:avLst/>
          </a:prstGeom>
          <a:noFill/>
          <a:extLst>
            <a:ext uri="{909E8E84-426E-40DD-AFC4-6F175D3DCCD1}">
              <a14:hiddenFill xmlns:a14="http://schemas.microsoft.com/office/drawing/2010/main">
                <a:solidFill>
                  <a:srgbClr val="FFFFFF"/>
                </a:solidFill>
              </a14:hiddenFill>
            </a:ext>
          </a:extLst>
        </p:spPr>
      </p:pic>
      <p:sp>
        <p:nvSpPr>
          <p:cNvPr id="178182" name="Text Box 6"/>
          <p:cNvSpPr txBox="1">
            <a:spLocks noChangeArrowheads="1"/>
          </p:cNvSpPr>
          <p:nvPr/>
        </p:nvSpPr>
        <p:spPr bwMode="auto">
          <a:xfrm>
            <a:off x="533400" y="1066800"/>
            <a:ext cx="769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eaLnBrk="1" hangingPunct="1"/>
            <a:r>
              <a:rPr lang="en-GB" sz="2800" b="1" dirty="0"/>
              <a:t>A percentage is just a special type of fraction.</a:t>
            </a:r>
          </a:p>
        </p:txBody>
      </p:sp>
      <p:grpSp>
        <p:nvGrpSpPr>
          <p:cNvPr id="178351" name="Group 175"/>
          <p:cNvGrpSpPr>
            <a:grpSpLocks/>
          </p:cNvGrpSpPr>
          <p:nvPr/>
        </p:nvGrpSpPr>
        <p:grpSpPr bwMode="auto">
          <a:xfrm>
            <a:off x="1790700" y="1676400"/>
            <a:ext cx="914400" cy="914400"/>
            <a:chOff x="1584" y="1056"/>
            <a:chExt cx="576" cy="576"/>
          </a:xfrm>
        </p:grpSpPr>
        <p:sp>
          <p:nvSpPr>
            <p:cNvPr id="178195" name="Oval 19"/>
            <p:cNvSpPr>
              <a:spLocks noChangeArrowheads="1"/>
            </p:cNvSpPr>
            <p:nvPr/>
          </p:nvSpPr>
          <p:spPr bwMode="auto">
            <a:xfrm>
              <a:off x="1584" y="1056"/>
              <a:ext cx="576" cy="576"/>
            </a:xfrm>
            <a:prstGeom prst="ellipse">
              <a:avLst/>
            </a:prstGeom>
            <a:solidFill>
              <a:srgbClr val="FF6600"/>
            </a:solidFill>
            <a:ln w="28575">
              <a:solidFill>
                <a:schemeClr val="tx1"/>
              </a:solidFill>
              <a:round/>
              <a:headEnd/>
              <a:tailEnd/>
            </a:ln>
            <a:effectLst>
              <a:outerShdw dist="35921" dir="2700000" algn="ctr" rotWithShape="0">
                <a:schemeClr val="bg2"/>
              </a:outerShdw>
            </a:effectLst>
          </p:spPr>
          <p:txBody>
            <a:bodyPr wrap="none" anchor="ctr"/>
            <a:lstStyle/>
            <a:p>
              <a:pPr algn="ctr"/>
              <a:endParaRPr lang="en-US" b="1">
                <a:solidFill>
                  <a:srgbClr val="FF6600"/>
                </a:solidFill>
                <a:effectLst>
                  <a:outerShdw blurRad="38100" dist="38100" dir="2700000" algn="tl">
                    <a:srgbClr val="000000"/>
                  </a:outerShdw>
                </a:effectLst>
              </a:endParaRPr>
            </a:p>
          </p:txBody>
        </p:sp>
        <p:sp>
          <p:nvSpPr>
            <p:cNvPr id="178350" name="Text Box 174"/>
            <p:cNvSpPr txBox="1">
              <a:spLocks noChangeArrowheads="1"/>
            </p:cNvSpPr>
            <p:nvPr/>
          </p:nvSpPr>
          <p:spPr bwMode="auto">
            <a:xfrm>
              <a:off x="1675" y="1200"/>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b="1">
                  <a:solidFill>
                    <a:schemeClr val="bg1"/>
                  </a:solidFill>
                </a:rPr>
                <a:t>1%</a:t>
              </a:r>
            </a:p>
          </p:txBody>
        </p:sp>
      </p:grpSp>
      <p:sp>
        <p:nvSpPr>
          <p:cNvPr id="178365" name="Rectangle 189"/>
          <p:cNvSpPr>
            <a:spLocks noChangeArrowheads="1"/>
          </p:cNvSpPr>
          <p:nvPr/>
        </p:nvSpPr>
        <p:spPr bwMode="auto">
          <a:xfrm>
            <a:off x="2840038" y="1905000"/>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means</a:t>
            </a:r>
          </a:p>
        </p:txBody>
      </p:sp>
      <p:grpSp>
        <p:nvGrpSpPr>
          <p:cNvPr id="178366" name="Group 190"/>
          <p:cNvGrpSpPr>
            <a:grpSpLocks/>
          </p:cNvGrpSpPr>
          <p:nvPr/>
        </p:nvGrpSpPr>
        <p:grpSpPr bwMode="auto">
          <a:xfrm>
            <a:off x="4030663" y="1676400"/>
            <a:ext cx="3276600" cy="914400"/>
            <a:chOff x="2880" y="1056"/>
            <a:chExt cx="2064" cy="576"/>
          </a:xfrm>
        </p:grpSpPr>
        <p:sp>
          <p:nvSpPr>
            <p:cNvPr id="178363" name="Oval 187"/>
            <p:cNvSpPr>
              <a:spLocks noChangeArrowheads="1"/>
            </p:cNvSpPr>
            <p:nvPr/>
          </p:nvSpPr>
          <p:spPr bwMode="auto">
            <a:xfrm>
              <a:off x="2880" y="1056"/>
              <a:ext cx="2064" cy="576"/>
            </a:xfrm>
            <a:prstGeom prst="ellipse">
              <a:avLst/>
            </a:prstGeom>
            <a:solidFill>
              <a:schemeClr val="bg1"/>
            </a:solidFill>
            <a:ln w="28575">
              <a:solidFill>
                <a:schemeClr val="tx1"/>
              </a:solidFill>
              <a:round/>
              <a:headEnd/>
              <a:tailEnd/>
            </a:ln>
            <a:effectLst>
              <a:outerShdw dist="35921" dir="2700000" algn="ctr" rotWithShape="0">
                <a:schemeClr val="bg2"/>
              </a:outerShdw>
            </a:effectLst>
          </p:spPr>
          <p:txBody>
            <a:bodyPr wrap="none" anchor="ctr"/>
            <a:lstStyle/>
            <a:p>
              <a:pPr algn="ctr"/>
              <a:endParaRPr lang="en-US" b="1">
                <a:solidFill>
                  <a:srgbClr val="FF6600"/>
                </a:solidFill>
                <a:effectLst>
                  <a:outerShdw blurRad="38100" dist="38100" dir="2700000" algn="tl">
                    <a:srgbClr val="C0C0C0"/>
                  </a:outerShdw>
                </a:effectLst>
              </a:endParaRPr>
            </a:p>
          </p:txBody>
        </p:sp>
        <p:sp>
          <p:nvSpPr>
            <p:cNvPr id="178185" name="Text Box 9"/>
            <p:cNvSpPr txBox="1">
              <a:spLocks noChangeArrowheads="1"/>
            </p:cNvSpPr>
            <p:nvPr/>
          </p:nvSpPr>
          <p:spPr bwMode="auto">
            <a:xfrm>
              <a:off x="3007" y="1200"/>
              <a:ext cx="18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1" hangingPunct="1"/>
              <a:r>
                <a:rPr lang="en-GB" b="1">
                  <a:solidFill>
                    <a:srgbClr val="FF6600"/>
                  </a:solidFill>
                </a:rPr>
                <a:t>1 part per hundred</a:t>
              </a:r>
            </a:p>
          </p:txBody>
        </p:sp>
      </p:grpSp>
      <p:sp>
        <p:nvSpPr>
          <p:cNvPr id="178188" name="Text Box 12"/>
          <p:cNvSpPr txBox="1">
            <a:spLocks noChangeArrowheads="1"/>
          </p:cNvSpPr>
          <p:nvPr/>
        </p:nvSpPr>
        <p:spPr bwMode="auto">
          <a:xfrm>
            <a:off x="533400" y="2971800"/>
            <a:ext cx="45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1" hangingPunct="1"/>
            <a:r>
              <a:rPr lang="en-GB"/>
              <a:t>or</a:t>
            </a:r>
          </a:p>
        </p:txBody>
      </p:sp>
      <p:grpSp>
        <p:nvGrpSpPr>
          <p:cNvPr id="178371" name="Group 195"/>
          <p:cNvGrpSpPr>
            <a:grpSpLocks/>
          </p:cNvGrpSpPr>
          <p:nvPr/>
        </p:nvGrpSpPr>
        <p:grpSpPr bwMode="auto">
          <a:xfrm>
            <a:off x="1790700" y="2870200"/>
            <a:ext cx="914400" cy="914400"/>
            <a:chOff x="1128" y="1824"/>
            <a:chExt cx="576" cy="576"/>
          </a:xfrm>
        </p:grpSpPr>
        <p:sp>
          <p:nvSpPr>
            <p:cNvPr id="178342" name="Oval 166"/>
            <p:cNvSpPr>
              <a:spLocks noChangeArrowheads="1"/>
            </p:cNvSpPr>
            <p:nvPr/>
          </p:nvSpPr>
          <p:spPr bwMode="auto">
            <a:xfrm>
              <a:off x="1128" y="1824"/>
              <a:ext cx="576" cy="576"/>
            </a:xfrm>
            <a:prstGeom prst="ellipse">
              <a:avLst/>
            </a:prstGeom>
            <a:solidFill>
              <a:schemeClr val="bg1"/>
            </a:solidFill>
            <a:ln w="28575">
              <a:solidFill>
                <a:schemeClr val="tx1"/>
              </a:solidFill>
              <a:round/>
              <a:headEnd/>
              <a:tailEnd/>
            </a:ln>
            <a:effectLst>
              <a:outerShdw dist="35921" dir="2700000" algn="ctr" rotWithShape="0">
                <a:schemeClr val="bg2"/>
              </a:outerShdw>
            </a:effectLst>
          </p:spPr>
          <p:txBody>
            <a:bodyPr wrap="none" anchor="ctr"/>
            <a:lstStyle/>
            <a:p>
              <a:pPr algn="ctr"/>
              <a:endParaRPr lang="en-US" b="1">
                <a:solidFill>
                  <a:schemeClr val="bg1"/>
                </a:solidFill>
                <a:effectLst>
                  <a:outerShdw blurRad="38100" dist="38100" dir="2700000" algn="tl">
                    <a:srgbClr val="C0C0C0"/>
                  </a:outerShdw>
                </a:effectLst>
              </a:endParaRPr>
            </a:p>
          </p:txBody>
        </p:sp>
        <p:grpSp>
          <p:nvGrpSpPr>
            <p:cNvPr id="178370" name="Group 194"/>
            <p:cNvGrpSpPr>
              <a:grpSpLocks/>
            </p:cNvGrpSpPr>
            <p:nvPr/>
          </p:nvGrpSpPr>
          <p:grpSpPr bwMode="auto">
            <a:xfrm>
              <a:off x="1198" y="1836"/>
              <a:ext cx="385" cy="496"/>
              <a:chOff x="1198" y="1836"/>
              <a:chExt cx="385" cy="496"/>
            </a:xfrm>
          </p:grpSpPr>
          <p:sp>
            <p:nvSpPr>
              <p:cNvPr id="178345" name="Line 169"/>
              <p:cNvSpPr>
                <a:spLocks noChangeShapeType="1"/>
              </p:cNvSpPr>
              <p:nvPr/>
            </p:nvSpPr>
            <p:spPr bwMode="auto">
              <a:xfrm flipV="1">
                <a:off x="1250" y="2112"/>
                <a:ext cx="333" cy="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8346" name="Text Box 170"/>
              <p:cNvSpPr txBox="1">
                <a:spLocks noChangeArrowheads="1"/>
              </p:cNvSpPr>
              <p:nvPr/>
            </p:nvSpPr>
            <p:spPr bwMode="auto">
              <a:xfrm>
                <a:off x="1198" y="2099"/>
                <a:ext cx="3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b="1" dirty="0">
                    <a:solidFill>
                      <a:srgbClr val="FF6600"/>
                    </a:solidFill>
                  </a:rPr>
                  <a:t> 100</a:t>
                </a:r>
              </a:p>
            </p:txBody>
          </p:sp>
          <p:sp>
            <p:nvSpPr>
              <p:cNvPr id="178347" name="Text Box 171"/>
              <p:cNvSpPr txBox="1">
                <a:spLocks noChangeArrowheads="1"/>
              </p:cNvSpPr>
              <p:nvPr/>
            </p:nvSpPr>
            <p:spPr bwMode="auto">
              <a:xfrm>
                <a:off x="1305" y="183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b="1">
                    <a:solidFill>
                      <a:srgbClr val="FF6600"/>
                    </a:solidFill>
                  </a:rPr>
                  <a:t>1</a:t>
                </a:r>
              </a:p>
            </p:txBody>
          </p:sp>
        </p:grpSp>
      </p:grpSp>
      <p:grpSp>
        <p:nvGrpSpPr>
          <p:cNvPr id="178341" name="Group 165"/>
          <p:cNvGrpSpPr>
            <a:grpSpLocks/>
          </p:cNvGrpSpPr>
          <p:nvPr/>
        </p:nvGrpSpPr>
        <p:grpSpPr bwMode="auto">
          <a:xfrm>
            <a:off x="1143000" y="4038600"/>
            <a:ext cx="2286000" cy="2286000"/>
            <a:chOff x="864" y="2400"/>
            <a:chExt cx="1440" cy="1440"/>
          </a:xfrm>
        </p:grpSpPr>
        <p:sp>
          <p:nvSpPr>
            <p:cNvPr id="178196" name="Rectangle 20"/>
            <p:cNvSpPr>
              <a:spLocks noChangeArrowheads="1"/>
            </p:cNvSpPr>
            <p:nvPr/>
          </p:nvSpPr>
          <p:spPr bwMode="auto">
            <a:xfrm>
              <a:off x="864" y="2400"/>
              <a:ext cx="144" cy="144"/>
            </a:xfrm>
            <a:prstGeom prst="rect">
              <a:avLst/>
            </a:prstGeom>
            <a:solidFill>
              <a:srgbClr val="FF66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27" name="Rectangle 51"/>
            <p:cNvSpPr>
              <a:spLocks noChangeArrowheads="1"/>
            </p:cNvSpPr>
            <p:nvPr/>
          </p:nvSpPr>
          <p:spPr bwMode="auto">
            <a:xfrm>
              <a:off x="86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28" name="Rectangle 52"/>
            <p:cNvSpPr>
              <a:spLocks noChangeArrowheads="1"/>
            </p:cNvSpPr>
            <p:nvPr/>
          </p:nvSpPr>
          <p:spPr bwMode="auto">
            <a:xfrm>
              <a:off x="86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29" name="Rectangle 53"/>
            <p:cNvSpPr>
              <a:spLocks noChangeArrowheads="1"/>
            </p:cNvSpPr>
            <p:nvPr/>
          </p:nvSpPr>
          <p:spPr bwMode="auto">
            <a:xfrm>
              <a:off x="86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0" name="Rectangle 54"/>
            <p:cNvSpPr>
              <a:spLocks noChangeArrowheads="1"/>
            </p:cNvSpPr>
            <p:nvPr/>
          </p:nvSpPr>
          <p:spPr bwMode="auto">
            <a:xfrm>
              <a:off x="86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1" name="Rectangle 55"/>
            <p:cNvSpPr>
              <a:spLocks noChangeArrowheads="1"/>
            </p:cNvSpPr>
            <p:nvPr/>
          </p:nvSpPr>
          <p:spPr bwMode="auto">
            <a:xfrm>
              <a:off x="86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2" name="Rectangle 56"/>
            <p:cNvSpPr>
              <a:spLocks noChangeArrowheads="1"/>
            </p:cNvSpPr>
            <p:nvPr/>
          </p:nvSpPr>
          <p:spPr bwMode="auto">
            <a:xfrm>
              <a:off x="86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3" name="Rectangle 57"/>
            <p:cNvSpPr>
              <a:spLocks noChangeArrowheads="1"/>
            </p:cNvSpPr>
            <p:nvPr/>
          </p:nvSpPr>
          <p:spPr bwMode="auto">
            <a:xfrm>
              <a:off x="86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4" name="Rectangle 58"/>
            <p:cNvSpPr>
              <a:spLocks noChangeArrowheads="1"/>
            </p:cNvSpPr>
            <p:nvPr/>
          </p:nvSpPr>
          <p:spPr bwMode="auto">
            <a:xfrm>
              <a:off x="86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5" name="Rectangle 59"/>
            <p:cNvSpPr>
              <a:spLocks noChangeArrowheads="1"/>
            </p:cNvSpPr>
            <p:nvPr/>
          </p:nvSpPr>
          <p:spPr bwMode="auto">
            <a:xfrm>
              <a:off x="86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6" name="Rectangle 60"/>
            <p:cNvSpPr>
              <a:spLocks noChangeArrowheads="1"/>
            </p:cNvSpPr>
            <p:nvPr/>
          </p:nvSpPr>
          <p:spPr bwMode="auto">
            <a:xfrm>
              <a:off x="100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7" name="Rectangle 61"/>
            <p:cNvSpPr>
              <a:spLocks noChangeArrowheads="1"/>
            </p:cNvSpPr>
            <p:nvPr/>
          </p:nvSpPr>
          <p:spPr bwMode="auto">
            <a:xfrm>
              <a:off x="100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8" name="Rectangle 62"/>
            <p:cNvSpPr>
              <a:spLocks noChangeArrowheads="1"/>
            </p:cNvSpPr>
            <p:nvPr/>
          </p:nvSpPr>
          <p:spPr bwMode="auto">
            <a:xfrm>
              <a:off x="100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39" name="Rectangle 63"/>
            <p:cNvSpPr>
              <a:spLocks noChangeArrowheads="1"/>
            </p:cNvSpPr>
            <p:nvPr/>
          </p:nvSpPr>
          <p:spPr bwMode="auto">
            <a:xfrm>
              <a:off x="100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0" name="Rectangle 64"/>
            <p:cNvSpPr>
              <a:spLocks noChangeArrowheads="1"/>
            </p:cNvSpPr>
            <p:nvPr/>
          </p:nvSpPr>
          <p:spPr bwMode="auto">
            <a:xfrm>
              <a:off x="100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1" name="Rectangle 65"/>
            <p:cNvSpPr>
              <a:spLocks noChangeArrowheads="1"/>
            </p:cNvSpPr>
            <p:nvPr/>
          </p:nvSpPr>
          <p:spPr bwMode="auto">
            <a:xfrm>
              <a:off x="100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2" name="Rectangle 66"/>
            <p:cNvSpPr>
              <a:spLocks noChangeArrowheads="1"/>
            </p:cNvSpPr>
            <p:nvPr/>
          </p:nvSpPr>
          <p:spPr bwMode="auto">
            <a:xfrm>
              <a:off x="100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3" name="Rectangle 67"/>
            <p:cNvSpPr>
              <a:spLocks noChangeArrowheads="1"/>
            </p:cNvSpPr>
            <p:nvPr/>
          </p:nvSpPr>
          <p:spPr bwMode="auto">
            <a:xfrm>
              <a:off x="100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4" name="Rectangle 68"/>
            <p:cNvSpPr>
              <a:spLocks noChangeArrowheads="1"/>
            </p:cNvSpPr>
            <p:nvPr/>
          </p:nvSpPr>
          <p:spPr bwMode="auto">
            <a:xfrm>
              <a:off x="100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5" name="Rectangle 69"/>
            <p:cNvSpPr>
              <a:spLocks noChangeArrowheads="1"/>
            </p:cNvSpPr>
            <p:nvPr/>
          </p:nvSpPr>
          <p:spPr bwMode="auto">
            <a:xfrm>
              <a:off x="100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6" name="Rectangle 70"/>
            <p:cNvSpPr>
              <a:spLocks noChangeArrowheads="1"/>
            </p:cNvSpPr>
            <p:nvPr/>
          </p:nvSpPr>
          <p:spPr bwMode="auto">
            <a:xfrm>
              <a:off x="115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7" name="Rectangle 71"/>
            <p:cNvSpPr>
              <a:spLocks noChangeArrowheads="1"/>
            </p:cNvSpPr>
            <p:nvPr/>
          </p:nvSpPr>
          <p:spPr bwMode="auto">
            <a:xfrm>
              <a:off x="115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8" name="Rectangle 72"/>
            <p:cNvSpPr>
              <a:spLocks noChangeArrowheads="1"/>
            </p:cNvSpPr>
            <p:nvPr/>
          </p:nvSpPr>
          <p:spPr bwMode="auto">
            <a:xfrm>
              <a:off x="115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49" name="Rectangle 73"/>
            <p:cNvSpPr>
              <a:spLocks noChangeArrowheads="1"/>
            </p:cNvSpPr>
            <p:nvPr/>
          </p:nvSpPr>
          <p:spPr bwMode="auto">
            <a:xfrm>
              <a:off x="115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0" name="Rectangle 74"/>
            <p:cNvSpPr>
              <a:spLocks noChangeArrowheads="1"/>
            </p:cNvSpPr>
            <p:nvPr/>
          </p:nvSpPr>
          <p:spPr bwMode="auto">
            <a:xfrm>
              <a:off x="115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1" name="Rectangle 75"/>
            <p:cNvSpPr>
              <a:spLocks noChangeArrowheads="1"/>
            </p:cNvSpPr>
            <p:nvPr/>
          </p:nvSpPr>
          <p:spPr bwMode="auto">
            <a:xfrm>
              <a:off x="115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2" name="Rectangle 76"/>
            <p:cNvSpPr>
              <a:spLocks noChangeArrowheads="1"/>
            </p:cNvSpPr>
            <p:nvPr/>
          </p:nvSpPr>
          <p:spPr bwMode="auto">
            <a:xfrm>
              <a:off x="115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3" name="Rectangle 77"/>
            <p:cNvSpPr>
              <a:spLocks noChangeArrowheads="1"/>
            </p:cNvSpPr>
            <p:nvPr/>
          </p:nvSpPr>
          <p:spPr bwMode="auto">
            <a:xfrm>
              <a:off x="115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4" name="Rectangle 78"/>
            <p:cNvSpPr>
              <a:spLocks noChangeArrowheads="1"/>
            </p:cNvSpPr>
            <p:nvPr/>
          </p:nvSpPr>
          <p:spPr bwMode="auto">
            <a:xfrm>
              <a:off x="115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5" name="Rectangle 79"/>
            <p:cNvSpPr>
              <a:spLocks noChangeArrowheads="1"/>
            </p:cNvSpPr>
            <p:nvPr/>
          </p:nvSpPr>
          <p:spPr bwMode="auto">
            <a:xfrm>
              <a:off x="115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6" name="Rectangle 80"/>
            <p:cNvSpPr>
              <a:spLocks noChangeArrowheads="1"/>
            </p:cNvSpPr>
            <p:nvPr/>
          </p:nvSpPr>
          <p:spPr bwMode="auto">
            <a:xfrm>
              <a:off x="129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7" name="Rectangle 81"/>
            <p:cNvSpPr>
              <a:spLocks noChangeArrowheads="1"/>
            </p:cNvSpPr>
            <p:nvPr/>
          </p:nvSpPr>
          <p:spPr bwMode="auto">
            <a:xfrm>
              <a:off x="129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8" name="Rectangle 82"/>
            <p:cNvSpPr>
              <a:spLocks noChangeArrowheads="1"/>
            </p:cNvSpPr>
            <p:nvPr/>
          </p:nvSpPr>
          <p:spPr bwMode="auto">
            <a:xfrm>
              <a:off x="129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59" name="Rectangle 83"/>
            <p:cNvSpPr>
              <a:spLocks noChangeArrowheads="1"/>
            </p:cNvSpPr>
            <p:nvPr/>
          </p:nvSpPr>
          <p:spPr bwMode="auto">
            <a:xfrm>
              <a:off x="129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0" name="Rectangle 84"/>
            <p:cNvSpPr>
              <a:spLocks noChangeArrowheads="1"/>
            </p:cNvSpPr>
            <p:nvPr/>
          </p:nvSpPr>
          <p:spPr bwMode="auto">
            <a:xfrm>
              <a:off x="129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1" name="Rectangle 85"/>
            <p:cNvSpPr>
              <a:spLocks noChangeArrowheads="1"/>
            </p:cNvSpPr>
            <p:nvPr/>
          </p:nvSpPr>
          <p:spPr bwMode="auto">
            <a:xfrm>
              <a:off x="129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2" name="Rectangle 86"/>
            <p:cNvSpPr>
              <a:spLocks noChangeArrowheads="1"/>
            </p:cNvSpPr>
            <p:nvPr/>
          </p:nvSpPr>
          <p:spPr bwMode="auto">
            <a:xfrm>
              <a:off x="129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3" name="Rectangle 87"/>
            <p:cNvSpPr>
              <a:spLocks noChangeArrowheads="1"/>
            </p:cNvSpPr>
            <p:nvPr/>
          </p:nvSpPr>
          <p:spPr bwMode="auto">
            <a:xfrm>
              <a:off x="129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4" name="Rectangle 88"/>
            <p:cNvSpPr>
              <a:spLocks noChangeArrowheads="1"/>
            </p:cNvSpPr>
            <p:nvPr/>
          </p:nvSpPr>
          <p:spPr bwMode="auto">
            <a:xfrm>
              <a:off x="129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5" name="Rectangle 89"/>
            <p:cNvSpPr>
              <a:spLocks noChangeArrowheads="1"/>
            </p:cNvSpPr>
            <p:nvPr/>
          </p:nvSpPr>
          <p:spPr bwMode="auto">
            <a:xfrm>
              <a:off x="129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6" name="Rectangle 90"/>
            <p:cNvSpPr>
              <a:spLocks noChangeArrowheads="1"/>
            </p:cNvSpPr>
            <p:nvPr/>
          </p:nvSpPr>
          <p:spPr bwMode="auto">
            <a:xfrm>
              <a:off x="144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7" name="Rectangle 91"/>
            <p:cNvSpPr>
              <a:spLocks noChangeArrowheads="1"/>
            </p:cNvSpPr>
            <p:nvPr/>
          </p:nvSpPr>
          <p:spPr bwMode="auto">
            <a:xfrm>
              <a:off x="144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8" name="Rectangle 92"/>
            <p:cNvSpPr>
              <a:spLocks noChangeArrowheads="1"/>
            </p:cNvSpPr>
            <p:nvPr/>
          </p:nvSpPr>
          <p:spPr bwMode="auto">
            <a:xfrm>
              <a:off x="144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69" name="Rectangle 93"/>
            <p:cNvSpPr>
              <a:spLocks noChangeArrowheads="1"/>
            </p:cNvSpPr>
            <p:nvPr/>
          </p:nvSpPr>
          <p:spPr bwMode="auto">
            <a:xfrm>
              <a:off x="144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0" name="Rectangle 94"/>
            <p:cNvSpPr>
              <a:spLocks noChangeArrowheads="1"/>
            </p:cNvSpPr>
            <p:nvPr/>
          </p:nvSpPr>
          <p:spPr bwMode="auto">
            <a:xfrm>
              <a:off x="144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1" name="Rectangle 95"/>
            <p:cNvSpPr>
              <a:spLocks noChangeArrowheads="1"/>
            </p:cNvSpPr>
            <p:nvPr/>
          </p:nvSpPr>
          <p:spPr bwMode="auto">
            <a:xfrm>
              <a:off x="144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2" name="Rectangle 96"/>
            <p:cNvSpPr>
              <a:spLocks noChangeArrowheads="1"/>
            </p:cNvSpPr>
            <p:nvPr/>
          </p:nvSpPr>
          <p:spPr bwMode="auto">
            <a:xfrm>
              <a:off x="144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3" name="Rectangle 97"/>
            <p:cNvSpPr>
              <a:spLocks noChangeArrowheads="1"/>
            </p:cNvSpPr>
            <p:nvPr/>
          </p:nvSpPr>
          <p:spPr bwMode="auto">
            <a:xfrm>
              <a:off x="144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4" name="Rectangle 98"/>
            <p:cNvSpPr>
              <a:spLocks noChangeArrowheads="1"/>
            </p:cNvSpPr>
            <p:nvPr/>
          </p:nvSpPr>
          <p:spPr bwMode="auto">
            <a:xfrm>
              <a:off x="144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5" name="Rectangle 99"/>
            <p:cNvSpPr>
              <a:spLocks noChangeArrowheads="1"/>
            </p:cNvSpPr>
            <p:nvPr/>
          </p:nvSpPr>
          <p:spPr bwMode="auto">
            <a:xfrm>
              <a:off x="144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6" name="Rectangle 100"/>
            <p:cNvSpPr>
              <a:spLocks noChangeArrowheads="1"/>
            </p:cNvSpPr>
            <p:nvPr/>
          </p:nvSpPr>
          <p:spPr bwMode="auto">
            <a:xfrm>
              <a:off x="1584"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7" name="Rectangle 101"/>
            <p:cNvSpPr>
              <a:spLocks noChangeArrowheads="1"/>
            </p:cNvSpPr>
            <p:nvPr/>
          </p:nvSpPr>
          <p:spPr bwMode="auto">
            <a:xfrm>
              <a:off x="158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8" name="Rectangle 102"/>
            <p:cNvSpPr>
              <a:spLocks noChangeArrowheads="1"/>
            </p:cNvSpPr>
            <p:nvPr/>
          </p:nvSpPr>
          <p:spPr bwMode="auto">
            <a:xfrm>
              <a:off x="158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79" name="Rectangle 103"/>
            <p:cNvSpPr>
              <a:spLocks noChangeArrowheads="1"/>
            </p:cNvSpPr>
            <p:nvPr/>
          </p:nvSpPr>
          <p:spPr bwMode="auto">
            <a:xfrm>
              <a:off x="158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0" name="Rectangle 104"/>
            <p:cNvSpPr>
              <a:spLocks noChangeArrowheads="1"/>
            </p:cNvSpPr>
            <p:nvPr/>
          </p:nvSpPr>
          <p:spPr bwMode="auto">
            <a:xfrm>
              <a:off x="158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1" name="Rectangle 105"/>
            <p:cNvSpPr>
              <a:spLocks noChangeArrowheads="1"/>
            </p:cNvSpPr>
            <p:nvPr/>
          </p:nvSpPr>
          <p:spPr bwMode="auto">
            <a:xfrm>
              <a:off x="158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2" name="Rectangle 106"/>
            <p:cNvSpPr>
              <a:spLocks noChangeArrowheads="1"/>
            </p:cNvSpPr>
            <p:nvPr/>
          </p:nvSpPr>
          <p:spPr bwMode="auto">
            <a:xfrm>
              <a:off x="158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3" name="Rectangle 107"/>
            <p:cNvSpPr>
              <a:spLocks noChangeArrowheads="1"/>
            </p:cNvSpPr>
            <p:nvPr/>
          </p:nvSpPr>
          <p:spPr bwMode="auto">
            <a:xfrm>
              <a:off x="158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4" name="Rectangle 108"/>
            <p:cNvSpPr>
              <a:spLocks noChangeArrowheads="1"/>
            </p:cNvSpPr>
            <p:nvPr/>
          </p:nvSpPr>
          <p:spPr bwMode="auto">
            <a:xfrm>
              <a:off x="158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5" name="Rectangle 109"/>
            <p:cNvSpPr>
              <a:spLocks noChangeArrowheads="1"/>
            </p:cNvSpPr>
            <p:nvPr/>
          </p:nvSpPr>
          <p:spPr bwMode="auto">
            <a:xfrm>
              <a:off x="158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6" name="Rectangle 110"/>
            <p:cNvSpPr>
              <a:spLocks noChangeArrowheads="1"/>
            </p:cNvSpPr>
            <p:nvPr/>
          </p:nvSpPr>
          <p:spPr bwMode="auto">
            <a:xfrm>
              <a:off x="172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7" name="Rectangle 111"/>
            <p:cNvSpPr>
              <a:spLocks noChangeArrowheads="1"/>
            </p:cNvSpPr>
            <p:nvPr/>
          </p:nvSpPr>
          <p:spPr bwMode="auto">
            <a:xfrm>
              <a:off x="172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8" name="Rectangle 112"/>
            <p:cNvSpPr>
              <a:spLocks noChangeArrowheads="1"/>
            </p:cNvSpPr>
            <p:nvPr/>
          </p:nvSpPr>
          <p:spPr bwMode="auto">
            <a:xfrm>
              <a:off x="172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89" name="Rectangle 113"/>
            <p:cNvSpPr>
              <a:spLocks noChangeArrowheads="1"/>
            </p:cNvSpPr>
            <p:nvPr/>
          </p:nvSpPr>
          <p:spPr bwMode="auto">
            <a:xfrm>
              <a:off x="172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0" name="Rectangle 114"/>
            <p:cNvSpPr>
              <a:spLocks noChangeArrowheads="1"/>
            </p:cNvSpPr>
            <p:nvPr/>
          </p:nvSpPr>
          <p:spPr bwMode="auto">
            <a:xfrm>
              <a:off x="172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1" name="Rectangle 115"/>
            <p:cNvSpPr>
              <a:spLocks noChangeArrowheads="1"/>
            </p:cNvSpPr>
            <p:nvPr/>
          </p:nvSpPr>
          <p:spPr bwMode="auto">
            <a:xfrm>
              <a:off x="172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2" name="Rectangle 116"/>
            <p:cNvSpPr>
              <a:spLocks noChangeArrowheads="1"/>
            </p:cNvSpPr>
            <p:nvPr/>
          </p:nvSpPr>
          <p:spPr bwMode="auto">
            <a:xfrm>
              <a:off x="172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3" name="Rectangle 117"/>
            <p:cNvSpPr>
              <a:spLocks noChangeArrowheads="1"/>
            </p:cNvSpPr>
            <p:nvPr/>
          </p:nvSpPr>
          <p:spPr bwMode="auto">
            <a:xfrm>
              <a:off x="172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4" name="Rectangle 118"/>
            <p:cNvSpPr>
              <a:spLocks noChangeArrowheads="1"/>
            </p:cNvSpPr>
            <p:nvPr/>
          </p:nvSpPr>
          <p:spPr bwMode="auto">
            <a:xfrm>
              <a:off x="172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5" name="Rectangle 119"/>
            <p:cNvSpPr>
              <a:spLocks noChangeArrowheads="1"/>
            </p:cNvSpPr>
            <p:nvPr/>
          </p:nvSpPr>
          <p:spPr bwMode="auto">
            <a:xfrm>
              <a:off x="172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6" name="Rectangle 120"/>
            <p:cNvSpPr>
              <a:spLocks noChangeArrowheads="1"/>
            </p:cNvSpPr>
            <p:nvPr/>
          </p:nvSpPr>
          <p:spPr bwMode="auto">
            <a:xfrm>
              <a:off x="187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7" name="Rectangle 121"/>
            <p:cNvSpPr>
              <a:spLocks noChangeArrowheads="1"/>
            </p:cNvSpPr>
            <p:nvPr/>
          </p:nvSpPr>
          <p:spPr bwMode="auto">
            <a:xfrm>
              <a:off x="187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8" name="Rectangle 122"/>
            <p:cNvSpPr>
              <a:spLocks noChangeArrowheads="1"/>
            </p:cNvSpPr>
            <p:nvPr/>
          </p:nvSpPr>
          <p:spPr bwMode="auto">
            <a:xfrm>
              <a:off x="187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299" name="Rectangle 123"/>
            <p:cNvSpPr>
              <a:spLocks noChangeArrowheads="1"/>
            </p:cNvSpPr>
            <p:nvPr/>
          </p:nvSpPr>
          <p:spPr bwMode="auto">
            <a:xfrm>
              <a:off x="187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0" name="Rectangle 124"/>
            <p:cNvSpPr>
              <a:spLocks noChangeArrowheads="1"/>
            </p:cNvSpPr>
            <p:nvPr/>
          </p:nvSpPr>
          <p:spPr bwMode="auto">
            <a:xfrm>
              <a:off x="187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1" name="Rectangle 125"/>
            <p:cNvSpPr>
              <a:spLocks noChangeArrowheads="1"/>
            </p:cNvSpPr>
            <p:nvPr/>
          </p:nvSpPr>
          <p:spPr bwMode="auto">
            <a:xfrm>
              <a:off x="187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2" name="Rectangle 126"/>
            <p:cNvSpPr>
              <a:spLocks noChangeArrowheads="1"/>
            </p:cNvSpPr>
            <p:nvPr/>
          </p:nvSpPr>
          <p:spPr bwMode="auto">
            <a:xfrm>
              <a:off x="187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3" name="Rectangle 127"/>
            <p:cNvSpPr>
              <a:spLocks noChangeArrowheads="1"/>
            </p:cNvSpPr>
            <p:nvPr/>
          </p:nvSpPr>
          <p:spPr bwMode="auto">
            <a:xfrm>
              <a:off x="187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4" name="Rectangle 128"/>
            <p:cNvSpPr>
              <a:spLocks noChangeArrowheads="1"/>
            </p:cNvSpPr>
            <p:nvPr/>
          </p:nvSpPr>
          <p:spPr bwMode="auto">
            <a:xfrm>
              <a:off x="187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5" name="Rectangle 129"/>
            <p:cNvSpPr>
              <a:spLocks noChangeArrowheads="1"/>
            </p:cNvSpPr>
            <p:nvPr/>
          </p:nvSpPr>
          <p:spPr bwMode="auto">
            <a:xfrm>
              <a:off x="187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6" name="Rectangle 130"/>
            <p:cNvSpPr>
              <a:spLocks noChangeArrowheads="1"/>
            </p:cNvSpPr>
            <p:nvPr/>
          </p:nvSpPr>
          <p:spPr bwMode="auto">
            <a:xfrm>
              <a:off x="201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7" name="Rectangle 131"/>
            <p:cNvSpPr>
              <a:spLocks noChangeArrowheads="1"/>
            </p:cNvSpPr>
            <p:nvPr/>
          </p:nvSpPr>
          <p:spPr bwMode="auto">
            <a:xfrm>
              <a:off x="201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8" name="Rectangle 132"/>
            <p:cNvSpPr>
              <a:spLocks noChangeArrowheads="1"/>
            </p:cNvSpPr>
            <p:nvPr/>
          </p:nvSpPr>
          <p:spPr bwMode="auto">
            <a:xfrm>
              <a:off x="201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09" name="Rectangle 133"/>
            <p:cNvSpPr>
              <a:spLocks noChangeArrowheads="1"/>
            </p:cNvSpPr>
            <p:nvPr/>
          </p:nvSpPr>
          <p:spPr bwMode="auto">
            <a:xfrm>
              <a:off x="201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0" name="Rectangle 134"/>
            <p:cNvSpPr>
              <a:spLocks noChangeArrowheads="1"/>
            </p:cNvSpPr>
            <p:nvPr/>
          </p:nvSpPr>
          <p:spPr bwMode="auto">
            <a:xfrm>
              <a:off x="201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1" name="Rectangle 135"/>
            <p:cNvSpPr>
              <a:spLocks noChangeArrowheads="1"/>
            </p:cNvSpPr>
            <p:nvPr/>
          </p:nvSpPr>
          <p:spPr bwMode="auto">
            <a:xfrm>
              <a:off x="201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2" name="Rectangle 136"/>
            <p:cNvSpPr>
              <a:spLocks noChangeArrowheads="1"/>
            </p:cNvSpPr>
            <p:nvPr/>
          </p:nvSpPr>
          <p:spPr bwMode="auto">
            <a:xfrm>
              <a:off x="201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3" name="Rectangle 137"/>
            <p:cNvSpPr>
              <a:spLocks noChangeArrowheads="1"/>
            </p:cNvSpPr>
            <p:nvPr/>
          </p:nvSpPr>
          <p:spPr bwMode="auto">
            <a:xfrm>
              <a:off x="201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4" name="Rectangle 138"/>
            <p:cNvSpPr>
              <a:spLocks noChangeArrowheads="1"/>
            </p:cNvSpPr>
            <p:nvPr/>
          </p:nvSpPr>
          <p:spPr bwMode="auto">
            <a:xfrm>
              <a:off x="201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5" name="Rectangle 139"/>
            <p:cNvSpPr>
              <a:spLocks noChangeArrowheads="1"/>
            </p:cNvSpPr>
            <p:nvPr/>
          </p:nvSpPr>
          <p:spPr bwMode="auto">
            <a:xfrm>
              <a:off x="201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6" name="Rectangle 140"/>
            <p:cNvSpPr>
              <a:spLocks noChangeArrowheads="1"/>
            </p:cNvSpPr>
            <p:nvPr/>
          </p:nvSpPr>
          <p:spPr bwMode="auto">
            <a:xfrm>
              <a:off x="216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7" name="Rectangle 141"/>
            <p:cNvSpPr>
              <a:spLocks noChangeArrowheads="1"/>
            </p:cNvSpPr>
            <p:nvPr/>
          </p:nvSpPr>
          <p:spPr bwMode="auto">
            <a:xfrm>
              <a:off x="216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8" name="Rectangle 142"/>
            <p:cNvSpPr>
              <a:spLocks noChangeArrowheads="1"/>
            </p:cNvSpPr>
            <p:nvPr/>
          </p:nvSpPr>
          <p:spPr bwMode="auto">
            <a:xfrm>
              <a:off x="216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19" name="Rectangle 143"/>
            <p:cNvSpPr>
              <a:spLocks noChangeArrowheads="1"/>
            </p:cNvSpPr>
            <p:nvPr/>
          </p:nvSpPr>
          <p:spPr bwMode="auto">
            <a:xfrm>
              <a:off x="216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0" name="Rectangle 144"/>
            <p:cNvSpPr>
              <a:spLocks noChangeArrowheads="1"/>
            </p:cNvSpPr>
            <p:nvPr/>
          </p:nvSpPr>
          <p:spPr bwMode="auto">
            <a:xfrm>
              <a:off x="216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1" name="Rectangle 145"/>
            <p:cNvSpPr>
              <a:spLocks noChangeArrowheads="1"/>
            </p:cNvSpPr>
            <p:nvPr/>
          </p:nvSpPr>
          <p:spPr bwMode="auto">
            <a:xfrm>
              <a:off x="216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2" name="Rectangle 146"/>
            <p:cNvSpPr>
              <a:spLocks noChangeArrowheads="1"/>
            </p:cNvSpPr>
            <p:nvPr/>
          </p:nvSpPr>
          <p:spPr bwMode="auto">
            <a:xfrm>
              <a:off x="216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3" name="Rectangle 147"/>
            <p:cNvSpPr>
              <a:spLocks noChangeArrowheads="1"/>
            </p:cNvSpPr>
            <p:nvPr/>
          </p:nvSpPr>
          <p:spPr bwMode="auto">
            <a:xfrm>
              <a:off x="216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4" name="Rectangle 148"/>
            <p:cNvSpPr>
              <a:spLocks noChangeArrowheads="1"/>
            </p:cNvSpPr>
            <p:nvPr/>
          </p:nvSpPr>
          <p:spPr bwMode="auto">
            <a:xfrm>
              <a:off x="216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325" name="Rectangle 149"/>
            <p:cNvSpPr>
              <a:spLocks noChangeArrowheads="1"/>
            </p:cNvSpPr>
            <p:nvPr/>
          </p:nvSpPr>
          <p:spPr bwMode="auto">
            <a:xfrm>
              <a:off x="216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78191" name="Text Box 15"/>
          <p:cNvSpPr txBox="1">
            <a:spLocks noChangeArrowheads="1"/>
          </p:cNvSpPr>
          <p:nvPr/>
        </p:nvSpPr>
        <p:spPr bwMode="auto">
          <a:xfrm>
            <a:off x="3380456" y="2999720"/>
            <a:ext cx="361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1" hangingPunct="1"/>
            <a:r>
              <a:rPr lang="en-GB" dirty="0"/>
              <a:t>=</a:t>
            </a:r>
          </a:p>
        </p:txBody>
      </p:sp>
      <p:grpSp>
        <p:nvGrpSpPr>
          <p:cNvPr id="178361" name="Group 185"/>
          <p:cNvGrpSpPr>
            <a:grpSpLocks/>
          </p:cNvGrpSpPr>
          <p:nvPr/>
        </p:nvGrpSpPr>
        <p:grpSpPr bwMode="auto">
          <a:xfrm>
            <a:off x="4297237" y="2814310"/>
            <a:ext cx="914400" cy="914400"/>
            <a:chOff x="2976" y="1728"/>
            <a:chExt cx="576" cy="576"/>
          </a:xfrm>
        </p:grpSpPr>
        <p:sp>
          <p:nvSpPr>
            <p:cNvPr id="178355" name="Oval 179"/>
            <p:cNvSpPr>
              <a:spLocks noChangeArrowheads="1"/>
            </p:cNvSpPr>
            <p:nvPr/>
          </p:nvSpPr>
          <p:spPr bwMode="auto">
            <a:xfrm>
              <a:off x="2976" y="1728"/>
              <a:ext cx="576" cy="576"/>
            </a:xfrm>
            <a:prstGeom prst="ellipse">
              <a:avLst/>
            </a:prstGeom>
            <a:solidFill>
              <a:schemeClr val="bg1"/>
            </a:solidFill>
            <a:ln w="28575">
              <a:solidFill>
                <a:schemeClr val="tx1"/>
              </a:solidFill>
              <a:round/>
              <a:headEnd/>
              <a:tailEnd/>
            </a:ln>
            <a:effectLst>
              <a:outerShdw dist="35921" dir="2700000" algn="ctr" rotWithShape="0">
                <a:schemeClr val="bg2"/>
              </a:outerShdw>
            </a:effectLst>
          </p:spPr>
          <p:txBody>
            <a:bodyPr wrap="none" anchor="ctr"/>
            <a:lstStyle/>
            <a:p>
              <a:pPr algn="ctr"/>
              <a:endParaRPr lang="en-US" b="1">
                <a:solidFill>
                  <a:schemeClr val="bg1"/>
                </a:solidFill>
                <a:effectLst>
                  <a:outerShdw blurRad="38100" dist="38100" dir="2700000" algn="tl">
                    <a:srgbClr val="C0C0C0"/>
                  </a:outerShdw>
                </a:effectLst>
              </a:endParaRPr>
            </a:p>
          </p:txBody>
        </p:sp>
        <p:sp>
          <p:nvSpPr>
            <p:cNvPr id="178360" name="Text Box 184"/>
            <p:cNvSpPr txBox="1">
              <a:spLocks noChangeArrowheads="1"/>
            </p:cNvSpPr>
            <p:nvPr/>
          </p:nvSpPr>
          <p:spPr bwMode="auto">
            <a:xfrm>
              <a:off x="3076" y="1872"/>
              <a:ext cx="376"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b="1" dirty="0">
                  <a:solidFill>
                    <a:srgbClr val="FF6600"/>
                  </a:solidFill>
                </a:rPr>
                <a:t>0.01</a:t>
              </a:r>
            </a:p>
          </p:txBody>
        </p:sp>
      </p:grpSp>
      <p:sp>
        <p:nvSpPr>
          <p:cNvPr id="125" name="Title 124"/>
          <p:cNvSpPr>
            <a:spLocks noGrp="1"/>
          </p:cNvSpPr>
          <p:nvPr>
            <p:ph type="title" idx="4294967295"/>
          </p:nvPr>
        </p:nvSpPr>
        <p:spPr>
          <a:xfrm>
            <a:off x="452799" y="195511"/>
            <a:ext cx="3487376" cy="769441"/>
          </a:xfrm>
          <a:prstGeom prst="rect">
            <a:avLst/>
          </a:prstGeom>
        </p:spPr>
        <p:txBody>
          <a:bodyPr wrap="square">
            <a:spAutoFit/>
          </a:bodyPr>
          <a:lstStyle/>
          <a:p>
            <a:r>
              <a:rPr lang="en-GB" sz="4400" dirty="0">
                <a:effectLst>
                  <a:glow rad="101600">
                    <a:schemeClr val="accent2">
                      <a:satMod val="175000"/>
                      <a:alpha val="40000"/>
                    </a:schemeClr>
                  </a:glow>
                </a:effectLst>
              </a:rPr>
              <a:t>FRACTIONS </a:t>
            </a:r>
          </a:p>
        </p:txBody>
      </p:sp>
      <p:sp>
        <p:nvSpPr>
          <p:cNvPr id="126" name="Right Arrow 125"/>
          <p:cNvSpPr/>
          <p:nvPr/>
        </p:nvSpPr>
        <p:spPr>
          <a:xfrm>
            <a:off x="3851920" y="312440"/>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126"/>
          <p:cNvSpPr/>
          <p:nvPr/>
        </p:nvSpPr>
        <p:spPr>
          <a:xfrm>
            <a:off x="5389941" y="229097"/>
            <a:ext cx="3434595" cy="769441"/>
          </a:xfrm>
          <a:prstGeom prst="rect">
            <a:avLst/>
          </a:prstGeom>
        </p:spPr>
        <p:txBody>
          <a:bodyPr wrap="none">
            <a:spAutoFit/>
          </a:bodyPr>
          <a:lstStyle/>
          <a:p>
            <a:r>
              <a:rPr lang="en-GB" sz="4400" dirty="0">
                <a:effectLst>
                  <a:glow rad="101600">
                    <a:schemeClr val="accent2">
                      <a:satMod val="175000"/>
                      <a:alpha val="40000"/>
                    </a:schemeClr>
                  </a:glow>
                </a:effectLst>
              </a:rPr>
              <a:t>PERCENTAGES</a:t>
            </a:r>
            <a:endParaRPr lang="en-GB" sz="4400" dirty="0"/>
          </a:p>
        </p:txBody>
      </p:sp>
      <p:sp>
        <p:nvSpPr>
          <p:cNvPr id="128" name="Rectangle 127"/>
          <p:cNvSpPr/>
          <p:nvPr/>
        </p:nvSpPr>
        <p:spPr>
          <a:xfrm>
            <a:off x="198563" y="17408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4762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78351"/>
                                        </p:tgtEl>
                                        <p:attrNameLst>
                                          <p:attrName>style.visibility</p:attrName>
                                        </p:attrNameLst>
                                      </p:cBhvr>
                                      <p:to>
                                        <p:strVal val="visible"/>
                                      </p:to>
                                    </p:set>
                                    <p:animEffect transition="in" filter="box(out)">
                                      <p:cBhvr>
                                        <p:cTn id="7" dur="500"/>
                                        <p:tgtEl>
                                          <p:spTgt spid="178351"/>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78365"/>
                                        </p:tgtEl>
                                        <p:attrNameLst>
                                          <p:attrName>style.visibility</p:attrName>
                                        </p:attrNameLst>
                                      </p:cBhvr>
                                      <p:to>
                                        <p:strVal val="visible"/>
                                      </p:to>
                                    </p:set>
                                  </p:childTnLst>
                                </p:cTn>
                              </p:par>
                            </p:childTnLst>
                          </p:cTn>
                        </p:par>
                        <p:par>
                          <p:cTn id="11" fill="hold" nodeType="afterGroup">
                            <p:stCondLst>
                              <p:cond delay="1000"/>
                            </p:stCondLst>
                            <p:childTnLst>
                              <p:par>
                                <p:cTn id="12" presetID="4" presetClass="entr" presetSubtype="32" fill="hold" nodeType="afterEffect">
                                  <p:stCondLst>
                                    <p:cond delay="0"/>
                                  </p:stCondLst>
                                  <p:childTnLst>
                                    <p:set>
                                      <p:cBhvr>
                                        <p:cTn id="13" dur="1" fill="hold">
                                          <p:stCondLst>
                                            <p:cond delay="0"/>
                                          </p:stCondLst>
                                        </p:cTn>
                                        <p:tgtEl>
                                          <p:spTgt spid="178366"/>
                                        </p:tgtEl>
                                        <p:attrNameLst>
                                          <p:attrName>style.visibility</p:attrName>
                                        </p:attrNameLst>
                                      </p:cBhvr>
                                      <p:to>
                                        <p:strVal val="visible"/>
                                      </p:to>
                                    </p:set>
                                    <p:animEffect transition="in" filter="box(out)">
                                      <p:cBhvr>
                                        <p:cTn id="14" dur="500"/>
                                        <p:tgtEl>
                                          <p:spTgt spid="17836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8188"/>
                                        </p:tgtEl>
                                        <p:attrNameLst>
                                          <p:attrName>style.visibility</p:attrName>
                                        </p:attrNameLst>
                                      </p:cBhvr>
                                      <p:to>
                                        <p:strVal val="visible"/>
                                      </p:to>
                                    </p:set>
                                  </p:childTnLst>
                                </p:cTn>
                              </p:par>
                            </p:childTnLst>
                          </p:cTn>
                        </p:par>
                        <p:par>
                          <p:cTn id="19" fill="hold" nodeType="afterGroup">
                            <p:stCondLst>
                              <p:cond delay="500"/>
                            </p:stCondLst>
                            <p:childTnLst>
                              <p:par>
                                <p:cTn id="20" presetID="4" presetClass="entr" presetSubtype="32" fill="hold" nodeType="afterEffect">
                                  <p:stCondLst>
                                    <p:cond delay="0"/>
                                  </p:stCondLst>
                                  <p:childTnLst>
                                    <p:set>
                                      <p:cBhvr>
                                        <p:cTn id="21" dur="1" fill="hold">
                                          <p:stCondLst>
                                            <p:cond delay="0"/>
                                          </p:stCondLst>
                                        </p:cTn>
                                        <p:tgtEl>
                                          <p:spTgt spid="178371"/>
                                        </p:tgtEl>
                                        <p:attrNameLst>
                                          <p:attrName>style.visibility</p:attrName>
                                        </p:attrNameLst>
                                      </p:cBhvr>
                                      <p:to>
                                        <p:strVal val="visible"/>
                                      </p:to>
                                    </p:set>
                                    <p:animEffect transition="in" filter="box(out)">
                                      <p:cBhvr>
                                        <p:cTn id="22" dur="500"/>
                                        <p:tgtEl>
                                          <p:spTgt spid="178371"/>
                                        </p:tgtEl>
                                      </p:cBhvr>
                                    </p:animEffect>
                                  </p:childTnLst>
                                </p:cTn>
                              </p:par>
                            </p:childTnLst>
                          </p:cTn>
                        </p:par>
                        <p:par>
                          <p:cTn id="23" fill="hold" nodeType="afterGroup">
                            <p:stCondLst>
                              <p:cond delay="1000"/>
                            </p:stCondLst>
                            <p:childTnLst>
                              <p:par>
                                <p:cTn id="24" presetID="9" presetClass="entr" presetSubtype="0" fill="hold" nodeType="afterEffect">
                                  <p:stCondLst>
                                    <p:cond delay="0"/>
                                  </p:stCondLst>
                                  <p:childTnLst>
                                    <p:set>
                                      <p:cBhvr>
                                        <p:cTn id="25" dur="1" fill="hold">
                                          <p:stCondLst>
                                            <p:cond delay="0"/>
                                          </p:stCondLst>
                                        </p:cTn>
                                        <p:tgtEl>
                                          <p:spTgt spid="178341"/>
                                        </p:tgtEl>
                                        <p:attrNameLst>
                                          <p:attrName>style.visibility</p:attrName>
                                        </p:attrNameLst>
                                      </p:cBhvr>
                                      <p:to>
                                        <p:strVal val="visible"/>
                                      </p:to>
                                    </p:set>
                                    <p:animEffect transition="in" filter="dissolve">
                                      <p:cBhvr>
                                        <p:cTn id="26" dur="500"/>
                                        <p:tgtEl>
                                          <p:spTgt spid="17834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78191"/>
                                        </p:tgtEl>
                                        <p:attrNameLst>
                                          <p:attrName>style.visibility</p:attrName>
                                        </p:attrNameLst>
                                      </p:cBhvr>
                                      <p:to>
                                        <p:strVal val="visible"/>
                                      </p:to>
                                    </p:set>
                                  </p:childTnLst>
                                </p:cTn>
                              </p:par>
                            </p:childTnLst>
                          </p:cTn>
                        </p:par>
                        <p:par>
                          <p:cTn id="31" fill="hold" nodeType="afterGroup">
                            <p:stCondLst>
                              <p:cond delay="500"/>
                            </p:stCondLst>
                            <p:childTnLst>
                              <p:par>
                                <p:cTn id="32" presetID="4" presetClass="entr" presetSubtype="32" fill="hold" nodeType="afterEffect">
                                  <p:stCondLst>
                                    <p:cond delay="0"/>
                                  </p:stCondLst>
                                  <p:childTnLst>
                                    <p:set>
                                      <p:cBhvr>
                                        <p:cTn id="33" dur="1" fill="hold">
                                          <p:stCondLst>
                                            <p:cond delay="0"/>
                                          </p:stCondLst>
                                        </p:cTn>
                                        <p:tgtEl>
                                          <p:spTgt spid="178361"/>
                                        </p:tgtEl>
                                        <p:attrNameLst>
                                          <p:attrName>style.visibility</p:attrName>
                                        </p:attrNameLst>
                                      </p:cBhvr>
                                      <p:to>
                                        <p:strVal val="visible"/>
                                      </p:to>
                                    </p:set>
                                    <p:animEffect transition="in" filter="box(out)">
                                      <p:cBhvr>
                                        <p:cTn id="34" dur="500"/>
                                        <p:tgtEl>
                                          <p:spTgt spid="178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365" grpId="0" autoUpdateAnimBg="0"/>
      <p:bldP spid="178188" grpId="0" autoUpdateAnimBg="0"/>
      <p:bldP spid="17819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260648"/>
            <a:ext cx="3434595" cy="769441"/>
          </a:xfrm>
          <a:prstGeom prst="rect">
            <a:avLst/>
          </a:prstGeom>
        </p:spPr>
        <p:txBody>
          <a:bodyPr wrap="none">
            <a:spAutoFit/>
          </a:bodyPr>
          <a:lstStyle/>
          <a:p>
            <a:r>
              <a:rPr lang="en-GB" sz="4400" dirty="0">
                <a:effectLst>
                  <a:glow rad="101600">
                    <a:schemeClr val="accent2">
                      <a:satMod val="175000"/>
                      <a:alpha val="40000"/>
                    </a:schemeClr>
                  </a:glow>
                </a:effectLst>
              </a:rPr>
              <a:t>PERCENTAGES</a:t>
            </a:r>
            <a:endParaRPr lang="en-GB" sz="4400" dirty="0"/>
          </a:p>
        </p:txBody>
      </p:sp>
      <p:sp>
        <p:nvSpPr>
          <p:cNvPr id="3" name="Right Arrow 2"/>
          <p:cNvSpPr/>
          <p:nvPr/>
        </p:nvSpPr>
        <p:spPr>
          <a:xfrm>
            <a:off x="4211960" y="332656"/>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5687616" y="260648"/>
            <a:ext cx="3132856" cy="769441"/>
          </a:xfrm>
          <a:prstGeom prst="rect">
            <a:avLst/>
          </a:prstGeom>
        </p:spPr>
        <p:txBody>
          <a:bodyPr wrap="square">
            <a:spAutoFit/>
          </a:bodyPr>
          <a:lstStyle/>
          <a:p>
            <a:r>
              <a:rPr lang="en-GB" sz="4400" dirty="0">
                <a:effectLst>
                  <a:glow rad="101600">
                    <a:schemeClr val="accent2">
                      <a:satMod val="175000"/>
                      <a:alpha val="40000"/>
                    </a:schemeClr>
                  </a:glow>
                </a:effectLst>
              </a:rPr>
              <a:t>FRACTIONS</a:t>
            </a:r>
          </a:p>
        </p:txBody>
      </p:sp>
      <p:sp>
        <p:nvSpPr>
          <p:cNvPr id="5" name="Rectangle 4"/>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p:cNvSpPr/>
          <p:nvPr/>
        </p:nvSpPr>
        <p:spPr>
          <a:xfrm>
            <a:off x="1619672" y="1196752"/>
            <a:ext cx="5544616" cy="2304256"/>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b="1" dirty="0">
                <a:ln w="10541" cmpd="sng">
                  <a:solidFill>
                    <a:schemeClr val="accent1">
                      <a:shade val="88000"/>
                      <a:satMod val="110000"/>
                    </a:schemeClr>
                  </a:solidFill>
                  <a:prstDash val="solid"/>
                </a:ln>
                <a:solidFill>
                  <a:schemeClr val="accent1">
                    <a:lumMod val="50000"/>
                  </a:schemeClr>
                </a:solidFill>
              </a:rPr>
              <a:t>Write percentage over 100, then simplify </a:t>
            </a:r>
          </a:p>
        </p:txBody>
      </p:sp>
      <p:sp>
        <p:nvSpPr>
          <p:cNvPr id="8" name="TextBox 7"/>
          <p:cNvSpPr txBox="1"/>
          <p:nvPr/>
        </p:nvSpPr>
        <p:spPr>
          <a:xfrm>
            <a:off x="1115616" y="3645024"/>
            <a:ext cx="7344816" cy="2308324"/>
          </a:xfrm>
          <a:prstGeom prst="rect">
            <a:avLst/>
          </a:prstGeom>
          <a:noFill/>
        </p:spPr>
        <p:txBody>
          <a:bodyPr wrap="square" rtlCol="0">
            <a:spAutoFit/>
          </a:bodyPr>
          <a:lstStyle/>
          <a:p>
            <a:pPr algn="ctr"/>
            <a:r>
              <a:rPr lang="en-GB" sz="3600" dirty="0"/>
              <a:t>EXAMPLES:</a:t>
            </a:r>
          </a:p>
          <a:p>
            <a:pPr marL="742950" indent="-742950">
              <a:buFontTx/>
              <a:buAutoNum type="alphaLcParenR"/>
            </a:pPr>
            <a:r>
              <a:rPr lang="en-GB" sz="3600" dirty="0"/>
              <a:t>48% =                   b)  75% = </a:t>
            </a:r>
          </a:p>
          <a:p>
            <a:pPr marL="742950" indent="-742950">
              <a:buAutoNum type="alphaLcParenR"/>
            </a:pPr>
            <a:endParaRPr lang="en-GB" sz="3600" dirty="0"/>
          </a:p>
          <a:p>
            <a:pPr marL="742950" indent="-742950"/>
            <a:r>
              <a:rPr lang="en-GB" sz="3600" dirty="0"/>
              <a:t>c)    92% =                   d)  63%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332656"/>
            <a:ext cx="3024336" cy="769441"/>
          </a:xfrm>
          <a:prstGeom prst="rect">
            <a:avLst/>
          </a:prstGeom>
        </p:spPr>
        <p:txBody>
          <a:bodyPr wrap="square">
            <a:spAutoFit/>
          </a:bodyPr>
          <a:lstStyle/>
          <a:p>
            <a:r>
              <a:rPr lang="en-GB" sz="4400" dirty="0">
                <a:effectLst>
                  <a:glow rad="101600">
                    <a:schemeClr val="accent2">
                      <a:satMod val="175000"/>
                      <a:alpha val="40000"/>
                    </a:schemeClr>
                  </a:glow>
                </a:effectLst>
              </a:rPr>
              <a:t>DECIMALS</a:t>
            </a:r>
            <a:endParaRPr lang="en-GB" sz="4400" dirty="0"/>
          </a:p>
        </p:txBody>
      </p:sp>
      <p:sp>
        <p:nvSpPr>
          <p:cNvPr id="3" name="Rectangle 2"/>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ight Arrow 3"/>
          <p:cNvSpPr/>
          <p:nvPr/>
        </p:nvSpPr>
        <p:spPr>
          <a:xfrm>
            <a:off x="3563888" y="404664"/>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5292080" y="332656"/>
            <a:ext cx="3434595" cy="769441"/>
          </a:xfrm>
          <a:prstGeom prst="rect">
            <a:avLst/>
          </a:prstGeom>
        </p:spPr>
        <p:txBody>
          <a:bodyPr wrap="none">
            <a:spAutoFit/>
          </a:bodyPr>
          <a:lstStyle/>
          <a:p>
            <a:r>
              <a:rPr lang="en-GB" sz="4400" dirty="0">
                <a:effectLst>
                  <a:glow rad="101600">
                    <a:schemeClr val="accent2">
                      <a:satMod val="175000"/>
                      <a:alpha val="40000"/>
                    </a:schemeClr>
                  </a:glow>
                </a:effectLst>
              </a:rPr>
              <a:t>PERCENTAGES</a:t>
            </a:r>
            <a:endParaRPr lang="en-GB" sz="4400" dirty="0"/>
          </a:p>
        </p:txBody>
      </p:sp>
      <p:sp>
        <p:nvSpPr>
          <p:cNvPr id="7" name="7-Point Star 6"/>
          <p:cNvSpPr/>
          <p:nvPr/>
        </p:nvSpPr>
        <p:spPr>
          <a:xfrm rot="883898">
            <a:off x="4850070" y="1500833"/>
            <a:ext cx="3790070" cy="2056134"/>
          </a:xfrm>
          <a:prstGeom prst="star7">
            <a:avLst/>
          </a:prstGeom>
          <a:solidFill>
            <a:schemeClr val="accent4">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500" dirty="0">
                <a:solidFill>
                  <a:srgbClr val="FF0000"/>
                </a:solidFill>
              </a:rPr>
              <a:t>X 100 </a:t>
            </a:r>
          </a:p>
        </p:txBody>
      </p:sp>
      <p:sp>
        <p:nvSpPr>
          <p:cNvPr id="8" name="TextBox 7"/>
          <p:cNvSpPr txBox="1"/>
          <p:nvPr/>
        </p:nvSpPr>
        <p:spPr>
          <a:xfrm>
            <a:off x="755576" y="1225689"/>
            <a:ext cx="3672408" cy="5078313"/>
          </a:xfrm>
          <a:prstGeom prst="rect">
            <a:avLst/>
          </a:prstGeom>
          <a:noFill/>
        </p:spPr>
        <p:txBody>
          <a:bodyPr wrap="square" rtlCol="0">
            <a:spAutoFit/>
          </a:bodyPr>
          <a:lstStyle/>
          <a:p>
            <a:pPr algn="ctr"/>
            <a:r>
              <a:rPr lang="en-GB" sz="3600" dirty="0"/>
              <a:t>EXAMPLES: </a:t>
            </a:r>
          </a:p>
          <a:p>
            <a:endParaRPr lang="en-GB" sz="3600" dirty="0"/>
          </a:p>
          <a:p>
            <a:pPr marL="342900" indent="-342900">
              <a:buAutoNum type="alphaLcParenR"/>
            </a:pPr>
            <a:r>
              <a:rPr lang="en-GB" sz="3600" dirty="0"/>
              <a:t>0.23 = </a:t>
            </a:r>
          </a:p>
          <a:p>
            <a:pPr marL="342900" indent="-342900">
              <a:buAutoNum type="alphaLcParenR"/>
            </a:pPr>
            <a:endParaRPr lang="en-GB" sz="3600" dirty="0"/>
          </a:p>
          <a:p>
            <a:pPr marL="342900" indent="-342900">
              <a:buAutoNum type="alphaLcParenR"/>
            </a:pPr>
            <a:r>
              <a:rPr lang="en-GB" sz="3600" dirty="0"/>
              <a:t>0.8 = </a:t>
            </a:r>
          </a:p>
          <a:p>
            <a:pPr marL="342900" indent="-342900">
              <a:buAutoNum type="alphaLcParenR"/>
            </a:pPr>
            <a:endParaRPr lang="en-GB" sz="3600" dirty="0"/>
          </a:p>
          <a:p>
            <a:pPr marL="342900" indent="-342900">
              <a:buAutoNum type="alphaLcParenR"/>
            </a:pPr>
            <a:r>
              <a:rPr lang="en-GB" sz="3600" dirty="0"/>
              <a:t>0.56 = </a:t>
            </a:r>
          </a:p>
          <a:p>
            <a:pPr marL="342900" indent="-342900">
              <a:buAutoNum type="alphaLcParenR"/>
            </a:pPr>
            <a:endParaRPr lang="en-GB" sz="3600" dirty="0"/>
          </a:p>
          <a:p>
            <a:pPr marL="342900" indent="-342900">
              <a:buAutoNum type="alphaLcParenR"/>
            </a:pPr>
            <a:r>
              <a:rPr lang="en-GB" sz="3600" dirty="0"/>
              <a:t>0.231 = </a:t>
            </a:r>
          </a:p>
        </p:txBody>
      </p:sp>
      <p:sp>
        <p:nvSpPr>
          <p:cNvPr id="9" name="Star: 5 Points 8">
            <a:extLst>
              <a:ext uri="{FF2B5EF4-FFF2-40B4-BE49-F238E27FC236}">
                <a16:creationId xmlns:a16="http://schemas.microsoft.com/office/drawing/2014/main" id="{AB432851-DC99-429E-08B5-B23BF2A86EDB}"/>
              </a:ext>
            </a:extLst>
          </p:cNvPr>
          <p:cNvSpPr/>
          <p:nvPr/>
        </p:nvSpPr>
        <p:spPr>
          <a:xfrm>
            <a:off x="7236296" y="4581128"/>
            <a:ext cx="864096" cy="864096"/>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84976" cy="6480720"/>
          </a:xfrm>
          <a:prstGeom prst="rect">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p:cNvSpPr/>
          <p:nvPr/>
        </p:nvSpPr>
        <p:spPr>
          <a:xfrm>
            <a:off x="827584" y="332656"/>
            <a:ext cx="3434595" cy="769441"/>
          </a:xfrm>
          <a:prstGeom prst="rect">
            <a:avLst/>
          </a:prstGeom>
        </p:spPr>
        <p:txBody>
          <a:bodyPr wrap="none">
            <a:spAutoFit/>
          </a:bodyPr>
          <a:lstStyle/>
          <a:p>
            <a:r>
              <a:rPr lang="en-GB" sz="4400" dirty="0">
                <a:effectLst>
                  <a:glow rad="101600">
                    <a:schemeClr val="accent2">
                      <a:satMod val="175000"/>
                      <a:alpha val="40000"/>
                    </a:schemeClr>
                  </a:glow>
                </a:effectLst>
              </a:rPr>
              <a:t>PERCENTAGES</a:t>
            </a:r>
            <a:endParaRPr lang="en-GB" sz="4400" dirty="0"/>
          </a:p>
        </p:txBody>
      </p:sp>
      <p:sp>
        <p:nvSpPr>
          <p:cNvPr id="4" name="Right Arrow 3"/>
          <p:cNvSpPr/>
          <p:nvPr/>
        </p:nvSpPr>
        <p:spPr>
          <a:xfrm>
            <a:off x="4355976" y="404664"/>
            <a:ext cx="1440160"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5868144" y="260648"/>
            <a:ext cx="3024336" cy="769441"/>
          </a:xfrm>
          <a:prstGeom prst="rect">
            <a:avLst/>
          </a:prstGeom>
        </p:spPr>
        <p:txBody>
          <a:bodyPr wrap="square">
            <a:spAutoFit/>
          </a:bodyPr>
          <a:lstStyle/>
          <a:p>
            <a:r>
              <a:rPr lang="en-GB" sz="4400" dirty="0">
                <a:effectLst>
                  <a:glow rad="101600">
                    <a:schemeClr val="accent2">
                      <a:satMod val="175000"/>
                      <a:alpha val="40000"/>
                    </a:schemeClr>
                  </a:glow>
                </a:effectLst>
              </a:rPr>
              <a:t>DECIMALS</a:t>
            </a:r>
            <a:endParaRPr lang="en-GB" sz="4400" dirty="0"/>
          </a:p>
        </p:txBody>
      </p:sp>
      <p:sp>
        <p:nvSpPr>
          <p:cNvPr id="6" name="7-Point Star 5"/>
          <p:cNvSpPr/>
          <p:nvPr/>
        </p:nvSpPr>
        <p:spPr>
          <a:xfrm rot="21297545">
            <a:off x="622556" y="2295392"/>
            <a:ext cx="3790070" cy="2056134"/>
          </a:xfrm>
          <a:prstGeom prst="star7">
            <a:avLst/>
          </a:prstGeom>
          <a:solidFill>
            <a:schemeClr val="accent2">
              <a:lumMod val="40000"/>
              <a:lumOff val="60000"/>
            </a:schemeClr>
          </a:solidFill>
          <a:ln w="571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500" dirty="0">
                <a:solidFill>
                  <a:srgbClr val="FF0000"/>
                </a:solidFill>
              </a:rPr>
              <a:t> ÷ 100 </a:t>
            </a:r>
          </a:p>
        </p:txBody>
      </p:sp>
      <p:sp>
        <p:nvSpPr>
          <p:cNvPr id="8" name="TextBox 7"/>
          <p:cNvSpPr txBox="1"/>
          <p:nvPr/>
        </p:nvSpPr>
        <p:spPr>
          <a:xfrm>
            <a:off x="4932040" y="1268760"/>
            <a:ext cx="3672408" cy="5078313"/>
          </a:xfrm>
          <a:prstGeom prst="rect">
            <a:avLst/>
          </a:prstGeom>
          <a:noFill/>
        </p:spPr>
        <p:txBody>
          <a:bodyPr wrap="square" rtlCol="0">
            <a:spAutoFit/>
          </a:bodyPr>
          <a:lstStyle/>
          <a:p>
            <a:pPr algn="ctr"/>
            <a:r>
              <a:rPr lang="en-GB" sz="3600" dirty="0"/>
              <a:t>EXAMPLES: </a:t>
            </a:r>
          </a:p>
          <a:p>
            <a:pPr algn="ctr"/>
            <a:endParaRPr lang="en-GB" sz="3600" dirty="0"/>
          </a:p>
          <a:p>
            <a:pPr marL="342900" indent="-342900">
              <a:buAutoNum type="alphaLcParenR"/>
            </a:pPr>
            <a:r>
              <a:rPr lang="en-GB" sz="3600" dirty="0"/>
              <a:t>55% = </a:t>
            </a:r>
          </a:p>
          <a:p>
            <a:pPr marL="342900" indent="-342900">
              <a:buAutoNum type="alphaLcParenR"/>
            </a:pPr>
            <a:endParaRPr lang="en-GB" sz="3600" dirty="0"/>
          </a:p>
          <a:p>
            <a:pPr marL="342900" indent="-342900">
              <a:buAutoNum type="alphaLcParenR"/>
            </a:pPr>
            <a:r>
              <a:rPr lang="en-GB" sz="3600" dirty="0"/>
              <a:t>34.5% = </a:t>
            </a:r>
          </a:p>
          <a:p>
            <a:pPr marL="342900" indent="-342900">
              <a:buAutoNum type="alphaLcParenR"/>
            </a:pPr>
            <a:endParaRPr lang="en-GB" sz="3600" dirty="0"/>
          </a:p>
          <a:p>
            <a:pPr marL="342900" indent="-342900">
              <a:buAutoNum type="alphaLcParenR"/>
            </a:pPr>
            <a:r>
              <a:rPr lang="en-GB" sz="3600" dirty="0"/>
              <a:t>75% = </a:t>
            </a:r>
          </a:p>
          <a:p>
            <a:pPr marL="342900" indent="-342900">
              <a:buAutoNum type="alphaLcParenR"/>
            </a:pPr>
            <a:endParaRPr lang="en-GB" sz="3600" dirty="0"/>
          </a:p>
          <a:p>
            <a:pPr marL="342900" indent="-342900">
              <a:buAutoNum type="alphaLcParenR"/>
            </a:pPr>
            <a:r>
              <a:rPr lang="en-GB" sz="3600" dirty="0"/>
              <a:t>97%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6" name="Group 2"/>
          <p:cNvGrpSpPr>
            <a:grpSpLocks/>
          </p:cNvGrpSpPr>
          <p:nvPr/>
        </p:nvGrpSpPr>
        <p:grpSpPr bwMode="auto">
          <a:xfrm>
            <a:off x="261600" y="404664"/>
            <a:ext cx="8882400" cy="5509329"/>
            <a:chOff x="1080" y="340"/>
            <a:chExt cx="11650" cy="4651"/>
          </a:xfrm>
        </p:grpSpPr>
        <p:sp>
          <p:nvSpPr>
            <p:cNvPr id="1027" name="WordArt 3"/>
            <p:cNvSpPr>
              <a:spLocks noChangeArrowheads="1" noChangeShapeType="1" noTextEdit="1"/>
            </p:cNvSpPr>
            <p:nvPr/>
          </p:nvSpPr>
          <p:spPr bwMode="auto">
            <a:xfrm>
              <a:off x="1161" y="765"/>
              <a:ext cx="3684" cy="720"/>
            </a:xfrm>
            <a:prstGeom prst="rect">
              <a:avLst/>
            </a:prstGeom>
          </p:spPr>
          <p:txBody>
            <a:bodyPr wrap="none" fromWordArt="1">
              <a:prstTxWarp prst="textPlain">
                <a:avLst>
                  <a:gd name="adj" fmla="val 50000"/>
                </a:avLst>
              </a:prstTxWarp>
            </a:bodyPr>
            <a:lstStyle/>
            <a:p>
              <a:pPr algn="ctr" rtl="0"/>
              <a:r>
                <a:rPr lang="en-GB" sz="3600" kern="10" spc="0" dirty="0">
                  <a:ln w="9525">
                    <a:solidFill>
                      <a:srgbClr val="000000"/>
                    </a:solidFill>
                    <a:round/>
                    <a:headEnd/>
                    <a:tailEnd/>
                  </a:ln>
                  <a:solidFill>
                    <a:srgbClr val="00CCFF"/>
                  </a:solidFill>
                  <a:effectLst/>
                  <a:latin typeface="Arial Black"/>
                </a:rPr>
                <a:t>Fractions</a:t>
              </a:r>
            </a:p>
          </p:txBody>
        </p:sp>
        <p:sp>
          <p:nvSpPr>
            <p:cNvPr id="1028" name="WordArt 4"/>
            <p:cNvSpPr>
              <a:spLocks noChangeArrowheads="1" noChangeShapeType="1" noTextEdit="1"/>
            </p:cNvSpPr>
            <p:nvPr/>
          </p:nvSpPr>
          <p:spPr bwMode="auto">
            <a:xfrm>
              <a:off x="8528" y="766"/>
              <a:ext cx="3683" cy="729"/>
            </a:xfrm>
            <a:prstGeom prst="rect">
              <a:avLst/>
            </a:prstGeom>
          </p:spPr>
          <p:txBody>
            <a:bodyPr wrap="none" fromWordArt="1">
              <a:prstTxWarp prst="textPlain">
                <a:avLst>
                  <a:gd name="adj" fmla="val 50000"/>
                </a:avLst>
              </a:prstTxWarp>
            </a:bodyPr>
            <a:lstStyle/>
            <a:p>
              <a:pPr algn="ctr" rtl="0"/>
              <a:r>
                <a:rPr lang="en-GB" sz="3600" kern="10" spc="0" dirty="0">
                  <a:ln w="9525">
                    <a:solidFill>
                      <a:srgbClr val="000000"/>
                    </a:solidFill>
                    <a:round/>
                    <a:headEnd/>
                    <a:tailEnd/>
                  </a:ln>
                  <a:solidFill>
                    <a:srgbClr val="00CCFF"/>
                  </a:solidFill>
                  <a:effectLst/>
                  <a:latin typeface="Arial Black"/>
                </a:rPr>
                <a:t>Decimals</a:t>
              </a:r>
            </a:p>
          </p:txBody>
        </p:sp>
        <p:sp>
          <p:nvSpPr>
            <p:cNvPr id="1029" name="WordArt 5"/>
            <p:cNvSpPr>
              <a:spLocks noChangeArrowheads="1" noChangeShapeType="1" noTextEdit="1"/>
            </p:cNvSpPr>
            <p:nvPr/>
          </p:nvSpPr>
          <p:spPr bwMode="auto">
            <a:xfrm>
              <a:off x="6733" y="4169"/>
              <a:ext cx="5478" cy="822"/>
            </a:xfrm>
            <a:prstGeom prst="rect">
              <a:avLst/>
            </a:prstGeom>
          </p:spPr>
          <p:txBody>
            <a:bodyPr wrap="none" fromWordArt="1">
              <a:prstTxWarp prst="textPlain">
                <a:avLst>
                  <a:gd name="adj" fmla="val 50000"/>
                </a:avLst>
              </a:prstTxWarp>
            </a:bodyPr>
            <a:lstStyle/>
            <a:p>
              <a:pPr algn="ctr" rtl="0"/>
              <a:r>
                <a:rPr lang="en-GB" sz="3600" kern="10" spc="0" dirty="0">
                  <a:ln w="9525">
                    <a:solidFill>
                      <a:srgbClr val="000000"/>
                    </a:solidFill>
                    <a:round/>
                    <a:headEnd/>
                    <a:tailEnd/>
                  </a:ln>
                  <a:solidFill>
                    <a:srgbClr val="00CCFF"/>
                  </a:solidFill>
                  <a:effectLst/>
                  <a:latin typeface="Arial Black"/>
                </a:rPr>
                <a:t>Percentages</a:t>
              </a:r>
            </a:p>
          </p:txBody>
        </p:sp>
        <p:sp>
          <p:nvSpPr>
            <p:cNvPr id="1030" name="AutoShape 6"/>
            <p:cNvSpPr>
              <a:spLocks noChangeArrowheads="1"/>
            </p:cNvSpPr>
            <p:nvPr/>
          </p:nvSpPr>
          <p:spPr bwMode="auto">
            <a:xfrm>
              <a:off x="4939" y="340"/>
              <a:ext cx="3400" cy="1699"/>
            </a:xfrm>
            <a:prstGeom prst="rightArrow">
              <a:avLst>
                <a:gd name="adj1" fmla="val 50000"/>
                <a:gd name="adj2"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2" name="AutoShape 8"/>
            <p:cNvSpPr>
              <a:spLocks noChangeArrowheads="1"/>
            </p:cNvSpPr>
            <p:nvPr/>
          </p:nvSpPr>
          <p:spPr bwMode="auto">
            <a:xfrm>
              <a:off x="9991" y="1738"/>
              <a:ext cx="2739" cy="2400"/>
            </a:xfrm>
            <a:prstGeom prst="downArrow">
              <a:avLst>
                <a:gd name="adj1" fmla="val 50000"/>
                <a:gd name="adj2" fmla="val 26786"/>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4" name="AutoShape 10"/>
            <p:cNvSpPr>
              <a:spLocks noChangeArrowheads="1"/>
            </p:cNvSpPr>
            <p:nvPr/>
          </p:nvSpPr>
          <p:spPr bwMode="auto">
            <a:xfrm rot="10800000">
              <a:off x="7678" y="1616"/>
              <a:ext cx="2739" cy="2400"/>
            </a:xfrm>
            <a:prstGeom prst="downArrow">
              <a:avLst>
                <a:gd name="adj1" fmla="val 50000"/>
                <a:gd name="adj2" fmla="val 26786"/>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6" name="AutoShape 12"/>
            <p:cNvSpPr>
              <a:spLocks noChangeArrowheads="1"/>
            </p:cNvSpPr>
            <p:nvPr/>
          </p:nvSpPr>
          <p:spPr bwMode="auto">
            <a:xfrm flipH="1">
              <a:off x="1080" y="1860"/>
              <a:ext cx="5340" cy="31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37" name="Text Box 13"/>
            <p:cNvSpPr txBox="1">
              <a:spLocks noChangeArrowheads="1"/>
            </p:cNvSpPr>
            <p:nvPr/>
          </p:nvSpPr>
          <p:spPr bwMode="auto">
            <a:xfrm>
              <a:off x="1539" y="3987"/>
              <a:ext cx="5180" cy="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a:ln>
                  <a:solidFill>
                    <a:srgbClr val="00B050"/>
                  </a:solidFill>
                </a:ln>
                <a:solidFill>
                  <a:schemeClr val="tx1"/>
                </a:solidFill>
                <a:effectLst/>
                <a:ea typeface="Tahoma" pitchFamily="34" charset="0"/>
                <a:cs typeface="Tahoma" pitchFamily="34" charset="0"/>
              </a:endParaRPr>
            </a:p>
          </p:txBody>
        </p:sp>
      </p:grpSp>
      <p:sp>
        <p:nvSpPr>
          <p:cNvPr id="14" name="TextBox 13"/>
          <p:cNvSpPr txBox="1"/>
          <p:nvPr/>
        </p:nvSpPr>
        <p:spPr>
          <a:xfrm>
            <a:off x="3347864" y="1052736"/>
            <a:ext cx="2088232" cy="830997"/>
          </a:xfrm>
          <a:prstGeom prst="rect">
            <a:avLst/>
          </a:prstGeom>
          <a:noFill/>
        </p:spPr>
        <p:txBody>
          <a:bodyPr wrap="square" rtlCol="0">
            <a:spAutoFit/>
          </a:bodyPr>
          <a:lstStyle/>
          <a:p>
            <a:pPr algn="ctr"/>
            <a:r>
              <a:rPr lang="en-GB" sz="2400" dirty="0">
                <a:ln>
                  <a:solidFill>
                    <a:srgbClr val="00B050"/>
                  </a:solidFill>
                </a:ln>
              </a:rPr>
              <a:t>Numerator ÷ Denominator </a:t>
            </a:r>
          </a:p>
        </p:txBody>
      </p:sp>
      <p:sp>
        <p:nvSpPr>
          <p:cNvPr id="15" name="TextBox 14"/>
          <p:cNvSpPr txBox="1"/>
          <p:nvPr/>
        </p:nvSpPr>
        <p:spPr>
          <a:xfrm>
            <a:off x="5940152" y="2852936"/>
            <a:ext cx="864096" cy="954107"/>
          </a:xfrm>
          <a:prstGeom prst="rect">
            <a:avLst/>
          </a:prstGeom>
          <a:noFill/>
        </p:spPr>
        <p:txBody>
          <a:bodyPr wrap="square" rtlCol="0">
            <a:spAutoFit/>
          </a:bodyPr>
          <a:lstStyle/>
          <a:p>
            <a:pPr algn="ctr"/>
            <a:r>
              <a:rPr lang="en-GB" sz="2800" dirty="0">
                <a:ln>
                  <a:solidFill>
                    <a:srgbClr val="00B050"/>
                  </a:solidFill>
                </a:ln>
              </a:rPr>
              <a:t>÷ 100 </a:t>
            </a:r>
          </a:p>
        </p:txBody>
      </p:sp>
      <p:sp>
        <p:nvSpPr>
          <p:cNvPr id="16" name="TextBox 15"/>
          <p:cNvSpPr txBox="1"/>
          <p:nvPr/>
        </p:nvSpPr>
        <p:spPr>
          <a:xfrm>
            <a:off x="7668344" y="2780928"/>
            <a:ext cx="864096" cy="954107"/>
          </a:xfrm>
          <a:prstGeom prst="rect">
            <a:avLst/>
          </a:prstGeom>
          <a:noFill/>
        </p:spPr>
        <p:txBody>
          <a:bodyPr wrap="square" rtlCol="0">
            <a:spAutoFit/>
          </a:bodyPr>
          <a:lstStyle/>
          <a:p>
            <a:pPr algn="ctr"/>
            <a:r>
              <a:rPr lang="en-GB" sz="2800" dirty="0">
                <a:ln>
                  <a:solidFill>
                    <a:srgbClr val="00B050"/>
                  </a:solidFill>
                </a:ln>
              </a:rPr>
              <a:t>x 100 </a:t>
            </a:r>
          </a:p>
        </p:txBody>
      </p:sp>
      <p:sp>
        <p:nvSpPr>
          <p:cNvPr id="17" name="Rectangle 16"/>
          <p:cNvSpPr/>
          <p:nvPr/>
        </p:nvSpPr>
        <p:spPr>
          <a:xfrm>
            <a:off x="179512" y="188640"/>
            <a:ext cx="8784976" cy="6480720"/>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p:cNvSpPr txBox="1"/>
          <p:nvPr/>
        </p:nvSpPr>
        <p:spPr>
          <a:xfrm>
            <a:off x="467543" y="6317456"/>
            <a:ext cx="2736304" cy="261610"/>
          </a:xfrm>
          <a:prstGeom prst="rect">
            <a:avLst/>
          </a:prstGeom>
          <a:noFill/>
        </p:spPr>
        <p:txBody>
          <a:bodyPr wrap="square" rtlCol="0">
            <a:spAutoFit/>
          </a:bodyPr>
          <a:lstStyle/>
          <a:p>
            <a:r>
              <a:rPr lang="en-GB" sz="1100" dirty="0">
                <a:hlinkClick r:id="rId3" action="ppaction://hlinkpres?slideindex=1&amp;slidetitle="/>
              </a:rPr>
              <a:t>FDP millionnaire.ppt</a:t>
            </a:r>
            <a:endParaRPr lang="en-GB" sz="1100" dirty="0"/>
          </a:p>
        </p:txBody>
      </p:sp>
      <p:sp>
        <p:nvSpPr>
          <p:cNvPr id="3" name="TextBox 2">
            <a:extLst>
              <a:ext uri="{FF2B5EF4-FFF2-40B4-BE49-F238E27FC236}">
                <a16:creationId xmlns:a16="http://schemas.microsoft.com/office/drawing/2014/main" id="{617F2DCA-4E00-4C66-9FE2-06B1B273F354}"/>
              </a:ext>
            </a:extLst>
          </p:cNvPr>
          <p:cNvSpPr txBox="1"/>
          <p:nvPr/>
        </p:nvSpPr>
        <p:spPr>
          <a:xfrm>
            <a:off x="2843808" y="6055846"/>
            <a:ext cx="3695692" cy="523220"/>
          </a:xfrm>
          <a:prstGeom prst="rect">
            <a:avLst/>
          </a:prstGeom>
          <a:noFill/>
        </p:spPr>
        <p:txBody>
          <a:bodyPr wrap="none" rtlCol="0">
            <a:spAutoFit/>
          </a:bodyPr>
          <a:lstStyle/>
          <a:p>
            <a:r>
              <a:rPr lang="en-AU" sz="2800" b="1" dirty="0">
                <a:solidFill>
                  <a:srgbClr val="FF0000"/>
                </a:solidFill>
              </a:rPr>
              <a:t>Draw diagram for notes</a:t>
            </a:r>
          </a:p>
        </p:txBody>
      </p:sp>
      <p:sp>
        <p:nvSpPr>
          <p:cNvPr id="18" name="TextBox 17">
            <a:extLst>
              <a:ext uri="{FF2B5EF4-FFF2-40B4-BE49-F238E27FC236}">
                <a16:creationId xmlns:a16="http://schemas.microsoft.com/office/drawing/2014/main" id="{0B0C6C66-005B-C96D-7B0B-E1CA2846398C}"/>
              </a:ext>
            </a:extLst>
          </p:cNvPr>
          <p:cNvSpPr txBox="1"/>
          <p:nvPr/>
        </p:nvSpPr>
        <p:spPr>
          <a:xfrm>
            <a:off x="1879106" y="5017792"/>
            <a:ext cx="2730923" cy="646331"/>
          </a:xfrm>
          <a:prstGeom prst="rect">
            <a:avLst/>
          </a:prstGeom>
          <a:noFill/>
        </p:spPr>
        <p:txBody>
          <a:bodyPr wrap="square">
            <a:spAutoFit/>
          </a:bodyPr>
          <a:lstStyle/>
          <a:p>
            <a:r>
              <a:rPr lang="en-AU" b="1" dirty="0"/>
              <a:t>Number over 100 and simplify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F4B9-EA19-408B-A046-F0D5E15177B4}"/>
              </a:ext>
            </a:extLst>
          </p:cNvPr>
          <p:cNvSpPr>
            <a:spLocks noGrp="1"/>
          </p:cNvSpPr>
          <p:nvPr>
            <p:ph type="title"/>
          </p:nvPr>
        </p:nvSpPr>
        <p:spPr/>
        <p:txBody>
          <a:bodyPr/>
          <a:lstStyle/>
          <a:p>
            <a:r>
              <a:rPr lang="en-AU" dirty="0"/>
              <a:t>Individual practice </a:t>
            </a:r>
          </a:p>
        </p:txBody>
      </p:sp>
      <p:sp>
        <p:nvSpPr>
          <p:cNvPr id="3" name="Content Placeholder 2">
            <a:extLst>
              <a:ext uri="{FF2B5EF4-FFF2-40B4-BE49-F238E27FC236}">
                <a16:creationId xmlns:a16="http://schemas.microsoft.com/office/drawing/2014/main" id="{A0671890-830B-4FB6-B7C8-DF4F39D63C9D}"/>
              </a:ext>
            </a:extLst>
          </p:cNvPr>
          <p:cNvSpPr>
            <a:spLocks noGrp="1"/>
          </p:cNvSpPr>
          <p:nvPr>
            <p:ph idx="1"/>
          </p:nvPr>
        </p:nvSpPr>
        <p:spPr/>
        <p:txBody>
          <a:bodyPr/>
          <a:lstStyle/>
          <a:p>
            <a:pPr marL="0" indent="0" algn="ctr">
              <a:buNone/>
            </a:pPr>
            <a:endParaRPr lang="en-AU" dirty="0"/>
          </a:p>
          <a:p>
            <a:pPr marL="0" indent="0" algn="ctr">
              <a:buNone/>
            </a:pPr>
            <a:endParaRPr lang="en-AU" dirty="0"/>
          </a:p>
          <a:p>
            <a:pPr marL="0" indent="0" algn="ctr">
              <a:buNone/>
            </a:pPr>
            <a:r>
              <a:rPr lang="en-AU" dirty="0"/>
              <a:t>Complete the following questions </a:t>
            </a:r>
          </a:p>
          <a:p>
            <a:pPr marL="0" indent="0" algn="ctr">
              <a:buNone/>
            </a:pPr>
            <a:r>
              <a:rPr lang="en-AU" dirty="0"/>
              <a:t>Use a calculator to assist</a:t>
            </a:r>
          </a:p>
        </p:txBody>
      </p:sp>
      <p:grpSp>
        <p:nvGrpSpPr>
          <p:cNvPr id="4" name="Group 165">
            <a:extLst>
              <a:ext uri="{FF2B5EF4-FFF2-40B4-BE49-F238E27FC236}">
                <a16:creationId xmlns:a16="http://schemas.microsoft.com/office/drawing/2014/main" id="{5F91FFB1-D929-A9C9-27E8-CDDB88D0775F}"/>
              </a:ext>
            </a:extLst>
          </p:cNvPr>
          <p:cNvGrpSpPr>
            <a:grpSpLocks/>
          </p:cNvGrpSpPr>
          <p:nvPr/>
        </p:nvGrpSpPr>
        <p:grpSpPr bwMode="auto">
          <a:xfrm>
            <a:off x="395536" y="4305698"/>
            <a:ext cx="2286000" cy="2286000"/>
            <a:chOff x="864" y="2400"/>
            <a:chExt cx="1440" cy="1440"/>
          </a:xfrm>
        </p:grpSpPr>
        <p:sp>
          <p:nvSpPr>
            <p:cNvPr id="5" name="Rectangle 20">
              <a:extLst>
                <a:ext uri="{FF2B5EF4-FFF2-40B4-BE49-F238E27FC236}">
                  <a16:creationId xmlns:a16="http://schemas.microsoft.com/office/drawing/2014/main" id="{A8674EDD-76A9-835B-BED8-692DEFF82A86}"/>
                </a:ext>
              </a:extLst>
            </p:cNvPr>
            <p:cNvSpPr>
              <a:spLocks noChangeArrowheads="1"/>
            </p:cNvSpPr>
            <p:nvPr/>
          </p:nvSpPr>
          <p:spPr bwMode="auto">
            <a:xfrm>
              <a:off x="864" y="2400"/>
              <a:ext cx="144" cy="144"/>
            </a:xfrm>
            <a:prstGeom prst="rect">
              <a:avLst/>
            </a:prstGeom>
            <a:solidFill>
              <a:srgbClr val="FF66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 name="Rectangle 51">
              <a:extLst>
                <a:ext uri="{FF2B5EF4-FFF2-40B4-BE49-F238E27FC236}">
                  <a16:creationId xmlns:a16="http://schemas.microsoft.com/office/drawing/2014/main" id="{20C0EAEC-D813-9843-7884-0F94D66E956F}"/>
                </a:ext>
              </a:extLst>
            </p:cNvPr>
            <p:cNvSpPr>
              <a:spLocks noChangeArrowheads="1"/>
            </p:cNvSpPr>
            <p:nvPr/>
          </p:nvSpPr>
          <p:spPr bwMode="auto">
            <a:xfrm>
              <a:off x="86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 name="Rectangle 52">
              <a:extLst>
                <a:ext uri="{FF2B5EF4-FFF2-40B4-BE49-F238E27FC236}">
                  <a16:creationId xmlns:a16="http://schemas.microsoft.com/office/drawing/2014/main" id="{80888ABE-EF62-F472-1BF9-13E845757BC5}"/>
                </a:ext>
              </a:extLst>
            </p:cNvPr>
            <p:cNvSpPr>
              <a:spLocks noChangeArrowheads="1"/>
            </p:cNvSpPr>
            <p:nvPr/>
          </p:nvSpPr>
          <p:spPr bwMode="auto">
            <a:xfrm>
              <a:off x="86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 name="Rectangle 53">
              <a:extLst>
                <a:ext uri="{FF2B5EF4-FFF2-40B4-BE49-F238E27FC236}">
                  <a16:creationId xmlns:a16="http://schemas.microsoft.com/office/drawing/2014/main" id="{9D50074B-BEE3-94EB-91CE-E33E13DE8E2D}"/>
                </a:ext>
              </a:extLst>
            </p:cNvPr>
            <p:cNvSpPr>
              <a:spLocks noChangeArrowheads="1"/>
            </p:cNvSpPr>
            <p:nvPr/>
          </p:nvSpPr>
          <p:spPr bwMode="auto">
            <a:xfrm>
              <a:off x="86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 name="Rectangle 54">
              <a:extLst>
                <a:ext uri="{FF2B5EF4-FFF2-40B4-BE49-F238E27FC236}">
                  <a16:creationId xmlns:a16="http://schemas.microsoft.com/office/drawing/2014/main" id="{0BFBB6D3-8AAB-C892-A2F6-350362316470}"/>
                </a:ext>
              </a:extLst>
            </p:cNvPr>
            <p:cNvSpPr>
              <a:spLocks noChangeArrowheads="1"/>
            </p:cNvSpPr>
            <p:nvPr/>
          </p:nvSpPr>
          <p:spPr bwMode="auto">
            <a:xfrm>
              <a:off x="86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 name="Rectangle 55">
              <a:extLst>
                <a:ext uri="{FF2B5EF4-FFF2-40B4-BE49-F238E27FC236}">
                  <a16:creationId xmlns:a16="http://schemas.microsoft.com/office/drawing/2014/main" id="{64BD0BC4-15E1-768C-6B38-DC5090D174AA}"/>
                </a:ext>
              </a:extLst>
            </p:cNvPr>
            <p:cNvSpPr>
              <a:spLocks noChangeArrowheads="1"/>
            </p:cNvSpPr>
            <p:nvPr/>
          </p:nvSpPr>
          <p:spPr bwMode="auto">
            <a:xfrm>
              <a:off x="86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 name="Rectangle 56">
              <a:extLst>
                <a:ext uri="{FF2B5EF4-FFF2-40B4-BE49-F238E27FC236}">
                  <a16:creationId xmlns:a16="http://schemas.microsoft.com/office/drawing/2014/main" id="{B8F2927B-7AAA-7C1F-197E-2125CFCAF965}"/>
                </a:ext>
              </a:extLst>
            </p:cNvPr>
            <p:cNvSpPr>
              <a:spLocks noChangeArrowheads="1"/>
            </p:cNvSpPr>
            <p:nvPr/>
          </p:nvSpPr>
          <p:spPr bwMode="auto">
            <a:xfrm>
              <a:off x="86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 name="Rectangle 57">
              <a:extLst>
                <a:ext uri="{FF2B5EF4-FFF2-40B4-BE49-F238E27FC236}">
                  <a16:creationId xmlns:a16="http://schemas.microsoft.com/office/drawing/2014/main" id="{E40D4520-4492-1C67-F1E6-D6A805F53461}"/>
                </a:ext>
              </a:extLst>
            </p:cNvPr>
            <p:cNvSpPr>
              <a:spLocks noChangeArrowheads="1"/>
            </p:cNvSpPr>
            <p:nvPr/>
          </p:nvSpPr>
          <p:spPr bwMode="auto">
            <a:xfrm>
              <a:off x="86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 name="Rectangle 58">
              <a:extLst>
                <a:ext uri="{FF2B5EF4-FFF2-40B4-BE49-F238E27FC236}">
                  <a16:creationId xmlns:a16="http://schemas.microsoft.com/office/drawing/2014/main" id="{698D8AD8-F54B-3F5E-133A-E52F2F494636}"/>
                </a:ext>
              </a:extLst>
            </p:cNvPr>
            <p:cNvSpPr>
              <a:spLocks noChangeArrowheads="1"/>
            </p:cNvSpPr>
            <p:nvPr/>
          </p:nvSpPr>
          <p:spPr bwMode="auto">
            <a:xfrm>
              <a:off x="86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 name="Rectangle 59">
              <a:extLst>
                <a:ext uri="{FF2B5EF4-FFF2-40B4-BE49-F238E27FC236}">
                  <a16:creationId xmlns:a16="http://schemas.microsoft.com/office/drawing/2014/main" id="{17DACEF3-38D3-0C8F-A128-2C7D916CFC34}"/>
                </a:ext>
              </a:extLst>
            </p:cNvPr>
            <p:cNvSpPr>
              <a:spLocks noChangeArrowheads="1"/>
            </p:cNvSpPr>
            <p:nvPr/>
          </p:nvSpPr>
          <p:spPr bwMode="auto">
            <a:xfrm>
              <a:off x="86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 name="Rectangle 60">
              <a:extLst>
                <a:ext uri="{FF2B5EF4-FFF2-40B4-BE49-F238E27FC236}">
                  <a16:creationId xmlns:a16="http://schemas.microsoft.com/office/drawing/2014/main" id="{1DB9DF90-EA4E-4934-F31D-CB053BB520F8}"/>
                </a:ext>
              </a:extLst>
            </p:cNvPr>
            <p:cNvSpPr>
              <a:spLocks noChangeArrowheads="1"/>
            </p:cNvSpPr>
            <p:nvPr/>
          </p:nvSpPr>
          <p:spPr bwMode="auto">
            <a:xfrm>
              <a:off x="100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 name="Rectangle 61">
              <a:extLst>
                <a:ext uri="{FF2B5EF4-FFF2-40B4-BE49-F238E27FC236}">
                  <a16:creationId xmlns:a16="http://schemas.microsoft.com/office/drawing/2014/main" id="{3061F69C-EACA-A261-0BAF-F0EE910929E9}"/>
                </a:ext>
              </a:extLst>
            </p:cNvPr>
            <p:cNvSpPr>
              <a:spLocks noChangeArrowheads="1"/>
            </p:cNvSpPr>
            <p:nvPr/>
          </p:nvSpPr>
          <p:spPr bwMode="auto">
            <a:xfrm>
              <a:off x="100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 name="Rectangle 62">
              <a:extLst>
                <a:ext uri="{FF2B5EF4-FFF2-40B4-BE49-F238E27FC236}">
                  <a16:creationId xmlns:a16="http://schemas.microsoft.com/office/drawing/2014/main" id="{FFB4F98C-9275-1D38-362D-AE8FFE2F6653}"/>
                </a:ext>
              </a:extLst>
            </p:cNvPr>
            <p:cNvSpPr>
              <a:spLocks noChangeArrowheads="1"/>
            </p:cNvSpPr>
            <p:nvPr/>
          </p:nvSpPr>
          <p:spPr bwMode="auto">
            <a:xfrm>
              <a:off x="100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 name="Rectangle 63">
              <a:extLst>
                <a:ext uri="{FF2B5EF4-FFF2-40B4-BE49-F238E27FC236}">
                  <a16:creationId xmlns:a16="http://schemas.microsoft.com/office/drawing/2014/main" id="{264D3DF3-5E59-679A-1C12-0E134881B2E9}"/>
                </a:ext>
              </a:extLst>
            </p:cNvPr>
            <p:cNvSpPr>
              <a:spLocks noChangeArrowheads="1"/>
            </p:cNvSpPr>
            <p:nvPr/>
          </p:nvSpPr>
          <p:spPr bwMode="auto">
            <a:xfrm>
              <a:off x="100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 name="Rectangle 64">
              <a:extLst>
                <a:ext uri="{FF2B5EF4-FFF2-40B4-BE49-F238E27FC236}">
                  <a16:creationId xmlns:a16="http://schemas.microsoft.com/office/drawing/2014/main" id="{CCC5EB74-58B6-2344-D2BC-94B297CA2B50}"/>
                </a:ext>
              </a:extLst>
            </p:cNvPr>
            <p:cNvSpPr>
              <a:spLocks noChangeArrowheads="1"/>
            </p:cNvSpPr>
            <p:nvPr/>
          </p:nvSpPr>
          <p:spPr bwMode="auto">
            <a:xfrm>
              <a:off x="100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 name="Rectangle 65">
              <a:extLst>
                <a:ext uri="{FF2B5EF4-FFF2-40B4-BE49-F238E27FC236}">
                  <a16:creationId xmlns:a16="http://schemas.microsoft.com/office/drawing/2014/main" id="{91AA4EA3-3F73-B2E1-D34F-C7112CDC3E3F}"/>
                </a:ext>
              </a:extLst>
            </p:cNvPr>
            <p:cNvSpPr>
              <a:spLocks noChangeArrowheads="1"/>
            </p:cNvSpPr>
            <p:nvPr/>
          </p:nvSpPr>
          <p:spPr bwMode="auto">
            <a:xfrm>
              <a:off x="100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 name="Rectangle 66">
              <a:extLst>
                <a:ext uri="{FF2B5EF4-FFF2-40B4-BE49-F238E27FC236}">
                  <a16:creationId xmlns:a16="http://schemas.microsoft.com/office/drawing/2014/main" id="{4E8F3EEE-3416-554D-82CD-3BECF4B82147}"/>
                </a:ext>
              </a:extLst>
            </p:cNvPr>
            <p:cNvSpPr>
              <a:spLocks noChangeArrowheads="1"/>
            </p:cNvSpPr>
            <p:nvPr/>
          </p:nvSpPr>
          <p:spPr bwMode="auto">
            <a:xfrm>
              <a:off x="100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 name="Rectangle 67">
              <a:extLst>
                <a:ext uri="{FF2B5EF4-FFF2-40B4-BE49-F238E27FC236}">
                  <a16:creationId xmlns:a16="http://schemas.microsoft.com/office/drawing/2014/main" id="{74041D20-B644-5E5E-9BD6-20A08AAB1903}"/>
                </a:ext>
              </a:extLst>
            </p:cNvPr>
            <p:cNvSpPr>
              <a:spLocks noChangeArrowheads="1"/>
            </p:cNvSpPr>
            <p:nvPr/>
          </p:nvSpPr>
          <p:spPr bwMode="auto">
            <a:xfrm>
              <a:off x="100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 name="Rectangle 68">
              <a:extLst>
                <a:ext uri="{FF2B5EF4-FFF2-40B4-BE49-F238E27FC236}">
                  <a16:creationId xmlns:a16="http://schemas.microsoft.com/office/drawing/2014/main" id="{37034EDD-AF28-43A5-9B69-0E798B27CE43}"/>
                </a:ext>
              </a:extLst>
            </p:cNvPr>
            <p:cNvSpPr>
              <a:spLocks noChangeArrowheads="1"/>
            </p:cNvSpPr>
            <p:nvPr/>
          </p:nvSpPr>
          <p:spPr bwMode="auto">
            <a:xfrm>
              <a:off x="100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 name="Rectangle 69">
              <a:extLst>
                <a:ext uri="{FF2B5EF4-FFF2-40B4-BE49-F238E27FC236}">
                  <a16:creationId xmlns:a16="http://schemas.microsoft.com/office/drawing/2014/main" id="{248EBFB6-0634-EFB8-0E9A-5E54AC47B2AC}"/>
                </a:ext>
              </a:extLst>
            </p:cNvPr>
            <p:cNvSpPr>
              <a:spLocks noChangeArrowheads="1"/>
            </p:cNvSpPr>
            <p:nvPr/>
          </p:nvSpPr>
          <p:spPr bwMode="auto">
            <a:xfrm>
              <a:off x="100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 name="Rectangle 70">
              <a:extLst>
                <a:ext uri="{FF2B5EF4-FFF2-40B4-BE49-F238E27FC236}">
                  <a16:creationId xmlns:a16="http://schemas.microsoft.com/office/drawing/2014/main" id="{4B74083E-4788-D40B-E752-E54C70F4F2A5}"/>
                </a:ext>
              </a:extLst>
            </p:cNvPr>
            <p:cNvSpPr>
              <a:spLocks noChangeArrowheads="1"/>
            </p:cNvSpPr>
            <p:nvPr/>
          </p:nvSpPr>
          <p:spPr bwMode="auto">
            <a:xfrm>
              <a:off x="115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 name="Rectangle 71">
              <a:extLst>
                <a:ext uri="{FF2B5EF4-FFF2-40B4-BE49-F238E27FC236}">
                  <a16:creationId xmlns:a16="http://schemas.microsoft.com/office/drawing/2014/main" id="{41BE9599-F5D7-4ED1-9CF1-156C38C8FA7C}"/>
                </a:ext>
              </a:extLst>
            </p:cNvPr>
            <p:cNvSpPr>
              <a:spLocks noChangeArrowheads="1"/>
            </p:cNvSpPr>
            <p:nvPr/>
          </p:nvSpPr>
          <p:spPr bwMode="auto">
            <a:xfrm>
              <a:off x="115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 name="Rectangle 72">
              <a:extLst>
                <a:ext uri="{FF2B5EF4-FFF2-40B4-BE49-F238E27FC236}">
                  <a16:creationId xmlns:a16="http://schemas.microsoft.com/office/drawing/2014/main" id="{A805CEB6-F609-E287-BD98-C49BDA22C5B2}"/>
                </a:ext>
              </a:extLst>
            </p:cNvPr>
            <p:cNvSpPr>
              <a:spLocks noChangeArrowheads="1"/>
            </p:cNvSpPr>
            <p:nvPr/>
          </p:nvSpPr>
          <p:spPr bwMode="auto">
            <a:xfrm>
              <a:off x="115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 name="Rectangle 73">
              <a:extLst>
                <a:ext uri="{FF2B5EF4-FFF2-40B4-BE49-F238E27FC236}">
                  <a16:creationId xmlns:a16="http://schemas.microsoft.com/office/drawing/2014/main" id="{8B6F58D4-15F2-6B12-727F-D29EE369D594}"/>
                </a:ext>
              </a:extLst>
            </p:cNvPr>
            <p:cNvSpPr>
              <a:spLocks noChangeArrowheads="1"/>
            </p:cNvSpPr>
            <p:nvPr/>
          </p:nvSpPr>
          <p:spPr bwMode="auto">
            <a:xfrm>
              <a:off x="115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9" name="Rectangle 74">
              <a:extLst>
                <a:ext uri="{FF2B5EF4-FFF2-40B4-BE49-F238E27FC236}">
                  <a16:creationId xmlns:a16="http://schemas.microsoft.com/office/drawing/2014/main" id="{0B75C039-A2D9-5FEC-EEDF-B116734EA8DD}"/>
                </a:ext>
              </a:extLst>
            </p:cNvPr>
            <p:cNvSpPr>
              <a:spLocks noChangeArrowheads="1"/>
            </p:cNvSpPr>
            <p:nvPr/>
          </p:nvSpPr>
          <p:spPr bwMode="auto">
            <a:xfrm>
              <a:off x="115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 name="Rectangle 75">
              <a:extLst>
                <a:ext uri="{FF2B5EF4-FFF2-40B4-BE49-F238E27FC236}">
                  <a16:creationId xmlns:a16="http://schemas.microsoft.com/office/drawing/2014/main" id="{B51AFA0E-DF8D-456C-B6DA-F7FCAB980186}"/>
                </a:ext>
              </a:extLst>
            </p:cNvPr>
            <p:cNvSpPr>
              <a:spLocks noChangeArrowheads="1"/>
            </p:cNvSpPr>
            <p:nvPr/>
          </p:nvSpPr>
          <p:spPr bwMode="auto">
            <a:xfrm>
              <a:off x="115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 name="Rectangle 76">
              <a:extLst>
                <a:ext uri="{FF2B5EF4-FFF2-40B4-BE49-F238E27FC236}">
                  <a16:creationId xmlns:a16="http://schemas.microsoft.com/office/drawing/2014/main" id="{50D6F32F-C6B1-E2A1-88DE-DBB434450B9E}"/>
                </a:ext>
              </a:extLst>
            </p:cNvPr>
            <p:cNvSpPr>
              <a:spLocks noChangeArrowheads="1"/>
            </p:cNvSpPr>
            <p:nvPr/>
          </p:nvSpPr>
          <p:spPr bwMode="auto">
            <a:xfrm>
              <a:off x="115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 name="Rectangle 77">
              <a:extLst>
                <a:ext uri="{FF2B5EF4-FFF2-40B4-BE49-F238E27FC236}">
                  <a16:creationId xmlns:a16="http://schemas.microsoft.com/office/drawing/2014/main" id="{71BA286F-43A3-4D29-A276-8DA7731E4872}"/>
                </a:ext>
              </a:extLst>
            </p:cNvPr>
            <p:cNvSpPr>
              <a:spLocks noChangeArrowheads="1"/>
            </p:cNvSpPr>
            <p:nvPr/>
          </p:nvSpPr>
          <p:spPr bwMode="auto">
            <a:xfrm>
              <a:off x="115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 name="Rectangle 78">
              <a:extLst>
                <a:ext uri="{FF2B5EF4-FFF2-40B4-BE49-F238E27FC236}">
                  <a16:creationId xmlns:a16="http://schemas.microsoft.com/office/drawing/2014/main" id="{0005848E-29D7-A61A-EF33-5B212E205E30}"/>
                </a:ext>
              </a:extLst>
            </p:cNvPr>
            <p:cNvSpPr>
              <a:spLocks noChangeArrowheads="1"/>
            </p:cNvSpPr>
            <p:nvPr/>
          </p:nvSpPr>
          <p:spPr bwMode="auto">
            <a:xfrm>
              <a:off x="115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 name="Rectangle 79">
              <a:extLst>
                <a:ext uri="{FF2B5EF4-FFF2-40B4-BE49-F238E27FC236}">
                  <a16:creationId xmlns:a16="http://schemas.microsoft.com/office/drawing/2014/main" id="{0BAA4B66-8AC4-5531-5936-21F7F61A36E3}"/>
                </a:ext>
              </a:extLst>
            </p:cNvPr>
            <p:cNvSpPr>
              <a:spLocks noChangeArrowheads="1"/>
            </p:cNvSpPr>
            <p:nvPr/>
          </p:nvSpPr>
          <p:spPr bwMode="auto">
            <a:xfrm>
              <a:off x="115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 name="Rectangle 80">
              <a:extLst>
                <a:ext uri="{FF2B5EF4-FFF2-40B4-BE49-F238E27FC236}">
                  <a16:creationId xmlns:a16="http://schemas.microsoft.com/office/drawing/2014/main" id="{EC3B200A-0D5D-66AA-162D-DC18893115B8}"/>
                </a:ext>
              </a:extLst>
            </p:cNvPr>
            <p:cNvSpPr>
              <a:spLocks noChangeArrowheads="1"/>
            </p:cNvSpPr>
            <p:nvPr/>
          </p:nvSpPr>
          <p:spPr bwMode="auto">
            <a:xfrm>
              <a:off x="129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 name="Rectangle 81">
              <a:extLst>
                <a:ext uri="{FF2B5EF4-FFF2-40B4-BE49-F238E27FC236}">
                  <a16:creationId xmlns:a16="http://schemas.microsoft.com/office/drawing/2014/main" id="{1018F6AA-6C17-D15E-5A19-748761685014}"/>
                </a:ext>
              </a:extLst>
            </p:cNvPr>
            <p:cNvSpPr>
              <a:spLocks noChangeArrowheads="1"/>
            </p:cNvSpPr>
            <p:nvPr/>
          </p:nvSpPr>
          <p:spPr bwMode="auto">
            <a:xfrm>
              <a:off x="129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 name="Rectangle 82">
              <a:extLst>
                <a:ext uri="{FF2B5EF4-FFF2-40B4-BE49-F238E27FC236}">
                  <a16:creationId xmlns:a16="http://schemas.microsoft.com/office/drawing/2014/main" id="{7147B2A9-EDC9-F7A2-0E91-896FDA971E49}"/>
                </a:ext>
              </a:extLst>
            </p:cNvPr>
            <p:cNvSpPr>
              <a:spLocks noChangeArrowheads="1"/>
            </p:cNvSpPr>
            <p:nvPr/>
          </p:nvSpPr>
          <p:spPr bwMode="auto">
            <a:xfrm>
              <a:off x="129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 name="Rectangle 83">
              <a:extLst>
                <a:ext uri="{FF2B5EF4-FFF2-40B4-BE49-F238E27FC236}">
                  <a16:creationId xmlns:a16="http://schemas.microsoft.com/office/drawing/2014/main" id="{872A4AEF-2861-1C0F-85DE-988B83C8C448}"/>
                </a:ext>
              </a:extLst>
            </p:cNvPr>
            <p:cNvSpPr>
              <a:spLocks noChangeArrowheads="1"/>
            </p:cNvSpPr>
            <p:nvPr/>
          </p:nvSpPr>
          <p:spPr bwMode="auto">
            <a:xfrm>
              <a:off x="129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 name="Rectangle 84">
              <a:extLst>
                <a:ext uri="{FF2B5EF4-FFF2-40B4-BE49-F238E27FC236}">
                  <a16:creationId xmlns:a16="http://schemas.microsoft.com/office/drawing/2014/main" id="{3CDB18BE-28DD-779B-2AE1-9C82A171D939}"/>
                </a:ext>
              </a:extLst>
            </p:cNvPr>
            <p:cNvSpPr>
              <a:spLocks noChangeArrowheads="1"/>
            </p:cNvSpPr>
            <p:nvPr/>
          </p:nvSpPr>
          <p:spPr bwMode="auto">
            <a:xfrm>
              <a:off x="129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 name="Rectangle 85">
              <a:extLst>
                <a:ext uri="{FF2B5EF4-FFF2-40B4-BE49-F238E27FC236}">
                  <a16:creationId xmlns:a16="http://schemas.microsoft.com/office/drawing/2014/main" id="{9E5D982C-05AE-8BE5-BDE1-9408CE18CC4C}"/>
                </a:ext>
              </a:extLst>
            </p:cNvPr>
            <p:cNvSpPr>
              <a:spLocks noChangeArrowheads="1"/>
            </p:cNvSpPr>
            <p:nvPr/>
          </p:nvSpPr>
          <p:spPr bwMode="auto">
            <a:xfrm>
              <a:off x="129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 name="Rectangle 86">
              <a:extLst>
                <a:ext uri="{FF2B5EF4-FFF2-40B4-BE49-F238E27FC236}">
                  <a16:creationId xmlns:a16="http://schemas.microsoft.com/office/drawing/2014/main" id="{23B02B02-3D81-31AC-1303-3CF5D400EE0B}"/>
                </a:ext>
              </a:extLst>
            </p:cNvPr>
            <p:cNvSpPr>
              <a:spLocks noChangeArrowheads="1"/>
            </p:cNvSpPr>
            <p:nvPr/>
          </p:nvSpPr>
          <p:spPr bwMode="auto">
            <a:xfrm>
              <a:off x="129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 name="Rectangle 87">
              <a:extLst>
                <a:ext uri="{FF2B5EF4-FFF2-40B4-BE49-F238E27FC236}">
                  <a16:creationId xmlns:a16="http://schemas.microsoft.com/office/drawing/2014/main" id="{E8E5F4C2-9F7E-DFEA-8EFE-543240DF61B5}"/>
                </a:ext>
              </a:extLst>
            </p:cNvPr>
            <p:cNvSpPr>
              <a:spLocks noChangeArrowheads="1"/>
            </p:cNvSpPr>
            <p:nvPr/>
          </p:nvSpPr>
          <p:spPr bwMode="auto">
            <a:xfrm>
              <a:off x="129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 name="Rectangle 88">
              <a:extLst>
                <a:ext uri="{FF2B5EF4-FFF2-40B4-BE49-F238E27FC236}">
                  <a16:creationId xmlns:a16="http://schemas.microsoft.com/office/drawing/2014/main" id="{05E7FB4B-7788-77E5-F2F0-3F22B1BF3D90}"/>
                </a:ext>
              </a:extLst>
            </p:cNvPr>
            <p:cNvSpPr>
              <a:spLocks noChangeArrowheads="1"/>
            </p:cNvSpPr>
            <p:nvPr/>
          </p:nvSpPr>
          <p:spPr bwMode="auto">
            <a:xfrm>
              <a:off x="129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 name="Rectangle 89">
              <a:extLst>
                <a:ext uri="{FF2B5EF4-FFF2-40B4-BE49-F238E27FC236}">
                  <a16:creationId xmlns:a16="http://schemas.microsoft.com/office/drawing/2014/main" id="{CD3B9CD0-BE81-C1E3-6935-4564C01FD84E}"/>
                </a:ext>
              </a:extLst>
            </p:cNvPr>
            <p:cNvSpPr>
              <a:spLocks noChangeArrowheads="1"/>
            </p:cNvSpPr>
            <p:nvPr/>
          </p:nvSpPr>
          <p:spPr bwMode="auto">
            <a:xfrm>
              <a:off x="129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5" name="Rectangle 90">
              <a:extLst>
                <a:ext uri="{FF2B5EF4-FFF2-40B4-BE49-F238E27FC236}">
                  <a16:creationId xmlns:a16="http://schemas.microsoft.com/office/drawing/2014/main" id="{0932EE9B-AAA6-CB08-A345-9346AB15F159}"/>
                </a:ext>
              </a:extLst>
            </p:cNvPr>
            <p:cNvSpPr>
              <a:spLocks noChangeArrowheads="1"/>
            </p:cNvSpPr>
            <p:nvPr/>
          </p:nvSpPr>
          <p:spPr bwMode="auto">
            <a:xfrm>
              <a:off x="144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6" name="Rectangle 91">
              <a:extLst>
                <a:ext uri="{FF2B5EF4-FFF2-40B4-BE49-F238E27FC236}">
                  <a16:creationId xmlns:a16="http://schemas.microsoft.com/office/drawing/2014/main" id="{9E812E57-0E41-45B1-8263-1B32E41CA64B}"/>
                </a:ext>
              </a:extLst>
            </p:cNvPr>
            <p:cNvSpPr>
              <a:spLocks noChangeArrowheads="1"/>
            </p:cNvSpPr>
            <p:nvPr/>
          </p:nvSpPr>
          <p:spPr bwMode="auto">
            <a:xfrm>
              <a:off x="144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 name="Rectangle 92">
              <a:extLst>
                <a:ext uri="{FF2B5EF4-FFF2-40B4-BE49-F238E27FC236}">
                  <a16:creationId xmlns:a16="http://schemas.microsoft.com/office/drawing/2014/main" id="{DA762946-5041-DE63-E6EE-6C694A26874B}"/>
                </a:ext>
              </a:extLst>
            </p:cNvPr>
            <p:cNvSpPr>
              <a:spLocks noChangeArrowheads="1"/>
            </p:cNvSpPr>
            <p:nvPr/>
          </p:nvSpPr>
          <p:spPr bwMode="auto">
            <a:xfrm>
              <a:off x="144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 name="Rectangle 93">
              <a:extLst>
                <a:ext uri="{FF2B5EF4-FFF2-40B4-BE49-F238E27FC236}">
                  <a16:creationId xmlns:a16="http://schemas.microsoft.com/office/drawing/2014/main" id="{D3AF60DD-508D-9838-C87E-6D622BB2CB0A}"/>
                </a:ext>
              </a:extLst>
            </p:cNvPr>
            <p:cNvSpPr>
              <a:spLocks noChangeArrowheads="1"/>
            </p:cNvSpPr>
            <p:nvPr/>
          </p:nvSpPr>
          <p:spPr bwMode="auto">
            <a:xfrm>
              <a:off x="144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 name="Rectangle 94">
              <a:extLst>
                <a:ext uri="{FF2B5EF4-FFF2-40B4-BE49-F238E27FC236}">
                  <a16:creationId xmlns:a16="http://schemas.microsoft.com/office/drawing/2014/main" id="{96D40AEB-94DA-46C0-DE9C-014C5F8B33BD}"/>
                </a:ext>
              </a:extLst>
            </p:cNvPr>
            <p:cNvSpPr>
              <a:spLocks noChangeArrowheads="1"/>
            </p:cNvSpPr>
            <p:nvPr/>
          </p:nvSpPr>
          <p:spPr bwMode="auto">
            <a:xfrm>
              <a:off x="144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 name="Rectangle 95">
              <a:extLst>
                <a:ext uri="{FF2B5EF4-FFF2-40B4-BE49-F238E27FC236}">
                  <a16:creationId xmlns:a16="http://schemas.microsoft.com/office/drawing/2014/main" id="{86111E16-F5BB-C6B7-9E4F-CCDADC9EDEF2}"/>
                </a:ext>
              </a:extLst>
            </p:cNvPr>
            <p:cNvSpPr>
              <a:spLocks noChangeArrowheads="1"/>
            </p:cNvSpPr>
            <p:nvPr/>
          </p:nvSpPr>
          <p:spPr bwMode="auto">
            <a:xfrm>
              <a:off x="144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 name="Rectangle 96">
              <a:extLst>
                <a:ext uri="{FF2B5EF4-FFF2-40B4-BE49-F238E27FC236}">
                  <a16:creationId xmlns:a16="http://schemas.microsoft.com/office/drawing/2014/main" id="{CD07F520-CF2B-6872-27CC-A2B23E4F440B}"/>
                </a:ext>
              </a:extLst>
            </p:cNvPr>
            <p:cNvSpPr>
              <a:spLocks noChangeArrowheads="1"/>
            </p:cNvSpPr>
            <p:nvPr/>
          </p:nvSpPr>
          <p:spPr bwMode="auto">
            <a:xfrm>
              <a:off x="144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 name="Rectangle 97">
              <a:extLst>
                <a:ext uri="{FF2B5EF4-FFF2-40B4-BE49-F238E27FC236}">
                  <a16:creationId xmlns:a16="http://schemas.microsoft.com/office/drawing/2014/main" id="{14936DFE-DB25-F36D-FDD8-0275ADB5EB39}"/>
                </a:ext>
              </a:extLst>
            </p:cNvPr>
            <p:cNvSpPr>
              <a:spLocks noChangeArrowheads="1"/>
            </p:cNvSpPr>
            <p:nvPr/>
          </p:nvSpPr>
          <p:spPr bwMode="auto">
            <a:xfrm>
              <a:off x="144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 name="Rectangle 98">
              <a:extLst>
                <a:ext uri="{FF2B5EF4-FFF2-40B4-BE49-F238E27FC236}">
                  <a16:creationId xmlns:a16="http://schemas.microsoft.com/office/drawing/2014/main" id="{415FA0B7-5670-103F-2858-FA6280D92B29}"/>
                </a:ext>
              </a:extLst>
            </p:cNvPr>
            <p:cNvSpPr>
              <a:spLocks noChangeArrowheads="1"/>
            </p:cNvSpPr>
            <p:nvPr/>
          </p:nvSpPr>
          <p:spPr bwMode="auto">
            <a:xfrm>
              <a:off x="144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 name="Rectangle 99">
              <a:extLst>
                <a:ext uri="{FF2B5EF4-FFF2-40B4-BE49-F238E27FC236}">
                  <a16:creationId xmlns:a16="http://schemas.microsoft.com/office/drawing/2014/main" id="{A63CA952-60D4-6E46-A064-AC7008C3A744}"/>
                </a:ext>
              </a:extLst>
            </p:cNvPr>
            <p:cNvSpPr>
              <a:spLocks noChangeArrowheads="1"/>
            </p:cNvSpPr>
            <p:nvPr/>
          </p:nvSpPr>
          <p:spPr bwMode="auto">
            <a:xfrm>
              <a:off x="144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5" name="Rectangle 100">
              <a:extLst>
                <a:ext uri="{FF2B5EF4-FFF2-40B4-BE49-F238E27FC236}">
                  <a16:creationId xmlns:a16="http://schemas.microsoft.com/office/drawing/2014/main" id="{F561916D-0A7C-EE64-9AEC-862B5A7E1035}"/>
                </a:ext>
              </a:extLst>
            </p:cNvPr>
            <p:cNvSpPr>
              <a:spLocks noChangeArrowheads="1"/>
            </p:cNvSpPr>
            <p:nvPr/>
          </p:nvSpPr>
          <p:spPr bwMode="auto">
            <a:xfrm>
              <a:off x="1584"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 name="Rectangle 101">
              <a:extLst>
                <a:ext uri="{FF2B5EF4-FFF2-40B4-BE49-F238E27FC236}">
                  <a16:creationId xmlns:a16="http://schemas.microsoft.com/office/drawing/2014/main" id="{4F712FC1-E24F-FA05-1EF7-D392864E36A4}"/>
                </a:ext>
              </a:extLst>
            </p:cNvPr>
            <p:cNvSpPr>
              <a:spLocks noChangeArrowheads="1"/>
            </p:cNvSpPr>
            <p:nvPr/>
          </p:nvSpPr>
          <p:spPr bwMode="auto">
            <a:xfrm>
              <a:off x="158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 name="Rectangle 102">
              <a:extLst>
                <a:ext uri="{FF2B5EF4-FFF2-40B4-BE49-F238E27FC236}">
                  <a16:creationId xmlns:a16="http://schemas.microsoft.com/office/drawing/2014/main" id="{4993CBD4-4248-D088-17A9-0342C211BDFA}"/>
                </a:ext>
              </a:extLst>
            </p:cNvPr>
            <p:cNvSpPr>
              <a:spLocks noChangeArrowheads="1"/>
            </p:cNvSpPr>
            <p:nvPr/>
          </p:nvSpPr>
          <p:spPr bwMode="auto">
            <a:xfrm>
              <a:off x="158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 name="Rectangle 103">
              <a:extLst>
                <a:ext uri="{FF2B5EF4-FFF2-40B4-BE49-F238E27FC236}">
                  <a16:creationId xmlns:a16="http://schemas.microsoft.com/office/drawing/2014/main" id="{A58903D3-70BD-30E1-C8C6-C294EB4800C9}"/>
                </a:ext>
              </a:extLst>
            </p:cNvPr>
            <p:cNvSpPr>
              <a:spLocks noChangeArrowheads="1"/>
            </p:cNvSpPr>
            <p:nvPr/>
          </p:nvSpPr>
          <p:spPr bwMode="auto">
            <a:xfrm>
              <a:off x="158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 name="Rectangle 104">
              <a:extLst>
                <a:ext uri="{FF2B5EF4-FFF2-40B4-BE49-F238E27FC236}">
                  <a16:creationId xmlns:a16="http://schemas.microsoft.com/office/drawing/2014/main" id="{668FA41A-3CC2-5460-F76C-F1741388BF89}"/>
                </a:ext>
              </a:extLst>
            </p:cNvPr>
            <p:cNvSpPr>
              <a:spLocks noChangeArrowheads="1"/>
            </p:cNvSpPr>
            <p:nvPr/>
          </p:nvSpPr>
          <p:spPr bwMode="auto">
            <a:xfrm>
              <a:off x="158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 name="Rectangle 105">
              <a:extLst>
                <a:ext uri="{FF2B5EF4-FFF2-40B4-BE49-F238E27FC236}">
                  <a16:creationId xmlns:a16="http://schemas.microsoft.com/office/drawing/2014/main" id="{095D4FEB-3A0B-9545-7FD8-D25413441EA7}"/>
                </a:ext>
              </a:extLst>
            </p:cNvPr>
            <p:cNvSpPr>
              <a:spLocks noChangeArrowheads="1"/>
            </p:cNvSpPr>
            <p:nvPr/>
          </p:nvSpPr>
          <p:spPr bwMode="auto">
            <a:xfrm>
              <a:off x="158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 name="Rectangle 106">
              <a:extLst>
                <a:ext uri="{FF2B5EF4-FFF2-40B4-BE49-F238E27FC236}">
                  <a16:creationId xmlns:a16="http://schemas.microsoft.com/office/drawing/2014/main" id="{FD31C078-A8BF-0053-8873-6D63AA3CD7D8}"/>
                </a:ext>
              </a:extLst>
            </p:cNvPr>
            <p:cNvSpPr>
              <a:spLocks noChangeArrowheads="1"/>
            </p:cNvSpPr>
            <p:nvPr/>
          </p:nvSpPr>
          <p:spPr bwMode="auto">
            <a:xfrm>
              <a:off x="158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 name="Rectangle 107">
              <a:extLst>
                <a:ext uri="{FF2B5EF4-FFF2-40B4-BE49-F238E27FC236}">
                  <a16:creationId xmlns:a16="http://schemas.microsoft.com/office/drawing/2014/main" id="{7B1D1241-DDB7-0B52-74E6-A0B6424D10AC}"/>
                </a:ext>
              </a:extLst>
            </p:cNvPr>
            <p:cNvSpPr>
              <a:spLocks noChangeArrowheads="1"/>
            </p:cNvSpPr>
            <p:nvPr/>
          </p:nvSpPr>
          <p:spPr bwMode="auto">
            <a:xfrm>
              <a:off x="158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 name="Rectangle 108">
              <a:extLst>
                <a:ext uri="{FF2B5EF4-FFF2-40B4-BE49-F238E27FC236}">
                  <a16:creationId xmlns:a16="http://schemas.microsoft.com/office/drawing/2014/main" id="{4359CD67-46C0-64DD-EAC7-6923DB774458}"/>
                </a:ext>
              </a:extLst>
            </p:cNvPr>
            <p:cNvSpPr>
              <a:spLocks noChangeArrowheads="1"/>
            </p:cNvSpPr>
            <p:nvPr/>
          </p:nvSpPr>
          <p:spPr bwMode="auto">
            <a:xfrm>
              <a:off x="158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 name="Rectangle 109">
              <a:extLst>
                <a:ext uri="{FF2B5EF4-FFF2-40B4-BE49-F238E27FC236}">
                  <a16:creationId xmlns:a16="http://schemas.microsoft.com/office/drawing/2014/main" id="{8627071D-C767-AB8D-EE6A-00A905844C3B}"/>
                </a:ext>
              </a:extLst>
            </p:cNvPr>
            <p:cNvSpPr>
              <a:spLocks noChangeArrowheads="1"/>
            </p:cNvSpPr>
            <p:nvPr/>
          </p:nvSpPr>
          <p:spPr bwMode="auto">
            <a:xfrm>
              <a:off x="158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 name="Rectangle 110">
              <a:extLst>
                <a:ext uri="{FF2B5EF4-FFF2-40B4-BE49-F238E27FC236}">
                  <a16:creationId xmlns:a16="http://schemas.microsoft.com/office/drawing/2014/main" id="{08A612E4-BF24-69FC-F845-D1C5BE7B59CD}"/>
                </a:ext>
              </a:extLst>
            </p:cNvPr>
            <p:cNvSpPr>
              <a:spLocks noChangeArrowheads="1"/>
            </p:cNvSpPr>
            <p:nvPr/>
          </p:nvSpPr>
          <p:spPr bwMode="auto">
            <a:xfrm>
              <a:off x="172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 name="Rectangle 111">
              <a:extLst>
                <a:ext uri="{FF2B5EF4-FFF2-40B4-BE49-F238E27FC236}">
                  <a16:creationId xmlns:a16="http://schemas.microsoft.com/office/drawing/2014/main" id="{819893D2-9382-4F1E-502C-107F1F2F92BF}"/>
                </a:ext>
              </a:extLst>
            </p:cNvPr>
            <p:cNvSpPr>
              <a:spLocks noChangeArrowheads="1"/>
            </p:cNvSpPr>
            <p:nvPr/>
          </p:nvSpPr>
          <p:spPr bwMode="auto">
            <a:xfrm>
              <a:off x="172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 name="Rectangle 112">
              <a:extLst>
                <a:ext uri="{FF2B5EF4-FFF2-40B4-BE49-F238E27FC236}">
                  <a16:creationId xmlns:a16="http://schemas.microsoft.com/office/drawing/2014/main" id="{4765C461-520B-BE2C-2424-20F4D33ED434}"/>
                </a:ext>
              </a:extLst>
            </p:cNvPr>
            <p:cNvSpPr>
              <a:spLocks noChangeArrowheads="1"/>
            </p:cNvSpPr>
            <p:nvPr/>
          </p:nvSpPr>
          <p:spPr bwMode="auto">
            <a:xfrm>
              <a:off x="172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 name="Rectangle 113">
              <a:extLst>
                <a:ext uri="{FF2B5EF4-FFF2-40B4-BE49-F238E27FC236}">
                  <a16:creationId xmlns:a16="http://schemas.microsoft.com/office/drawing/2014/main" id="{0BDC6714-B616-AA87-2272-8F7FE12FA946}"/>
                </a:ext>
              </a:extLst>
            </p:cNvPr>
            <p:cNvSpPr>
              <a:spLocks noChangeArrowheads="1"/>
            </p:cNvSpPr>
            <p:nvPr/>
          </p:nvSpPr>
          <p:spPr bwMode="auto">
            <a:xfrm>
              <a:off x="172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 name="Rectangle 114">
              <a:extLst>
                <a:ext uri="{FF2B5EF4-FFF2-40B4-BE49-F238E27FC236}">
                  <a16:creationId xmlns:a16="http://schemas.microsoft.com/office/drawing/2014/main" id="{E51AE69B-0DA6-33AC-BC7D-4D380F807CDF}"/>
                </a:ext>
              </a:extLst>
            </p:cNvPr>
            <p:cNvSpPr>
              <a:spLocks noChangeArrowheads="1"/>
            </p:cNvSpPr>
            <p:nvPr/>
          </p:nvSpPr>
          <p:spPr bwMode="auto">
            <a:xfrm>
              <a:off x="172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0" name="Rectangle 115">
              <a:extLst>
                <a:ext uri="{FF2B5EF4-FFF2-40B4-BE49-F238E27FC236}">
                  <a16:creationId xmlns:a16="http://schemas.microsoft.com/office/drawing/2014/main" id="{867EB3A4-7327-0690-18F9-EE8E748F2A3F}"/>
                </a:ext>
              </a:extLst>
            </p:cNvPr>
            <p:cNvSpPr>
              <a:spLocks noChangeArrowheads="1"/>
            </p:cNvSpPr>
            <p:nvPr/>
          </p:nvSpPr>
          <p:spPr bwMode="auto">
            <a:xfrm>
              <a:off x="172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1" name="Rectangle 116">
              <a:extLst>
                <a:ext uri="{FF2B5EF4-FFF2-40B4-BE49-F238E27FC236}">
                  <a16:creationId xmlns:a16="http://schemas.microsoft.com/office/drawing/2014/main" id="{E075A480-F9B1-651F-43EC-9EC489F40909}"/>
                </a:ext>
              </a:extLst>
            </p:cNvPr>
            <p:cNvSpPr>
              <a:spLocks noChangeArrowheads="1"/>
            </p:cNvSpPr>
            <p:nvPr/>
          </p:nvSpPr>
          <p:spPr bwMode="auto">
            <a:xfrm>
              <a:off x="172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2" name="Rectangle 117">
              <a:extLst>
                <a:ext uri="{FF2B5EF4-FFF2-40B4-BE49-F238E27FC236}">
                  <a16:creationId xmlns:a16="http://schemas.microsoft.com/office/drawing/2014/main" id="{B586A9DA-F0A6-56A6-2FB6-4B204DD4B12C}"/>
                </a:ext>
              </a:extLst>
            </p:cNvPr>
            <p:cNvSpPr>
              <a:spLocks noChangeArrowheads="1"/>
            </p:cNvSpPr>
            <p:nvPr/>
          </p:nvSpPr>
          <p:spPr bwMode="auto">
            <a:xfrm>
              <a:off x="172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3" name="Rectangle 118">
              <a:extLst>
                <a:ext uri="{FF2B5EF4-FFF2-40B4-BE49-F238E27FC236}">
                  <a16:creationId xmlns:a16="http://schemas.microsoft.com/office/drawing/2014/main" id="{8974AFEA-CFF4-BEFC-9F6A-6FF541F7A459}"/>
                </a:ext>
              </a:extLst>
            </p:cNvPr>
            <p:cNvSpPr>
              <a:spLocks noChangeArrowheads="1"/>
            </p:cNvSpPr>
            <p:nvPr/>
          </p:nvSpPr>
          <p:spPr bwMode="auto">
            <a:xfrm>
              <a:off x="172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4" name="Rectangle 119">
              <a:extLst>
                <a:ext uri="{FF2B5EF4-FFF2-40B4-BE49-F238E27FC236}">
                  <a16:creationId xmlns:a16="http://schemas.microsoft.com/office/drawing/2014/main" id="{BA96E2A4-D4A8-1645-3D4D-DB1F3F331F6A}"/>
                </a:ext>
              </a:extLst>
            </p:cNvPr>
            <p:cNvSpPr>
              <a:spLocks noChangeArrowheads="1"/>
            </p:cNvSpPr>
            <p:nvPr/>
          </p:nvSpPr>
          <p:spPr bwMode="auto">
            <a:xfrm>
              <a:off x="172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 name="Rectangle 120">
              <a:extLst>
                <a:ext uri="{FF2B5EF4-FFF2-40B4-BE49-F238E27FC236}">
                  <a16:creationId xmlns:a16="http://schemas.microsoft.com/office/drawing/2014/main" id="{EB2DF35D-54AA-F90D-AC3A-337C26D67EC9}"/>
                </a:ext>
              </a:extLst>
            </p:cNvPr>
            <p:cNvSpPr>
              <a:spLocks noChangeArrowheads="1"/>
            </p:cNvSpPr>
            <p:nvPr/>
          </p:nvSpPr>
          <p:spPr bwMode="auto">
            <a:xfrm>
              <a:off x="187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 name="Rectangle 121">
              <a:extLst>
                <a:ext uri="{FF2B5EF4-FFF2-40B4-BE49-F238E27FC236}">
                  <a16:creationId xmlns:a16="http://schemas.microsoft.com/office/drawing/2014/main" id="{E7F2A441-D624-7111-F216-45357AA944ED}"/>
                </a:ext>
              </a:extLst>
            </p:cNvPr>
            <p:cNvSpPr>
              <a:spLocks noChangeArrowheads="1"/>
            </p:cNvSpPr>
            <p:nvPr/>
          </p:nvSpPr>
          <p:spPr bwMode="auto">
            <a:xfrm>
              <a:off x="187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7" name="Rectangle 122">
              <a:extLst>
                <a:ext uri="{FF2B5EF4-FFF2-40B4-BE49-F238E27FC236}">
                  <a16:creationId xmlns:a16="http://schemas.microsoft.com/office/drawing/2014/main" id="{018731CC-DACE-08D0-8023-DEE4B855635A}"/>
                </a:ext>
              </a:extLst>
            </p:cNvPr>
            <p:cNvSpPr>
              <a:spLocks noChangeArrowheads="1"/>
            </p:cNvSpPr>
            <p:nvPr/>
          </p:nvSpPr>
          <p:spPr bwMode="auto">
            <a:xfrm>
              <a:off x="187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8" name="Rectangle 123">
              <a:extLst>
                <a:ext uri="{FF2B5EF4-FFF2-40B4-BE49-F238E27FC236}">
                  <a16:creationId xmlns:a16="http://schemas.microsoft.com/office/drawing/2014/main" id="{2C2A081F-6FDB-A32F-5766-20D9A766D483}"/>
                </a:ext>
              </a:extLst>
            </p:cNvPr>
            <p:cNvSpPr>
              <a:spLocks noChangeArrowheads="1"/>
            </p:cNvSpPr>
            <p:nvPr/>
          </p:nvSpPr>
          <p:spPr bwMode="auto">
            <a:xfrm>
              <a:off x="187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9" name="Rectangle 124">
              <a:extLst>
                <a:ext uri="{FF2B5EF4-FFF2-40B4-BE49-F238E27FC236}">
                  <a16:creationId xmlns:a16="http://schemas.microsoft.com/office/drawing/2014/main" id="{BFBB3BFE-4D2C-DD69-6292-4AF81F72863E}"/>
                </a:ext>
              </a:extLst>
            </p:cNvPr>
            <p:cNvSpPr>
              <a:spLocks noChangeArrowheads="1"/>
            </p:cNvSpPr>
            <p:nvPr/>
          </p:nvSpPr>
          <p:spPr bwMode="auto">
            <a:xfrm>
              <a:off x="187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0" name="Rectangle 125">
              <a:extLst>
                <a:ext uri="{FF2B5EF4-FFF2-40B4-BE49-F238E27FC236}">
                  <a16:creationId xmlns:a16="http://schemas.microsoft.com/office/drawing/2014/main" id="{0A9B1D9B-0E3E-8AE4-DB93-C94F8B693103}"/>
                </a:ext>
              </a:extLst>
            </p:cNvPr>
            <p:cNvSpPr>
              <a:spLocks noChangeArrowheads="1"/>
            </p:cNvSpPr>
            <p:nvPr/>
          </p:nvSpPr>
          <p:spPr bwMode="auto">
            <a:xfrm>
              <a:off x="187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1" name="Rectangle 126">
              <a:extLst>
                <a:ext uri="{FF2B5EF4-FFF2-40B4-BE49-F238E27FC236}">
                  <a16:creationId xmlns:a16="http://schemas.microsoft.com/office/drawing/2014/main" id="{00370FB2-E645-98D5-0142-5F927583F718}"/>
                </a:ext>
              </a:extLst>
            </p:cNvPr>
            <p:cNvSpPr>
              <a:spLocks noChangeArrowheads="1"/>
            </p:cNvSpPr>
            <p:nvPr/>
          </p:nvSpPr>
          <p:spPr bwMode="auto">
            <a:xfrm>
              <a:off x="187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2" name="Rectangle 127">
              <a:extLst>
                <a:ext uri="{FF2B5EF4-FFF2-40B4-BE49-F238E27FC236}">
                  <a16:creationId xmlns:a16="http://schemas.microsoft.com/office/drawing/2014/main" id="{72BA343B-FE2A-8DB3-0F3E-9E66B02BABA4}"/>
                </a:ext>
              </a:extLst>
            </p:cNvPr>
            <p:cNvSpPr>
              <a:spLocks noChangeArrowheads="1"/>
            </p:cNvSpPr>
            <p:nvPr/>
          </p:nvSpPr>
          <p:spPr bwMode="auto">
            <a:xfrm>
              <a:off x="187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 name="Rectangle 128">
              <a:extLst>
                <a:ext uri="{FF2B5EF4-FFF2-40B4-BE49-F238E27FC236}">
                  <a16:creationId xmlns:a16="http://schemas.microsoft.com/office/drawing/2014/main" id="{82D2481F-2D68-0EBC-6939-B5CC724F1DB5}"/>
                </a:ext>
              </a:extLst>
            </p:cNvPr>
            <p:cNvSpPr>
              <a:spLocks noChangeArrowheads="1"/>
            </p:cNvSpPr>
            <p:nvPr/>
          </p:nvSpPr>
          <p:spPr bwMode="auto">
            <a:xfrm>
              <a:off x="187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 name="Rectangle 129">
              <a:extLst>
                <a:ext uri="{FF2B5EF4-FFF2-40B4-BE49-F238E27FC236}">
                  <a16:creationId xmlns:a16="http://schemas.microsoft.com/office/drawing/2014/main" id="{D6F60332-F1F7-DE8C-2EA8-21480412EF87}"/>
                </a:ext>
              </a:extLst>
            </p:cNvPr>
            <p:cNvSpPr>
              <a:spLocks noChangeArrowheads="1"/>
            </p:cNvSpPr>
            <p:nvPr/>
          </p:nvSpPr>
          <p:spPr bwMode="auto">
            <a:xfrm>
              <a:off x="187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5" name="Rectangle 130">
              <a:extLst>
                <a:ext uri="{FF2B5EF4-FFF2-40B4-BE49-F238E27FC236}">
                  <a16:creationId xmlns:a16="http://schemas.microsoft.com/office/drawing/2014/main" id="{488C3D15-9FB2-8BBB-FDA7-0205141FA1B3}"/>
                </a:ext>
              </a:extLst>
            </p:cNvPr>
            <p:cNvSpPr>
              <a:spLocks noChangeArrowheads="1"/>
            </p:cNvSpPr>
            <p:nvPr/>
          </p:nvSpPr>
          <p:spPr bwMode="auto">
            <a:xfrm>
              <a:off x="201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 name="Rectangle 131">
              <a:extLst>
                <a:ext uri="{FF2B5EF4-FFF2-40B4-BE49-F238E27FC236}">
                  <a16:creationId xmlns:a16="http://schemas.microsoft.com/office/drawing/2014/main" id="{8F3AFDD3-EDB6-D1F8-2FB6-A5BF4EEE6DB4}"/>
                </a:ext>
              </a:extLst>
            </p:cNvPr>
            <p:cNvSpPr>
              <a:spLocks noChangeArrowheads="1"/>
            </p:cNvSpPr>
            <p:nvPr/>
          </p:nvSpPr>
          <p:spPr bwMode="auto">
            <a:xfrm>
              <a:off x="201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7" name="Rectangle 132">
              <a:extLst>
                <a:ext uri="{FF2B5EF4-FFF2-40B4-BE49-F238E27FC236}">
                  <a16:creationId xmlns:a16="http://schemas.microsoft.com/office/drawing/2014/main" id="{638B6B43-10C3-C59F-4166-D8D34A585F61}"/>
                </a:ext>
              </a:extLst>
            </p:cNvPr>
            <p:cNvSpPr>
              <a:spLocks noChangeArrowheads="1"/>
            </p:cNvSpPr>
            <p:nvPr/>
          </p:nvSpPr>
          <p:spPr bwMode="auto">
            <a:xfrm>
              <a:off x="201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8" name="Rectangle 133">
              <a:extLst>
                <a:ext uri="{FF2B5EF4-FFF2-40B4-BE49-F238E27FC236}">
                  <a16:creationId xmlns:a16="http://schemas.microsoft.com/office/drawing/2014/main" id="{EFC78326-CD35-EACE-BE6C-D8C2A5C20CFE}"/>
                </a:ext>
              </a:extLst>
            </p:cNvPr>
            <p:cNvSpPr>
              <a:spLocks noChangeArrowheads="1"/>
            </p:cNvSpPr>
            <p:nvPr/>
          </p:nvSpPr>
          <p:spPr bwMode="auto">
            <a:xfrm>
              <a:off x="201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9" name="Rectangle 134">
              <a:extLst>
                <a:ext uri="{FF2B5EF4-FFF2-40B4-BE49-F238E27FC236}">
                  <a16:creationId xmlns:a16="http://schemas.microsoft.com/office/drawing/2014/main" id="{517A3D78-B88B-D643-3CE4-AB7D80ED43E6}"/>
                </a:ext>
              </a:extLst>
            </p:cNvPr>
            <p:cNvSpPr>
              <a:spLocks noChangeArrowheads="1"/>
            </p:cNvSpPr>
            <p:nvPr/>
          </p:nvSpPr>
          <p:spPr bwMode="auto">
            <a:xfrm>
              <a:off x="201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 name="Rectangle 135">
              <a:extLst>
                <a:ext uri="{FF2B5EF4-FFF2-40B4-BE49-F238E27FC236}">
                  <a16:creationId xmlns:a16="http://schemas.microsoft.com/office/drawing/2014/main" id="{D83835E4-ECA6-4475-C670-CE7BD5900644}"/>
                </a:ext>
              </a:extLst>
            </p:cNvPr>
            <p:cNvSpPr>
              <a:spLocks noChangeArrowheads="1"/>
            </p:cNvSpPr>
            <p:nvPr/>
          </p:nvSpPr>
          <p:spPr bwMode="auto">
            <a:xfrm>
              <a:off x="201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1" name="Rectangle 136">
              <a:extLst>
                <a:ext uri="{FF2B5EF4-FFF2-40B4-BE49-F238E27FC236}">
                  <a16:creationId xmlns:a16="http://schemas.microsoft.com/office/drawing/2014/main" id="{3AA46978-DA6B-D345-AC03-E2DC64B85D23}"/>
                </a:ext>
              </a:extLst>
            </p:cNvPr>
            <p:cNvSpPr>
              <a:spLocks noChangeArrowheads="1"/>
            </p:cNvSpPr>
            <p:nvPr/>
          </p:nvSpPr>
          <p:spPr bwMode="auto">
            <a:xfrm>
              <a:off x="201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2" name="Rectangle 137">
              <a:extLst>
                <a:ext uri="{FF2B5EF4-FFF2-40B4-BE49-F238E27FC236}">
                  <a16:creationId xmlns:a16="http://schemas.microsoft.com/office/drawing/2014/main" id="{BD56C162-5438-4989-8BA1-BD876B3EA97A}"/>
                </a:ext>
              </a:extLst>
            </p:cNvPr>
            <p:cNvSpPr>
              <a:spLocks noChangeArrowheads="1"/>
            </p:cNvSpPr>
            <p:nvPr/>
          </p:nvSpPr>
          <p:spPr bwMode="auto">
            <a:xfrm>
              <a:off x="201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3" name="Rectangle 138">
              <a:extLst>
                <a:ext uri="{FF2B5EF4-FFF2-40B4-BE49-F238E27FC236}">
                  <a16:creationId xmlns:a16="http://schemas.microsoft.com/office/drawing/2014/main" id="{B364BC62-F81A-8232-37B6-409617C172B0}"/>
                </a:ext>
              </a:extLst>
            </p:cNvPr>
            <p:cNvSpPr>
              <a:spLocks noChangeArrowheads="1"/>
            </p:cNvSpPr>
            <p:nvPr/>
          </p:nvSpPr>
          <p:spPr bwMode="auto">
            <a:xfrm>
              <a:off x="201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4" name="Rectangle 139">
              <a:extLst>
                <a:ext uri="{FF2B5EF4-FFF2-40B4-BE49-F238E27FC236}">
                  <a16:creationId xmlns:a16="http://schemas.microsoft.com/office/drawing/2014/main" id="{D59787A5-D02D-8F1B-A686-AD1D0F11DEFE}"/>
                </a:ext>
              </a:extLst>
            </p:cNvPr>
            <p:cNvSpPr>
              <a:spLocks noChangeArrowheads="1"/>
            </p:cNvSpPr>
            <p:nvPr/>
          </p:nvSpPr>
          <p:spPr bwMode="auto">
            <a:xfrm>
              <a:off x="201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5" name="Rectangle 140">
              <a:extLst>
                <a:ext uri="{FF2B5EF4-FFF2-40B4-BE49-F238E27FC236}">
                  <a16:creationId xmlns:a16="http://schemas.microsoft.com/office/drawing/2014/main" id="{C30DC41B-B443-8702-065F-13B7E40E26D2}"/>
                </a:ext>
              </a:extLst>
            </p:cNvPr>
            <p:cNvSpPr>
              <a:spLocks noChangeArrowheads="1"/>
            </p:cNvSpPr>
            <p:nvPr/>
          </p:nvSpPr>
          <p:spPr bwMode="auto">
            <a:xfrm>
              <a:off x="216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6" name="Rectangle 141">
              <a:extLst>
                <a:ext uri="{FF2B5EF4-FFF2-40B4-BE49-F238E27FC236}">
                  <a16:creationId xmlns:a16="http://schemas.microsoft.com/office/drawing/2014/main" id="{DF9F5F3D-6464-5832-1963-59AA6D641476}"/>
                </a:ext>
              </a:extLst>
            </p:cNvPr>
            <p:cNvSpPr>
              <a:spLocks noChangeArrowheads="1"/>
            </p:cNvSpPr>
            <p:nvPr/>
          </p:nvSpPr>
          <p:spPr bwMode="auto">
            <a:xfrm>
              <a:off x="216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7" name="Rectangle 142">
              <a:extLst>
                <a:ext uri="{FF2B5EF4-FFF2-40B4-BE49-F238E27FC236}">
                  <a16:creationId xmlns:a16="http://schemas.microsoft.com/office/drawing/2014/main" id="{8304F9E3-3262-7CFC-7CE0-9B01A9DA4A9D}"/>
                </a:ext>
              </a:extLst>
            </p:cNvPr>
            <p:cNvSpPr>
              <a:spLocks noChangeArrowheads="1"/>
            </p:cNvSpPr>
            <p:nvPr/>
          </p:nvSpPr>
          <p:spPr bwMode="auto">
            <a:xfrm>
              <a:off x="216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8" name="Rectangle 143">
              <a:extLst>
                <a:ext uri="{FF2B5EF4-FFF2-40B4-BE49-F238E27FC236}">
                  <a16:creationId xmlns:a16="http://schemas.microsoft.com/office/drawing/2014/main" id="{227998CB-56AD-F1AA-5DDF-CBCBBAED542E}"/>
                </a:ext>
              </a:extLst>
            </p:cNvPr>
            <p:cNvSpPr>
              <a:spLocks noChangeArrowheads="1"/>
            </p:cNvSpPr>
            <p:nvPr/>
          </p:nvSpPr>
          <p:spPr bwMode="auto">
            <a:xfrm>
              <a:off x="216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9" name="Rectangle 144">
              <a:extLst>
                <a:ext uri="{FF2B5EF4-FFF2-40B4-BE49-F238E27FC236}">
                  <a16:creationId xmlns:a16="http://schemas.microsoft.com/office/drawing/2014/main" id="{47F5F928-6135-6368-0BE3-EC868926F6C4}"/>
                </a:ext>
              </a:extLst>
            </p:cNvPr>
            <p:cNvSpPr>
              <a:spLocks noChangeArrowheads="1"/>
            </p:cNvSpPr>
            <p:nvPr/>
          </p:nvSpPr>
          <p:spPr bwMode="auto">
            <a:xfrm>
              <a:off x="216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0" name="Rectangle 145">
              <a:extLst>
                <a:ext uri="{FF2B5EF4-FFF2-40B4-BE49-F238E27FC236}">
                  <a16:creationId xmlns:a16="http://schemas.microsoft.com/office/drawing/2014/main" id="{7168F51B-F764-F83A-1FA9-07115552B27A}"/>
                </a:ext>
              </a:extLst>
            </p:cNvPr>
            <p:cNvSpPr>
              <a:spLocks noChangeArrowheads="1"/>
            </p:cNvSpPr>
            <p:nvPr/>
          </p:nvSpPr>
          <p:spPr bwMode="auto">
            <a:xfrm>
              <a:off x="216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1" name="Rectangle 146">
              <a:extLst>
                <a:ext uri="{FF2B5EF4-FFF2-40B4-BE49-F238E27FC236}">
                  <a16:creationId xmlns:a16="http://schemas.microsoft.com/office/drawing/2014/main" id="{CB846367-B11F-770A-4E8B-EA1320805262}"/>
                </a:ext>
              </a:extLst>
            </p:cNvPr>
            <p:cNvSpPr>
              <a:spLocks noChangeArrowheads="1"/>
            </p:cNvSpPr>
            <p:nvPr/>
          </p:nvSpPr>
          <p:spPr bwMode="auto">
            <a:xfrm>
              <a:off x="216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 name="Rectangle 147">
              <a:extLst>
                <a:ext uri="{FF2B5EF4-FFF2-40B4-BE49-F238E27FC236}">
                  <a16:creationId xmlns:a16="http://schemas.microsoft.com/office/drawing/2014/main" id="{8BD4282A-0312-5E22-C6C6-EFC185FAF76B}"/>
                </a:ext>
              </a:extLst>
            </p:cNvPr>
            <p:cNvSpPr>
              <a:spLocks noChangeArrowheads="1"/>
            </p:cNvSpPr>
            <p:nvPr/>
          </p:nvSpPr>
          <p:spPr bwMode="auto">
            <a:xfrm>
              <a:off x="216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 name="Rectangle 148">
              <a:extLst>
                <a:ext uri="{FF2B5EF4-FFF2-40B4-BE49-F238E27FC236}">
                  <a16:creationId xmlns:a16="http://schemas.microsoft.com/office/drawing/2014/main" id="{5BC28BE5-F0BB-C87D-F246-A10134614797}"/>
                </a:ext>
              </a:extLst>
            </p:cNvPr>
            <p:cNvSpPr>
              <a:spLocks noChangeArrowheads="1"/>
            </p:cNvSpPr>
            <p:nvPr/>
          </p:nvSpPr>
          <p:spPr bwMode="auto">
            <a:xfrm>
              <a:off x="216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4" name="Rectangle 149">
              <a:extLst>
                <a:ext uri="{FF2B5EF4-FFF2-40B4-BE49-F238E27FC236}">
                  <a16:creationId xmlns:a16="http://schemas.microsoft.com/office/drawing/2014/main" id="{7779F569-CAED-021A-DBC2-E45056DE0212}"/>
                </a:ext>
              </a:extLst>
            </p:cNvPr>
            <p:cNvSpPr>
              <a:spLocks noChangeArrowheads="1"/>
            </p:cNvSpPr>
            <p:nvPr/>
          </p:nvSpPr>
          <p:spPr bwMode="auto">
            <a:xfrm>
              <a:off x="216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05" name="TextBox 104">
            <a:extLst>
              <a:ext uri="{FF2B5EF4-FFF2-40B4-BE49-F238E27FC236}">
                <a16:creationId xmlns:a16="http://schemas.microsoft.com/office/drawing/2014/main" id="{54737B95-30AD-47D7-E400-8206EF73A671}"/>
              </a:ext>
            </a:extLst>
          </p:cNvPr>
          <p:cNvSpPr txBox="1"/>
          <p:nvPr/>
        </p:nvSpPr>
        <p:spPr>
          <a:xfrm>
            <a:off x="852736" y="3723026"/>
            <a:ext cx="2304256" cy="400110"/>
          </a:xfrm>
          <a:prstGeom prst="rect">
            <a:avLst/>
          </a:prstGeom>
          <a:noFill/>
        </p:spPr>
        <p:txBody>
          <a:bodyPr wrap="square" rtlCol="0">
            <a:spAutoFit/>
          </a:bodyPr>
          <a:lstStyle/>
          <a:p>
            <a:r>
              <a:rPr lang="en-US" sz="2000" b="1" dirty="0"/>
              <a:t>Shade 1% </a:t>
            </a:r>
            <a:endParaRPr lang="en-AU" sz="2000" b="1" dirty="0"/>
          </a:p>
        </p:txBody>
      </p:sp>
      <p:grpSp>
        <p:nvGrpSpPr>
          <p:cNvPr id="106" name="Group 165">
            <a:extLst>
              <a:ext uri="{FF2B5EF4-FFF2-40B4-BE49-F238E27FC236}">
                <a16:creationId xmlns:a16="http://schemas.microsoft.com/office/drawing/2014/main" id="{00723F40-AEDE-E55D-DE16-0AAD966BB5CE}"/>
              </a:ext>
            </a:extLst>
          </p:cNvPr>
          <p:cNvGrpSpPr>
            <a:grpSpLocks/>
          </p:cNvGrpSpPr>
          <p:nvPr/>
        </p:nvGrpSpPr>
        <p:grpSpPr bwMode="auto">
          <a:xfrm>
            <a:off x="6233864" y="4419998"/>
            <a:ext cx="2286000" cy="2286000"/>
            <a:chOff x="864" y="2400"/>
            <a:chExt cx="1440" cy="1440"/>
          </a:xfrm>
        </p:grpSpPr>
        <p:sp>
          <p:nvSpPr>
            <p:cNvPr id="108" name="Rectangle 51">
              <a:extLst>
                <a:ext uri="{FF2B5EF4-FFF2-40B4-BE49-F238E27FC236}">
                  <a16:creationId xmlns:a16="http://schemas.microsoft.com/office/drawing/2014/main" id="{0F337908-6C65-6F4B-C38D-E4B17A3F423F}"/>
                </a:ext>
              </a:extLst>
            </p:cNvPr>
            <p:cNvSpPr>
              <a:spLocks noChangeArrowheads="1"/>
            </p:cNvSpPr>
            <p:nvPr/>
          </p:nvSpPr>
          <p:spPr bwMode="auto">
            <a:xfrm>
              <a:off x="86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9" name="Rectangle 52">
              <a:extLst>
                <a:ext uri="{FF2B5EF4-FFF2-40B4-BE49-F238E27FC236}">
                  <a16:creationId xmlns:a16="http://schemas.microsoft.com/office/drawing/2014/main" id="{E3340223-CE2E-6933-6F1F-C8B7AD2A7DC7}"/>
                </a:ext>
              </a:extLst>
            </p:cNvPr>
            <p:cNvSpPr>
              <a:spLocks noChangeArrowheads="1"/>
            </p:cNvSpPr>
            <p:nvPr/>
          </p:nvSpPr>
          <p:spPr bwMode="auto">
            <a:xfrm>
              <a:off x="86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0" name="Rectangle 53">
              <a:extLst>
                <a:ext uri="{FF2B5EF4-FFF2-40B4-BE49-F238E27FC236}">
                  <a16:creationId xmlns:a16="http://schemas.microsoft.com/office/drawing/2014/main" id="{55985D62-A467-ED21-A585-C4567D2BCB67}"/>
                </a:ext>
              </a:extLst>
            </p:cNvPr>
            <p:cNvSpPr>
              <a:spLocks noChangeArrowheads="1"/>
            </p:cNvSpPr>
            <p:nvPr/>
          </p:nvSpPr>
          <p:spPr bwMode="auto">
            <a:xfrm>
              <a:off x="86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1" name="Rectangle 54">
              <a:extLst>
                <a:ext uri="{FF2B5EF4-FFF2-40B4-BE49-F238E27FC236}">
                  <a16:creationId xmlns:a16="http://schemas.microsoft.com/office/drawing/2014/main" id="{AF1B42AF-0164-8047-EA02-35735E34195B}"/>
                </a:ext>
              </a:extLst>
            </p:cNvPr>
            <p:cNvSpPr>
              <a:spLocks noChangeArrowheads="1"/>
            </p:cNvSpPr>
            <p:nvPr/>
          </p:nvSpPr>
          <p:spPr bwMode="auto">
            <a:xfrm>
              <a:off x="86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2" name="Rectangle 55">
              <a:extLst>
                <a:ext uri="{FF2B5EF4-FFF2-40B4-BE49-F238E27FC236}">
                  <a16:creationId xmlns:a16="http://schemas.microsoft.com/office/drawing/2014/main" id="{9FF82C1D-B9AB-B1F2-FC16-721EFDA57F01}"/>
                </a:ext>
              </a:extLst>
            </p:cNvPr>
            <p:cNvSpPr>
              <a:spLocks noChangeArrowheads="1"/>
            </p:cNvSpPr>
            <p:nvPr/>
          </p:nvSpPr>
          <p:spPr bwMode="auto">
            <a:xfrm>
              <a:off x="86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3" name="Rectangle 56">
              <a:extLst>
                <a:ext uri="{FF2B5EF4-FFF2-40B4-BE49-F238E27FC236}">
                  <a16:creationId xmlns:a16="http://schemas.microsoft.com/office/drawing/2014/main" id="{A6484F5E-7CA3-B069-94E6-935598CA6420}"/>
                </a:ext>
              </a:extLst>
            </p:cNvPr>
            <p:cNvSpPr>
              <a:spLocks noChangeArrowheads="1"/>
            </p:cNvSpPr>
            <p:nvPr/>
          </p:nvSpPr>
          <p:spPr bwMode="auto">
            <a:xfrm>
              <a:off x="86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4" name="Rectangle 57">
              <a:extLst>
                <a:ext uri="{FF2B5EF4-FFF2-40B4-BE49-F238E27FC236}">
                  <a16:creationId xmlns:a16="http://schemas.microsoft.com/office/drawing/2014/main" id="{0A74D238-D5BE-48B4-4F70-0CE73A515BEA}"/>
                </a:ext>
              </a:extLst>
            </p:cNvPr>
            <p:cNvSpPr>
              <a:spLocks noChangeArrowheads="1"/>
            </p:cNvSpPr>
            <p:nvPr/>
          </p:nvSpPr>
          <p:spPr bwMode="auto">
            <a:xfrm>
              <a:off x="86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5" name="Rectangle 58">
              <a:extLst>
                <a:ext uri="{FF2B5EF4-FFF2-40B4-BE49-F238E27FC236}">
                  <a16:creationId xmlns:a16="http://schemas.microsoft.com/office/drawing/2014/main" id="{63A179B7-948E-C6A5-B68E-D2F4FE8CD70B}"/>
                </a:ext>
              </a:extLst>
            </p:cNvPr>
            <p:cNvSpPr>
              <a:spLocks noChangeArrowheads="1"/>
            </p:cNvSpPr>
            <p:nvPr/>
          </p:nvSpPr>
          <p:spPr bwMode="auto">
            <a:xfrm>
              <a:off x="86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6" name="Rectangle 59">
              <a:extLst>
                <a:ext uri="{FF2B5EF4-FFF2-40B4-BE49-F238E27FC236}">
                  <a16:creationId xmlns:a16="http://schemas.microsoft.com/office/drawing/2014/main" id="{E7D5BFD1-705B-EFC8-DD38-0A3F35F0519B}"/>
                </a:ext>
              </a:extLst>
            </p:cNvPr>
            <p:cNvSpPr>
              <a:spLocks noChangeArrowheads="1"/>
            </p:cNvSpPr>
            <p:nvPr/>
          </p:nvSpPr>
          <p:spPr bwMode="auto">
            <a:xfrm>
              <a:off x="86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7" name="Rectangle 60">
              <a:extLst>
                <a:ext uri="{FF2B5EF4-FFF2-40B4-BE49-F238E27FC236}">
                  <a16:creationId xmlns:a16="http://schemas.microsoft.com/office/drawing/2014/main" id="{9E6163F3-2A48-8F0D-6F26-B2F9AB2ACB58}"/>
                </a:ext>
              </a:extLst>
            </p:cNvPr>
            <p:cNvSpPr>
              <a:spLocks noChangeArrowheads="1"/>
            </p:cNvSpPr>
            <p:nvPr/>
          </p:nvSpPr>
          <p:spPr bwMode="auto">
            <a:xfrm>
              <a:off x="100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8" name="Rectangle 61">
              <a:extLst>
                <a:ext uri="{FF2B5EF4-FFF2-40B4-BE49-F238E27FC236}">
                  <a16:creationId xmlns:a16="http://schemas.microsoft.com/office/drawing/2014/main" id="{0329DF6D-009E-DABD-01BB-C6450F032CC3}"/>
                </a:ext>
              </a:extLst>
            </p:cNvPr>
            <p:cNvSpPr>
              <a:spLocks noChangeArrowheads="1"/>
            </p:cNvSpPr>
            <p:nvPr/>
          </p:nvSpPr>
          <p:spPr bwMode="auto">
            <a:xfrm>
              <a:off x="100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9" name="Rectangle 62">
              <a:extLst>
                <a:ext uri="{FF2B5EF4-FFF2-40B4-BE49-F238E27FC236}">
                  <a16:creationId xmlns:a16="http://schemas.microsoft.com/office/drawing/2014/main" id="{E5875F06-EBA8-3032-7563-A16767E31799}"/>
                </a:ext>
              </a:extLst>
            </p:cNvPr>
            <p:cNvSpPr>
              <a:spLocks noChangeArrowheads="1"/>
            </p:cNvSpPr>
            <p:nvPr/>
          </p:nvSpPr>
          <p:spPr bwMode="auto">
            <a:xfrm>
              <a:off x="100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0" name="Rectangle 63">
              <a:extLst>
                <a:ext uri="{FF2B5EF4-FFF2-40B4-BE49-F238E27FC236}">
                  <a16:creationId xmlns:a16="http://schemas.microsoft.com/office/drawing/2014/main" id="{3953EC09-59AA-4707-3273-32ED653C38FE}"/>
                </a:ext>
              </a:extLst>
            </p:cNvPr>
            <p:cNvSpPr>
              <a:spLocks noChangeArrowheads="1"/>
            </p:cNvSpPr>
            <p:nvPr/>
          </p:nvSpPr>
          <p:spPr bwMode="auto">
            <a:xfrm>
              <a:off x="100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1" name="Rectangle 64">
              <a:extLst>
                <a:ext uri="{FF2B5EF4-FFF2-40B4-BE49-F238E27FC236}">
                  <a16:creationId xmlns:a16="http://schemas.microsoft.com/office/drawing/2014/main" id="{B2E78828-A65F-EA47-CCA2-BAD4CF36B109}"/>
                </a:ext>
              </a:extLst>
            </p:cNvPr>
            <p:cNvSpPr>
              <a:spLocks noChangeArrowheads="1"/>
            </p:cNvSpPr>
            <p:nvPr/>
          </p:nvSpPr>
          <p:spPr bwMode="auto">
            <a:xfrm>
              <a:off x="100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 name="Rectangle 65">
              <a:extLst>
                <a:ext uri="{FF2B5EF4-FFF2-40B4-BE49-F238E27FC236}">
                  <a16:creationId xmlns:a16="http://schemas.microsoft.com/office/drawing/2014/main" id="{C5C7CD40-2732-A4AF-1464-0F38DABB52AE}"/>
                </a:ext>
              </a:extLst>
            </p:cNvPr>
            <p:cNvSpPr>
              <a:spLocks noChangeArrowheads="1"/>
            </p:cNvSpPr>
            <p:nvPr/>
          </p:nvSpPr>
          <p:spPr bwMode="auto">
            <a:xfrm>
              <a:off x="100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 name="Rectangle 66">
              <a:extLst>
                <a:ext uri="{FF2B5EF4-FFF2-40B4-BE49-F238E27FC236}">
                  <a16:creationId xmlns:a16="http://schemas.microsoft.com/office/drawing/2014/main" id="{91D33C9D-AD0F-AE91-D217-B043C5B030AA}"/>
                </a:ext>
              </a:extLst>
            </p:cNvPr>
            <p:cNvSpPr>
              <a:spLocks noChangeArrowheads="1"/>
            </p:cNvSpPr>
            <p:nvPr/>
          </p:nvSpPr>
          <p:spPr bwMode="auto">
            <a:xfrm>
              <a:off x="100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4" name="Rectangle 67">
              <a:extLst>
                <a:ext uri="{FF2B5EF4-FFF2-40B4-BE49-F238E27FC236}">
                  <a16:creationId xmlns:a16="http://schemas.microsoft.com/office/drawing/2014/main" id="{13E55F55-316D-0F17-C6D6-F6D0AFD054BB}"/>
                </a:ext>
              </a:extLst>
            </p:cNvPr>
            <p:cNvSpPr>
              <a:spLocks noChangeArrowheads="1"/>
            </p:cNvSpPr>
            <p:nvPr/>
          </p:nvSpPr>
          <p:spPr bwMode="auto">
            <a:xfrm>
              <a:off x="100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5" name="Rectangle 68">
              <a:extLst>
                <a:ext uri="{FF2B5EF4-FFF2-40B4-BE49-F238E27FC236}">
                  <a16:creationId xmlns:a16="http://schemas.microsoft.com/office/drawing/2014/main" id="{753070A7-E17E-E358-FB58-A0922013F8F1}"/>
                </a:ext>
              </a:extLst>
            </p:cNvPr>
            <p:cNvSpPr>
              <a:spLocks noChangeArrowheads="1"/>
            </p:cNvSpPr>
            <p:nvPr/>
          </p:nvSpPr>
          <p:spPr bwMode="auto">
            <a:xfrm>
              <a:off x="100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6" name="Rectangle 69">
              <a:extLst>
                <a:ext uri="{FF2B5EF4-FFF2-40B4-BE49-F238E27FC236}">
                  <a16:creationId xmlns:a16="http://schemas.microsoft.com/office/drawing/2014/main" id="{5627EDEF-279B-ADF5-2407-AC6911971A10}"/>
                </a:ext>
              </a:extLst>
            </p:cNvPr>
            <p:cNvSpPr>
              <a:spLocks noChangeArrowheads="1"/>
            </p:cNvSpPr>
            <p:nvPr/>
          </p:nvSpPr>
          <p:spPr bwMode="auto">
            <a:xfrm>
              <a:off x="100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7" name="Rectangle 70">
              <a:extLst>
                <a:ext uri="{FF2B5EF4-FFF2-40B4-BE49-F238E27FC236}">
                  <a16:creationId xmlns:a16="http://schemas.microsoft.com/office/drawing/2014/main" id="{56D90A47-4BE2-2FAD-49A8-5FD28F10AC5C}"/>
                </a:ext>
              </a:extLst>
            </p:cNvPr>
            <p:cNvSpPr>
              <a:spLocks noChangeArrowheads="1"/>
            </p:cNvSpPr>
            <p:nvPr/>
          </p:nvSpPr>
          <p:spPr bwMode="auto">
            <a:xfrm>
              <a:off x="115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8" name="Rectangle 71">
              <a:extLst>
                <a:ext uri="{FF2B5EF4-FFF2-40B4-BE49-F238E27FC236}">
                  <a16:creationId xmlns:a16="http://schemas.microsoft.com/office/drawing/2014/main" id="{D9A376F3-EC9B-C84D-51A1-8917A7891656}"/>
                </a:ext>
              </a:extLst>
            </p:cNvPr>
            <p:cNvSpPr>
              <a:spLocks noChangeArrowheads="1"/>
            </p:cNvSpPr>
            <p:nvPr/>
          </p:nvSpPr>
          <p:spPr bwMode="auto">
            <a:xfrm>
              <a:off x="115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 name="Rectangle 72">
              <a:extLst>
                <a:ext uri="{FF2B5EF4-FFF2-40B4-BE49-F238E27FC236}">
                  <a16:creationId xmlns:a16="http://schemas.microsoft.com/office/drawing/2014/main" id="{8850A823-B647-00CF-F944-7D647B35FDD1}"/>
                </a:ext>
              </a:extLst>
            </p:cNvPr>
            <p:cNvSpPr>
              <a:spLocks noChangeArrowheads="1"/>
            </p:cNvSpPr>
            <p:nvPr/>
          </p:nvSpPr>
          <p:spPr bwMode="auto">
            <a:xfrm>
              <a:off x="115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0" name="Rectangle 73">
              <a:extLst>
                <a:ext uri="{FF2B5EF4-FFF2-40B4-BE49-F238E27FC236}">
                  <a16:creationId xmlns:a16="http://schemas.microsoft.com/office/drawing/2014/main" id="{41AD61FE-78F4-96DD-994C-916FFE5712DC}"/>
                </a:ext>
              </a:extLst>
            </p:cNvPr>
            <p:cNvSpPr>
              <a:spLocks noChangeArrowheads="1"/>
            </p:cNvSpPr>
            <p:nvPr/>
          </p:nvSpPr>
          <p:spPr bwMode="auto">
            <a:xfrm>
              <a:off x="115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1" name="Rectangle 74">
              <a:extLst>
                <a:ext uri="{FF2B5EF4-FFF2-40B4-BE49-F238E27FC236}">
                  <a16:creationId xmlns:a16="http://schemas.microsoft.com/office/drawing/2014/main" id="{2751DD8B-08AD-94D8-29DC-FFBD100C8CD5}"/>
                </a:ext>
              </a:extLst>
            </p:cNvPr>
            <p:cNvSpPr>
              <a:spLocks noChangeArrowheads="1"/>
            </p:cNvSpPr>
            <p:nvPr/>
          </p:nvSpPr>
          <p:spPr bwMode="auto">
            <a:xfrm>
              <a:off x="115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2" name="Rectangle 75">
              <a:extLst>
                <a:ext uri="{FF2B5EF4-FFF2-40B4-BE49-F238E27FC236}">
                  <a16:creationId xmlns:a16="http://schemas.microsoft.com/office/drawing/2014/main" id="{D1E98DB5-9C37-DE39-3DFB-659511F8D2E3}"/>
                </a:ext>
              </a:extLst>
            </p:cNvPr>
            <p:cNvSpPr>
              <a:spLocks noChangeArrowheads="1"/>
            </p:cNvSpPr>
            <p:nvPr/>
          </p:nvSpPr>
          <p:spPr bwMode="auto">
            <a:xfrm>
              <a:off x="115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3" name="Rectangle 76">
              <a:extLst>
                <a:ext uri="{FF2B5EF4-FFF2-40B4-BE49-F238E27FC236}">
                  <a16:creationId xmlns:a16="http://schemas.microsoft.com/office/drawing/2014/main" id="{A997EEB9-BABE-A2C7-3710-FDD040DBC334}"/>
                </a:ext>
              </a:extLst>
            </p:cNvPr>
            <p:cNvSpPr>
              <a:spLocks noChangeArrowheads="1"/>
            </p:cNvSpPr>
            <p:nvPr/>
          </p:nvSpPr>
          <p:spPr bwMode="auto">
            <a:xfrm>
              <a:off x="115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4" name="Rectangle 77">
              <a:extLst>
                <a:ext uri="{FF2B5EF4-FFF2-40B4-BE49-F238E27FC236}">
                  <a16:creationId xmlns:a16="http://schemas.microsoft.com/office/drawing/2014/main" id="{3D5AAE62-6CF0-448B-9252-52BA05C8379D}"/>
                </a:ext>
              </a:extLst>
            </p:cNvPr>
            <p:cNvSpPr>
              <a:spLocks noChangeArrowheads="1"/>
            </p:cNvSpPr>
            <p:nvPr/>
          </p:nvSpPr>
          <p:spPr bwMode="auto">
            <a:xfrm>
              <a:off x="115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5" name="Rectangle 78">
              <a:extLst>
                <a:ext uri="{FF2B5EF4-FFF2-40B4-BE49-F238E27FC236}">
                  <a16:creationId xmlns:a16="http://schemas.microsoft.com/office/drawing/2014/main" id="{10328F29-D28D-21AC-B7C5-28447387EE87}"/>
                </a:ext>
              </a:extLst>
            </p:cNvPr>
            <p:cNvSpPr>
              <a:spLocks noChangeArrowheads="1"/>
            </p:cNvSpPr>
            <p:nvPr/>
          </p:nvSpPr>
          <p:spPr bwMode="auto">
            <a:xfrm>
              <a:off x="115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6" name="Rectangle 79">
              <a:extLst>
                <a:ext uri="{FF2B5EF4-FFF2-40B4-BE49-F238E27FC236}">
                  <a16:creationId xmlns:a16="http://schemas.microsoft.com/office/drawing/2014/main" id="{1669445E-5621-385F-9E01-E177F2D551F1}"/>
                </a:ext>
              </a:extLst>
            </p:cNvPr>
            <p:cNvSpPr>
              <a:spLocks noChangeArrowheads="1"/>
            </p:cNvSpPr>
            <p:nvPr/>
          </p:nvSpPr>
          <p:spPr bwMode="auto">
            <a:xfrm>
              <a:off x="115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7" name="Rectangle 80">
              <a:extLst>
                <a:ext uri="{FF2B5EF4-FFF2-40B4-BE49-F238E27FC236}">
                  <a16:creationId xmlns:a16="http://schemas.microsoft.com/office/drawing/2014/main" id="{66DD6FBE-FF67-5A70-6FE2-3E4487FCF7A3}"/>
                </a:ext>
              </a:extLst>
            </p:cNvPr>
            <p:cNvSpPr>
              <a:spLocks noChangeArrowheads="1"/>
            </p:cNvSpPr>
            <p:nvPr/>
          </p:nvSpPr>
          <p:spPr bwMode="auto">
            <a:xfrm>
              <a:off x="129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8" name="Rectangle 81">
              <a:extLst>
                <a:ext uri="{FF2B5EF4-FFF2-40B4-BE49-F238E27FC236}">
                  <a16:creationId xmlns:a16="http://schemas.microsoft.com/office/drawing/2014/main" id="{B7034CAD-8DCA-6E7F-5A4F-B4DD27D84B19}"/>
                </a:ext>
              </a:extLst>
            </p:cNvPr>
            <p:cNvSpPr>
              <a:spLocks noChangeArrowheads="1"/>
            </p:cNvSpPr>
            <p:nvPr/>
          </p:nvSpPr>
          <p:spPr bwMode="auto">
            <a:xfrm>
              <a:off x="129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9" name="Rectangle 82">
              <a:extLst>
                <a:ext uri="{FF2B5EF4-FFF2-40B4-BE49-F238E27FC236}">
                  <a16:creationId xmlns:a16="http://schemas.microsoft.com/office/drawing/2014/main" id="{C6CB7369-089F-D83E-C94D-37719298B817}"/>
                </a:ext>
              </a:extLst>
            </p:cNvPr>
            <p:cNvSpPr>
              <a:spLocks noChangeArrowheads="1"/>
            </p:cNvSpPr>
            <p:nvPr/>
          </p:nvSpPr>
          <p:spPr bwMode="auto">
            <a:xfrm>
              <a:off x="129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 name="Rectangle 83">
              <a:extLst>
                <a:ext uri="{FF2B5EF4-FFF2-40B4-BE49-F238E27FC236}">
                  <a16:creationId xmlns:a16="http://schemas.microsoft.com/office/drawing/2014/main" id="{43854CF9-3A68-F912-56A1-363D5BD73C40}"/>
                </a:ext>
              </a:extLst>
            </p:cNvPr>
            <p:cNvSpPr>
              <a:spLocks noChangeArrowheads="1"/>
            </p:cNvSpPr>
            <p:nvPr/>
          </p:nvSpPr>
          <p:spPr bwMode="auto">
            <a:xfrm>
              <a:off x="129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 name="Rectangle 84">
              <a:extLst>
                <a:ext uri="{FF2B5EF4-FFF2-40B4-BE49-F238E27FC236}">
                  <a16:creationId xmlns:a16="http://schemas.microsoft.com/office/drawing/2014/main" id="{8FC6BAAB-5C5C-756E-0FD5-9361E2294EA9}"/>
                </a:ext>
              </a:extLst>
            </p:cNvPr>
            <p:cNvSpPr>
              <a:spLocks noChangeArrowheads="1"/>
            </p:cNvSpPr>
            <p:nvPr/>
          </p:nvSpPr>
          <p:spPr bwMode="auto">
            <a:xfrm>
              <a:off x="129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2" name="Rectangle 85">
              <a:extLst>
                <a:ext uri="{FF2B5EF4-FFF2-40B4-BE49-F238E27FC236}">
                  <a16:creationId xmlns:a16="http://schemas.microsoft.com/office/drawing/2014/main" id="{F86DB6CA-1583-4A72-8742-0382B0DB453F}"/>
                </a:ext>
              </a:extLst>
            </p:cNvPr>
            <p:cNvSpPr>
              <a:spLocks noChangeArrowheads="1"/>
            </p:cNvSpPr>
            <p:nvPr/>
          </p:nvSpPr>
          <p:spPr bwMode="auto">
            <a:xfrm>
              <a:off x="129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 name="Rectangle 86">
              <a:extLst>
                <a:ext uri="{FF2B5EF4-FFF2-40B4-BE49-F238E27FC236}">
                  <a16:creationId xmlns:a16="http://schemas.microsoft.com/office/drawing/2014/main" id="{4E9B0723-742C-584D-AC14-EA069EB1976D}"/>
                </a:ext>
              </a:extLst>
            </p:cNvPr>
            <p:cNvSpPr>
              <a:spLocks noChangeArrowheads="1"/>
            </p:cNvSpPr>
            <p:nvPr/>
          </p:nvSpPr>
          <p:spPr bwMode="auto">
            <a:xfrm>
              <a:off x="129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4" name="Rectangle 87">
              <a:extLst>
                <a:ext uri="{FF2B5EF4-FFF2-40B4-BE49-F238E27FC236}">
                  <a16:creationId xmlns:a16="http://schemas.microsoft.com/office/drawing/2014/main" id="{2D4C63B0-0AD1-C2DD-E586-709A952CD499}"/>
                </a:ext>
              </a:extLst>
            </p:cNvPr>
            <p:cNvSpPr>
              <a:spLocks noChangeArrowheads="1"/>
            </p:cNvSpPr>
            <p:nvPr/>
          </p:nvSpPr>
          <p:spPr bwMode="auto">
            <a:xfrm>
              <a:off x="129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5" name="Rectangle 88">
              <a:extLst>
                <a:ext uri="{FF2B5EF4-FFF2-40B4-BE49-F238E27FC236}">
                  <a16:creationId xmlns:a16="http://schemas.microsoft.com/office/drawing/2014/main" id="{938FFC56-B375-8AA0-EE08-0DDC9A7F7BB8}"/>
                </a:ext>
              </a:extLst>
            </p:cNvPr>
            <p:cNvSpPr>
              <a:spLocks noChangeArrowheads="1"/>
            </p:cNvSpPr>
            <p:nvPr/>
          </p:nvSpPr>
          <p:spPr bwMode="auto">
            <a:xfrm>
              <a:off x="129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6" name="Rectangle 89">
              <a:extLst>
                <a:ext uri="{FF2B5EF4-FFF2-40B4-BE49-F238E27FC236}">
                  <a16:creationId xmlns:a16="http://schemas.microsoft.com/office/drawing/2014/main" id="{C9C753E3-01B9-7E35-203A-A0BDE2EEA6FD}"/>
                </a:ext>
              </a:extLst>
            </p:cNvPr>
            <p:cNvSpPr>
              <a:spLocks noChangeArrowheads="1"/>
            </p:cNvSpPr>
            <p:nvPr/>
          </p:nvSpPr>
          <p:spPr bwMode="auto">
            <a:xfrm>
              <a:off x="129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7" name="Rectangle 90">
              <a:extLst>
                <a:ext uri="{FF2B5EF4-FFF2-40B4-BE49-F238E27FC236}">
                  <a16:creationId xmlns:a16="http://schemas.microsoft.com/office/drawing/2014/main" id="{26C6513D-2BCD-9D12-46F4-E90E6E736A1B}"/>
                </a:ext>
              </a:extLst>
            </p:cNvPr>
            <p:cNvSpPr>
              <a:spLocks noChangeArrowheads="1"/>
            </p:cNvSpPr>
            <p:nvPr/>
          </p:nvSpPr>
          <p:spPr bwMode="auto">
            <a:xfrm>
              <a:off x="144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8" name="Rectangle 91">
              <a:extLst>
                <a:ext uri="{FF2B5EF4-FFF2-40B4-BE49-F238E27FC236}">
                  <a16:creationId xmlns:a16="http://schemas.microsoft.com/office/drawing/2014/main" id="{DDEB0959-4BE6-A734-D2DF-7A03CC9F09B7}"/>
                </a:ext>
              </a:extLst>
            </p:cNvPr>
            <p:cNvSpPr>
              <a:spLocks noChangeArrowheads="1"/>
            </p:cNvSpPr>
            <p:nvPr/>
          </p:nvSpPr>
          <p:spPr bwMode="auto">
            <a:xfrm>
              <a:off x="144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 name="Rectangle 92">
              <a:extLst>
                <a:ext uri="{FF2B5EF4-FFF2-40B4-BE49-F238E27FC236}">
                  <a16:creationId xmlns:a16="http://schemas.microsoft.com/office/drawing/2014/main" id="{561B2450-A47B-CEDC-A85D-B610A97F35D0}"/>
                </a:ext>
              </a:extLst>
            </p:cNvPr>
            <p:cNvSpPr>
              <a:spLocks noChangeArrowheads="1"/>
            </p:cNvSpPr>
            <p:nvPr/>
          </p:nvSpPr>
          <p:spPr bwMode="auto">
            <a:xfrm>
              <a:off x="144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0" name="Rectangle 93">
              <a:extLst>
                <a:ext uri="{FF2B5EF4-FFF2-40B4-BE49-F238E27FC236}">
                  <a16:creationId xmlns:a16="http://schemas.microsoft.com/office/drawing/2014/main" id="{9EC54B62-961C-8527-EC65-ECF10E69D7C9}"/>
                </a:ext>
              </a:extLst>
            </p:cNvPr>
            <p:cNvSpPr>
              <a:spLocks noChangeArrowheads="1"/>
            </p:cNvSpPr>
            <p:nvPr/>
          </p:nvSpPr>
          <p:spPr bwMode="auto">
            <a:xfrm>
              <a:off x="144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1" name="Rectangle 94">
              <a:extLst>
                <a:ext uri="{FF2B5EF4-FFF2-40B4-BE49-F238E27FC236}">
                  <a16:creationId xmlns:a16="http://schemas.microsoft.com/office/drawing/2014/main" id="{69444B37-6B68-8496-6B48-AA353418039C}"/>
                </a:ext>
              </a:extLst>
            </p:cNvPr>
            <p:cNvSpPr>
              <a:spLocks noChangeArrowheads="1"/>
            </p:cNvSpPr>
            <p:nvPr/>
          </p:nvSpPr>
          <p:spPr bwMode="auto">
            <a:xfrm>
              <a:off x="144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2" name="Rectangle 95">
              <a:extLst>
                <a:ext uri="{FF2B5EF4-FFF2-40B4-BE49-F238E27FC236}">
                  <a16:creationId xmlns:a16="http://schemas.microsoft.com/office/drawing/2014/main" id="{5721675C-AA4D-D815-2F43-BD615485B346}"/>
                </a:ext>
              </a:extLst>
            </p:cNvPr>
            <p:cNvSpPr>
              <a:spLocks noChangeArrowheads="1"/>
            </p:cNvSpPr>
            <p:nvPr/>
          </p:nvSpPr>
          <p:spPr bwMode="auto">
            <a:xfrm>
              <a:off x="144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 name="Rectangle 96">
              <a:extLst>
                <a:ext uri="{FF2B5EF4-FFF2-40B4-BE49-F238E27FC236}">
                  <a16:creationId xmlns:a16="http://schemas.microsoft.com/office/drawing/2014/main" id="{21B267FE-FD9A-5CE5-1789-E361A5DE253D}"/>
                </a:ext>
              </a:extLst>
            </p:cNvPr>
            <p:cNvSpPr>
              <a:spLocks noChangeArrowheads="1"/>
            </p:cNvSpPr>
            <p:nvPr/>
          </p:nvSpPr>
          <p:spPr bwMode="auto">
            <a:xfrm>
              <a:off x="144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4" name="Rectangle 97">
              <a:extLst>
                <a:ext uri="{FF2B5EF4-FFF2-40B4-BE49-F238E27FC236}">
                  <a16:creationId xmlns:a16="http://schemas.microsoft.com/office/drawing/2014/main" id="{3D1A2FF5-264C-B75F-9E3A-54DF1297C69D}"/>
                </a:ext>
              </a:extLst>
            </p:cNvPr>
            <p:cNvSpPr>
              <a:spLocks noChangeArrowheads="1"/>
            </p:cNvSpPr>
            <p:nvPr/>
          </p:nvSpPr>
          <p:spPr bwMode="auto">
            <a:xfrm>
              <a:off x="144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5" name="Rectangle 98">
              <a:extLst>
                <a:ext uri="{FF2B5EF4-FFF2-40B4-BE49-F238E27FC236}">
                  <a16:creationId xmlns:a16="http://schemas.microsoft.com/office/drawing/2014/main" id="{367A17F1-3D30-D618-603C-8C6837CBE7B8}"/>
                </a:ext>
              </a:extLst>
            </p:cNvPr>
            <p:cNvSpPr>
              <a:spLocks noChangeArrowheads="1"/>
            </p:cNvSpPr>
            <p:nvPr/>
          </p:nvSpPr>
          <p:spPr bwMode="auto">
            <a:xfrm>
              <a:off x="144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6" name="Rectangle 99">
              <a:extLst>
                <a:ext uri="{FF2B5EF4-FFF2-40B4-BE49-F238E27FC236}">
                  <a16:creationId xmlns:a16="http://schemas.microsoft.com/office/drawing/2014/main" id="{87577939-E77C-7120-90A3-C31E821A7D71}"/>
                </a:ext>
              </a:extLst>
            </p:cNvPr>
            <p:cNvSpPr>
              <a:spLocks noChangeArrowheads="1"/>
            </p:cNvSpPr>
            <p:nvPr/>
          </p:nvSpPr>
          <p:spPr bwMode="auto">
            <a:xfrm>
              <a:off x="144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7" name="Rectangle 100">
              <a:extLst>
                <a:ext uri="{FF2B5EF4-FFF2-40B4-BE49-F238E27FC236}">
                  <a16:creationId xmlns:a16="http://schemas.microsoft.com/office/drawing/2014/main" id="{84710C26-C418-F8A9-0B11-1F0FB2F863B5}"/>
                </a:ext>
              </a:extLst>
            </p:cNvPr>
            <p:cNvSpPr>
              <a:spLocks noChangeArrowheads="1"/>
            </p:cNvSpPr>
            <p:nvPr/>
          </p:nvSpPr>
          <p:spPr bwMode="auto">
            <a:xfrm>
              <a:off x="1584"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8" name="Rectangle 101">
              <a:extLst>
                <a:ext uri="{FF2B5EF4-FFF2-40B4-BE49-F238E27FC236}">
                  <a16:creationId xmlns:a16="http://schemas.microsoft.com/office/drawing/2014/main" id="{67E379BA-492B-FF58-A2BE-D491F85EE644}"/>
                </a:ext>
              </a:extLst>
            </p:cNvPr>
            <p:cNvSpPr>
              <a:spLocks noChangeArrowheads="1"/>
            </p:cNvSpPr>
            <p:nvPr/>
          </p:nvSpPr>
          <p:spPr bwMode="auto">
            <a:xfrm>
              <a:off x="1584"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 name="Rectangle 102">
              <a:extLst>
                <a:ext uri="{FF2B5EF4-FFF2-40B4-BE49-F238E27FC236}">
                  <a16:creationId xmlns:a16="http://schemas.microsoft.com/office/drawing/2014/main" id="{FEE679E1-A8F6-CEF5-5AEF-971F664F60DA}"/>
                </a:ext>
              </a:extLst>
            </p:cNvPr>
            <p:cNvSpPr>
              <a:spLocks noChangeArrowheads="1"/>
            </p:cNvSpPr>
            <p:nvPr/>
          </p:nvSpPr>
          <p:spPr bwMode="auto">
            <a:xfrm>
              <a:off x="1584"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0" name="Rectangle 103">
              <a:extLst>
                <a:ext uri="{FF2B5EF4-FFF2-40B4-BE49-F238E27FC236}">
                  <a16:creationId xmlns:a16="http://schemas.microsoft.com/office/drawing/2014/main" id="{BD68AF86-89DB-F727-1F28-BE7B0DD28DC3}"/>
                </a:ext>
              </a:extLst>
            </p:cNvPr>
            <p:cNvSpPr>
              <a:spLocks noChangeArrowheads="1"/>
            </p:cNvSpPr>
            <p:nvPr/>
          </p:nvSpPr>
          <p:spPr bwMode="auto">
            <a:xfrm>
              <a:off x="1584"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1" name="Rectangle 104">
              <a:extLst>
                <a:ext uri="{FF2B5EF4-FFF2-40B4-BE49-F238E27FC236}">
                  <a16:creationId xmlns:a16="http://schemas.microsoft.com/office/drawing/2014/main" id="{1CA11FEA-1397-C005-7186-8D5C4E698BE9}"/>
                </a:ext>
              </a:extLst>
            </p:cNvPr>
            <p:cNvSpPr>
              <a:spLocks noChangeArrowheads="1"/>
            </p:cNvSpPr>
            <p:nvPr/>
          </p:nvSpPr>
          <p:spPr bwMode="auto">
            <a:xfrm>
              <a:off x="1584"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2" name="Rectangle 105">
              <a:extLst>
                <a:ext uri="{FF2B5EF4-FFF2-40B4-BE49-F238E27FC236}">
                  <a16:creationId xmlns:a16="http://schemas.microsoft.com/office/drawing/2014/main" id="{FA2356A1-6367-F9D1-A61B-57CBBF14EECF}"/>
                </a:ext>
              </a:extLst>
            </p:cNvPr>
            <p:cNvSpPr>
              <a:spLocks noChangeArrowheads="1"/>
            </p:cNvSpPr>
            <p:nvPr/>
          </p:nvSpPr>
          <p:spPr bwMode="auto">
            <a:xfrm>
              <a:off x="1584"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3" name="Rectangle 106">
              <a:extLst>
                <a:ext uri="{FF2B5EF4-FFF2-40B4-BE49-F238E27FC236}">
                  <a16:creationId xmlns:a16="http://schemas.microsoft.com/office/drawing/2014/main" id="{419B7FCF-DCDB-16BA-B7C1-168938E70E82}"/>
                </a:ext>
              </a:extLst>
            </p:cNvPr>
            <p:cNvSpPr>
              <a:spLocks noChangeArrowheads="1"/>
            </p:cNvSpPr>
            <p:nvPr/>
          </p:nvSpPr>
          <p:spPr bwMode="auto">
            <a:xfrm>
              <a:off x="1584"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4" name="Rectangle 107">
              <a:extLst>
                <a:ext uri="{FF2B5EF4-FFF2-40B4-BE49-F238E27FC236}">
                  <a16:creationId xmlns:a16="http://schemas.microsoft.com/office/drawing/2014/main" id="{E1F42280-8AF8-C4F1-F5A4-74830CBCE512}"/>
                </a:ext>
              </a:extLst>
            </p:cNvPr>
            <p:cNvSpPr>
              <a:spLocks noChangeArrowheads="1"/>
            </p:cNvSpPr>
            <p:nvPr/>
          </p:nvSpPr>
          <p:spPr bwMode="auto">
            <a:xfrm>
              <a:off x="1584"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5" name="Rectangle 108">
              <a:extLst>
                <a:ext uri="{FF2B5EF4-FFF2-40B4-BE49-F238E27FC236}">
                  <a16:creationId xmlns:a16="http://schemas.microsoft.com/office/drawing/2014/main" id="{66AD4345-AEC0-1A47-A937-65C31BE9F369}"/>
                </a:ext>
              </a:extLst>
            </p:cNvPr>
            <p:cNvSpPr>
              <a:spLocks noChangeArrowheads="1"/>
            </p:cNvSpPr>
            <p:nvPr/>
          </p:nvSpPr>
          <p:spPr bwMode="auto">
            <a:xfrm>
              <a:off x="1584"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6" name="Rectangle 109">
              <a:extLst>
                <a:ext uri="{FF2B5EF4-FFF2-40B4-BE49-F238E27FC236}">
                  <a16:creationId xmlns:a16="http://schemas.microsoft.com/office/drawing/2014/main" id="{ED518F3B-56E0-CD56-1AE9-185B5574F2F8}"/>
                </a:ext>
              </a:extLst>
            </p:cNvPr>
            <p:cNvSpPr>
              <a:spLocks noChangeArrowheads="1"/>
            </p:cNvSpPr>
            <p:nvPr/>
          </p:nvSpPr>
          <p:spPr bwMode="auto">
            <a:xfrm>
              <a:off x="1584"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7" name="Rectangle 110">
              <a:extLst>
                <a:ext uri="{FF2B5EF4-FFF2-40B4-BE49-F238E27FC236}">
                  <a16:creationId xmlns:a16="http://schemas.microsoft.com/office/drawing/2014/main" id="{EE618043-9A75-BEA8-5ED4-37352E52EEA7}"/>
                </a:ext>
              </a:extLst>
            </p:cNvPr>
            <p:cNvSpPr>
              <a:spLocks noChangeArrowheads="1"/>
            </p:cNvSpPr>
            <p:nvPr/>
          </p:nvSpPr>
          <p:spPr bwMode="auto">
            <a:xfrm>
              <a:off x="1728"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8" name="Rectangle 111">
              <a:extLst>
                <a:ext uri="{FF2B5EF4-FFF2-40B4-BE49-F238E27FC236}">
                  <a16:creationId xmlns:a16="http://schemas.microsoft.com/office/drawing/2014/main" id="{D55AE75B-6C62-00A1-BC17-1D6D5C913CDE}"/>
                </a:ext>
              </a:extLst>
            </p:cNvPr>
            <p:cNvSpPr>
              <a:spLocks noChangeArrowheads="1"/>
            </p:cNvSpPr>
            <p:nvPr/>
          </p:nvSpPr>
          <p:spPr bwMode="auto">
            <a:xfrm>
              <a:off x="1728"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69" name="Rectangle 112">
              <a:extLst>
                <a:ext uri="{FF2B5EF4-FFF2-40B4-BE49-F238E27FC236}">
                  <a16:creationId xmlns:a16="http://schemas.microsoft.com/office/drawing/2014/main" id="{1D58387C-2A79-DDA5-537F-7E8650EC6709}"/>
                </a:ext>
              </a:extLst>
            </p:cNvPr>
            <p:cNvSpPr>
              <a:spLocks noChangeArrowheads="1"/>
            </p:cNvSpPr>
            <p:nvPr/>
          </p:nvSpPr>
          <p:spPr bwMode="auto">
            <a:xfrm>
              <a:off x="1728"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0" name="Rectangle 113">
              <a:extLst>
                <a:ext uri="{FF2B5EF4-FFF2-40B4-BE49-F238E27FC236}">
                  <a16:creationId xmlns:a16="http://schemas.microsoft.com/office/drawing/2014/main" id="{D10C6287-D14E-775D-47D5-182095778271}"/>
                </a:ext>
              </a:extLst>
            </p:cNvPr>
            <p:cNvSpPr>
              <a:spLocks noChangeArrowheads="1"/>
            </p:cNvSpPr>
            <p:nvPr/>
          </p:nvSpPr>
          <p:spPr bwMode="auto">
            <a:xfrm>
              <a:off x="1728"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1" name="Rectangle 114">
              <a:extLst>
                <a:ext uri="{FF2B5EF4-FFF2-40B4-BE49-F238E27FC236}">
                  <a16:creationId xmlns:a16="http://schemas.microsoft.com/office/drawing/2014/main" id="{B53A44A6-519A-D4F4-BDF8-CAC02D439412}"/>
                </a:ext>
              </a:extLst>
            </p:cNvPr>
            <p:cNvSpPr>
              <a:spLocks noChangeArrowheads="1"/>
            </p:cNvSpPr>
            <p:nvPr/>
          </p:nvSpPr>
          <p:spPr bwMode="auto">
            <a:xfrm>
              <a:off x="1728"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2" name="Rectangle 115">
              <a:extLst>
                <a:ext uri="{FF2B5EF4-FFF2-40B4-BE49-F238E27FC236}">
                  <a16:creationId xmlns:a16="http://schemas.microsoft.com/office/drawing/2014/main" id="{DC9E1009-56FB-F81E-E9B9-AE63EF5C69DE}"/>
                </a:ext>
              </a:extLst>
            </p:cNvPr>
            <p:cNvSpPr>
              <a:spLocks noChangeArrowheads="1"/>
            </p:cNvSpPr>
            <p:nvPr/>
          </p:nvSpPr>
          <p:spPr bwMode="auto">
            <a:xfrm>
              <a:off x="1728"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3" name="Rectangle 116">
              <a:extLst>
                <a:ext uri="{FF2B5EF4-FFF2-40B4-BE49-F238E27FC236}">
                  <a16:creationId xmlns:a16="http://schemas.microsoft.com/office/drawing/2014/main" id="{CD0C2882-962B-50D1-871F-89D2D4699636}"/>
                </a:ext>
              </a:extLst>
            </p:cNvPr>
            <p:cNvSpPr>
              <a:spLocks noChangeArrowheads="1"/>
            </p:cNvSpPr>
            <p:nvPr/>
          </p:nvSpPr>
          <p:spPr bwMode="auto">
            <a:xfrm>
              <a:off x="1728"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 name="Rectangle 117">
              <a:extLst>
                <a:ext uri="{FF2B5EF4-FFF2-40B4-BE49-F238E27FC236}">
                  <a16:creationId xmlns:a16="http://schemas.microsoft.com/office/drawing/2014/main" id="{DB50821D-08F2-2B7B-4629-E1E24AA86C39}"/>
                </a:ext>
              </a:extLst>
            </p:cNvPr>
            <p:cNvSpPr>
              <a:spLocks noChangeArrowheads="1"/>
            </p:cNvSpPr>
            <p:nvPr/>
          </p:nvSpPr>
          <p:spPr bwMode="auto">
            <a:xfrm>
              <a:off x="1728"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5" name="Rectangle 118">
              <a:extLst>
                <a:ext uri="{FF2B5EF4-FFF2-40B4-BE49-F238E27FC236}">
                  <a16:creationId xmlns:a16="http://schemas.microsoft.com/office/drawing/2014/main" id="{3BA728E9-D7AB-7B26-C7DF-0CFFBFC0F1FE}"/>
                </a:ext>
              </a:extLst>
            </p:cNvPr>
            <p:cNvSpPr>
              <a:spLocks noChangeArrowheads="1"/>
            </p:cNvSpPr>
            <p:nvPr/>
          </p:nvSpPr>
          <p:spPr bwMode="auto">
            <a:xfrm>
              <a:off x="1728"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6" name="Rectangle 119">
              <a:extLst>
                <a:ext uri="{FF2B5EF4-FFF2-40B4-BE49-F238E27FC236}">
                  <a16:creationId xmlns:a16="http://schemas.microsoft.com/office/drawing/2014/main" id="{AB48E803-8526-FE54-9362-2D6324AABBEE}"/>
                </a:ext>
              </a:extLst>
            </p:cNvPr>
            <p:cNvSpPr>
              <a:spLocks noChangeArrowheads="1"/>
            </p:cNvSpPr>
            <p:nvPr/>
          </p:nvSpPr>
          <p:spPr bwMode="auto">
            <a:xfrm>
              <a:off x="1728"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7" name="Rectangle 120">
              <a:extLst>
                <a:ext uri="{FF2B5EF4-FFF2-40B4-BE49-F238E27FC236}">
                  <a16:creationId xmlns:a16="http://schemas.microsoft.com/office/drawing/2014/main" id="{ABF742D9-A3DB-EBC8-2591-5450708493C5}"/>
                </a:ext>
              </a:extLst>
            </p:cNvPr>
            <p:cNvSpPr>
              <a:spLocks noChangeArrowheads="1"/>
            </p:cNvSpPr>
            <p:nvPr/>
          </p:nvSpPr>
          <p:spPr bwMode="auto">
            <a:xfrm>
              <a:off x="1872"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8" name="Rectangle 121">
              <a:extLst>
                <a:ext uri="{FF2B5EF4-FFF2-40B4-BE49-F238E27FC236}">
                  <a16:creationId xmlns:a16="http://schemas.microsoft.com/office/drawing/2014/main" id="{CCAAD547-DBA8-F8C1-186F-ABBE5C1C7596}"/>
                </a:ext>
              </a:extLst>
            </p:cNvPr>
            <p:cNvSpPr>
              <a:spLocks noChangeArrowheads="1"/>
            </p:cNvSpPr>
            <p:nvPr/>
          </p:nvSpPr>
          <p:spPr bwMode="auto">
            <a:xfrm>
              <a:off x="1872"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9" name="Rectangle 122">
              <a:extLst>
                <a:ext uri="{FF2B5EF4-FFF2-40B4-BE49-F238E27FC236}">
                  <a16:creationId xmlns:a16="http://schemas.microsoft.com/office/drawing/2014/main" id="{ACFF26C2-8143-ED08-CF0D-8E6EF94EA3FC}"/>
                </a:ext>
              </a:extLst>
            </p:cNvPr>
            <p:cNvSpPr>
              <a:spLocks noChangeArrowheads="1"/>
            </p:cNvSpPr>
            <p:nvPr/>
          </p:nvSpPr>
          <p:spPr bwMode="auto">
            <a:xfrm>
              <a:off x="1872"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0" name="Rectangle 123">
              <a:extLst>
                <a:ext uri="{FF2B5EF4-FFF2-40B4-BE49-F238E27FC236}">
                  <a16:creationId xmlns:a16="http://schemas.microsoft.com/office/drawing/2014/main" id="{DE1E0CAF-EA52-A99A-DC9F-39538B526098}"/>
                </a:ext>
              </a:extLst>
            </p:cNvPr>
            <p:cNvSpPr>
              <a:spLocks noChangeArrowheads="1"/>
            </p:cNvSpPr>
            <p:nvPr/>
          </p:nvSpPr>
          <p:spPr bwMode="auto">
            <a:xfrm>
              <a:off x="1872"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1" name="Rectangle 124">
              <a:extLst>
                <a:ext uri="{FF2B5EF4-FFF2-40B4-BE49-F238E27FC236}">
                  <a16:creationId xmlns:a16="http://schemas.microsoft.com/office/drawing/2014/main" id="{1EACD2C4-C538-A7C6-2955-DF36C6633CE4}"/>
                </a:ext>
              </a:extLst>
            </p:cNvPr>
            <p:cNvSpPr>
              <a:spLocks noChangeArrowheads="1"/>
            </p:cNvSpPr>
            <p:nvPr/>
          </p:nvSpPr>
          <p:spPr bwMode="auto">
            <a:xfrm>
              <a:off x="1872"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2" name="Rectangle 125">
              <a:extLst>
                <a:ext uri="{FF2B5EF4-FFF2-40B4-BE49-F238E27FC236}">
                  <a16:creationId xmlns:a16="http://schemas.microsoft.com/office/drawing/2014/main" id="{C8F271BD-CC80-A0D6-987D-6B6DBFBDE82F}"/>
                </a:ext>
              </a:extLst>
            </p:cNvPr>
            <p:cNvSpPr>
              <a:spLocks noChangeArrowheads="1"/>
            </p:cNvSpPr>
            <p:nvPr/>
          </p:nvSpPr>
          <p:spPr bwMode="auto">
            <a:xfrm>
              <a:off x="1872"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3" name="Rectangle 126">
              <a:extLst>
                <a:ext uri="{FF2B5EF4-FFF2-40B4-BE49-F238E27FC236}">
                  <a16:creationId xmlns:a16="http://schemas.microsoft.com/office/drawing/2014/main" id="{B6A386B4-756D-A5F4-BACD-83C444653AC5}"/>
                </a:ext>
              </a:extLst>
            </p:cNvPr>
            <p:cNvSpPr>
              <a:spLocks noChangeArrowheads="1"/>
            </p:cNvSpPr>
            <p:nvPr/>
          </p:nvSpPr>
          <p:spPr bwMode="auto">
            <a:xfrm>
              <a:off x="1872"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 name="Rectangle 127">
              <a:extLst>
                <a:ext uri="{FF2B5EF4-FFF2-40B4-BE49-F238E27FC236}">
                  <a16:creationId xmlns:a16="http://schemas.microsoft.com/office/drawing/2014/main" id="{CFB6BB87-6903-EFB3-EE95-729B70B075CA}"/>
                </a:ext>
              </a:extLst>
            </p:cNvPr>
            <p:cNvSpPr>
              <a:spLocks noChangeArrowheads="1"/>
            </p:cNvSpPr>
            <p:nvPr/>
          </p:nvSpPr>
          <p:spPr bwMode="auto">
            <a:xfrm>
              <a:off x="1872"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5" name="Rectangle 128">
              <a:extLst>
                <a:ext uri="{FF2B5EF4-FFF2-40B4-BE49-F238E27FC236}">
                  <a16:creationId xmlns:a16="http://schemas.microsoft.com/office/drawing/2014/main" id="{6D313B6D-87C2-2E6B-0B23-20C7B52E9EC6}"/>
                </a:ext>
              </a:extLst>
            </p:cNvPr>
            <p:cNvSpPr>
              <a:spLocks noChangeArrowheads="1"/>
            </p:cNvSpPr>
            <p:nvPr/>
          </p:nvSpPr>
          <p:spPr bwMode="auto">
            <a:xfrm>
              <a:off x="1872"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6" name="Rectangle 129">
              <a:extLst>
                <a:ext uri="{FF2B5EF4-FFF2-40B4-BE49-F238E27FC236}">
                  <a16:creationId xmlns:a16="http://schemas.microsoft.com/office/drawing/2014/main" id="{4D929EFD-28BB-0FBE-BF60-E3BF8B775B10}"/>
                </a:ext>
              </a:extLst>
            </p:cNvPr>
            <p:cNvSpPr>
              <a:spLocks noChangeArrowheads="1"/>
            </p:cNvSpPr>
            <p:nvPr/>
          </p:nvSpPr>
          <p:spPr bwMode="auto">
            <a:xfrm>
              <a:off x="1872"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7" name="Rectangle 130">
              <a:extLst>
                <a:ext uri="{FF2B5EF4-FFF2-40B4-BE49-F238E27FC236}">
                  <a16:creationId xmlns:a16="http://schemas.microsoft.com/office/drawing/2014/main" id="{2AD16600-8E67-31D2-D502-407E50563150}"/>
                </a:ext>
              </a:extLst>
            </p:cNvPr>
            <p:cNvSpPr>
              <a:spLocks noChangeArrowheads="1"/>
            </p:cNvSpPr>
            <p:nvPr/>
          </p:nvSpPr>
          <p:spPr bwMode="auto">
            <a:xfrm>
              <a:off x="2016"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8" name="Rectangle 131">
              <a:extLst>
                <a:ext uri="{FF2B5EF4-FFF2-40B4-BE49-F238E27FC236}">
                  <a16:creationId xmlns:a16="http://schemas.microsoft.com/office/drawing/2014/main" id="{956FC9BF-107C-72AF-3F7A-6E054255D83C}"/>
                </a:ext>
              </a:extLst>
            </p:cNvPr>
            <p:cNvSpPr>
              <a:spLocks noChangeArrowheads="1"/>
            </p:cNvSpPr>
            <p:nvPr/>
          </p:nvSpPr>
          <p:spPr bwMode="auto">
            <a:xfrm>
              <a:off x="2016"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9" name="Rectangle 132">
              <a:extLst>
                <a:ext uri="{FF2B5EF4-FFF2-40B4-BE49-F238E27FC236}">
                  <a16:creationId xmlns:a16="http://schemas.microsoft.com/office/drawing/2014/main" id="{A577A30F-3FAB-0941-A5D8-BC8320D67E38}"/>
                </a:ext>
              </a:extLst>
            </p:cNvPr>
            <p:cNvSpPr>
              <a:spLocks noChangeArrowheads="1"/>
            </p:cNvSpPr>
            <p:nvPr/>
          </p:nvSpPr>
          <p:spPr bwMode="auto">
            <a:xfrm>
              <a:off x="2016"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0" name="Rectangle 133">
              <a:extLst>
                <a:ext uri="{FF2B5EF4-FFF2-40B4-BE49-F238E27FC236}">
                  <a16:creationId xmlns:a16="http://schemas.microsoft.com/office/drawing/2014/main" id="{7C58A45C-D596-EE6B-C009-31F71B0BA451}"/>
                </a:ext>
              </a:extLst>
            </p:cNvPr>
            <p:cNvSpPr>
              <a:spLocks noChangeArrowheads="1"/>
            </p:cNvSpPr>
            <p:nvPr/>
          </p:nvSpPr>
          <p:spPr bwMode="auto">
            <a:xfrm>
              <a:off x="2016"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1" name="Rectangle 134">
              <a:extLst>
                <a:ext uri="{FF2B5EF4-FFF2-40B4-BE49-F238E27FC236}">
                  <a16:creationId xmlns:a16="http://schemas.microsoft.com/office/drawing/2014/main" id="{A87926C3-DC2A-E24E-1765-E047D964B1C6}"/>
                </a:ext>
              </a:extLst>
            </p:cNvPr>
            <p:cNvSpPr>
              <a:spLocks noChangeArrowheads="1"/>
            </p:cNvSpPr>
            <p:nvPr/>
          </p:nvSpPr>
          <p:spPr bwMode="auto">
            <a:xfrm>
              <a:off x="2016"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2" name="Rectangle 135">
              <a:extLst>
                <a:ext uri="{FF2B5EF4-FFF2-40B4-BE49-F238E27FC236}">
                  <a16:creationId xmlns:a16="http://schemas.microsoft.com/office/drawing/2014/main" id="{93B75628-26AA-EC68-5E0F-62F294B9F65A}"/>
                </a:ext>
              </a:extLst>
            </p:cNvPr>
            <p:cNvSpPr>
              <a:spLocks noChangeArrowheads="1"/>
            </p:cNvSpPr>
            <p:nvPr/>
          </p:nvSpPr>
          <p:spPr bwMode="auto">
            <a:xfrm>
              <a:off x="2016"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3" name="Rectangle 136">
              <a:extLst>
                <a:ext uri="{FF2B5EF4-FFF2-40B4-BE49-F238E27FC236}">
                  <a16:creationId xmlns:a16="http://schemas.microsoft.com/office/drawing/2014/main" id="{72134BA0-77F8-A73B-54EE-A790BDC7DC3F}"/>
                </a:ext>
              </a:extLst>
            </p:cNvPr>
            <p:cNvSpPr>
              <a:spLocks noChangeArrowheads="1"/>
            </p:cNvSpPr>
            <p:nvPr/>
          </p:nvSpPr>
          <p:spPr bwMode="auto">
            <a:xfrm>
              <a:off x="2016"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 name="Rectangle 137">
              <a:extLst>
                <a:ext uri="{FF2B5EF4-FFF2-40B4-BE49-F238E27FC236}">
                  <a16:creationId xmlns:a16="http://schemas.microsoft.com/office/drawing/2014/main" id="{60515ACB-657F-A9AF-49B7-BAAEFAA05CC2}"/>
                </a:ext>
              </a:extLst>
            </p:cNvPr>
            <p:cNvSpPr>
              <a:spLocks noChangeArrowheads="1"/>
            </p:cNvSpPr>
            <p:nvPr/>
          </p:nvSpPr>
          <p:spPr bwMode="auto">
            <a:xfrm>
              <a:off x="2016"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5" name="Rectangle 138">
              <a:extLst>
                <a:ext uri="{FF2B5EF4-FFF2-40B4-BE49-F238E27FC236}">
                  <a16:creationId xmlns:a16="http://schemas.microsoft.com/office/drawing/2014/main" id="{DBFFACC2-8B34-0B47-DBE8-9D30490CFA73}"/>
                </a:ext>
              </a:extLst>
            </p:cNvPr>
            <p:cNvSpPr>
              <a:spLocks noChangeArrowheads="1"/>
            </p:cNvSpPr>
            <p:nvPr/>
          </p:nvSpPr>
          <p:spPr bwMode="auto">
            <a:xfrm>
              <a:off x="2016"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6" name="Rectangle 139">
              <a:extLst>
                <a:ext uri="{FF2B5EF4-FFF2-40B4-BE49-F238E27FC236}">
                  <a16:creationId xmlns:a16="http://schemas.microsoft.com/office/drawing/2014/main" id="{DB5AF0B0-DFDC-6718-1E14-47808FB6421B}"/>
                </a:ext>
              </a:extLst>
            </p:cNvPr>
            <p:cNvSpPr>
              <a:spLocks noChangeArrowheads="1"/>
            </p:cNvSpPr>
            <p:nvPr/>
          </p:nvSpPr>
          <p:spPr bwMode="auto">
            <a:xfrm>
              <a:off x="2016"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 name="Rectangle 140">
              <a:extLst>
                <a:ext uri="{FF2B5EF4-FFF2-40B4-BE49-F238E27FC236}">
                  <a16:creationId xmlns:a16="http://schemas.microsoft.com/office/drawing/2014/main" id="{47110B76-CD67-47F6-45A8-55B37A0C99E2}"/>
                </a:ext>
              </a:extLst>
            </p:cNvPr>
            <p:cNvSpPr>
              <a:spLocks noChangeArrowheads="1"/>
            </p:cNvSpPr>
            <p:nvPr/>
          </p:nvSpPr>
          <p:spPr bwMode="auto">
            <a:xfrm>
              <a:off x="2160" y="240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8" name="Rectangle 141">
              <a:extLst>
                <a:ext uri="{FF2B5EF4-FFF2-40B4-BE49-F238E27FC236}">
                  <a16:creationId xmlns:a16="http://schemas.microsoft.com/office/drawing/2014/main" id="{7A4C5C46-34B8-B01A-CE91-FDE93392F63E}"/>
                </a:ext>
              </a:extLst>
            </p:cNvPr>
            <p:cNvSpPr>
              <a:spLocks noChangeArrowheads="1"/>
            </p:cNvSpPr>
            <p:nvPr/>
          </p:nvSpPr>
          <p:spPr bwMode="auto">
            <a:xfrm>
              <a:off x="2160" y="254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9" name="Rectangle 142">
              <a:extLst>
                <a:ext uri="{FF2B5EF4-FFF2-40B4-BE49-F238E27FC236}">
                  <a16:creationId xmlns:a16="http://schemas.microsoft.com/office/drawing/2014/main" id="{24DED8E1-F8C5-5AD1-8CEE-6F5CC69C3554}"/>
                </a:ext>
              </a:extLst>
            </p:cNvPr>
            <p:cNvSpPr>
              <a:spLocks noChangeArrowheads="1"/>
            </p:cNvSpPr>
            <p:nvPr/>
          </p:nvSpPr>
          <p:spPr bwMode="auto">
            <a:xfrm>
              <a:off x="2160" y="268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0" name="Rectangle 143">
              <a:extLst>
                <a:ext uri="{FF2B5EF4-FFF2-40B4-BE49-F238E27FC236}">
                  <a16:creationId xmlns:a16="http://schemas.microsoft.com/office/drawing/2014/main" id="{2A2944CC-91EC-DE87-3AFA-519A170C908D}"/>
                </a:ext>
              </a:extLst>
            </p:cNvPr>
            <p:cNvSpPr>
              <a:spLocks noChangeArrowheads="1"/>
            </p:cNvSpPr>
            <p:nvPr/>
          </p:nvSpPr>
          <p:spPr bwMode="auto">
            <a:xfrm>
              <a:off x="2160" y="283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1" name="Rectangle 144">
              <a:extLst>
                <a:ext uri="{FF2B5EF4-FFF2-40B4-BE49-F238E27FC236}">
                  <a16:creationId xmlns:a16="http://schemas.microsoft.com/office/drawing/2014/main" id="{718B3750-EAC7-22EC-2563-C99CE5D1D5B5}"/>
                </a:ext>
              </a:extLst>
            </p:cNvPr>
            <p:cNvSpPr>
              <a:spLocks noChangeArrowheads="1"/>
            </p:cNvSpPr>
            <p:nvPr/>
          </p:nvSpPr>
          <p:spPr bwMode="auto">
            <a:xfrm>
              <a:off x="2160" y="297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2" name="Rectangle 145">
              <a:extLst>
                <a:ext uri="{FF2B5EF4-FFF2-40B4-BE49-F238E27FC236}">
                  <a16:creationId xmlns:a16="http://schemas.microsoft.com/office/drawing/2014/main" id="{C1DF5CA6-A63B-0427-2192-8A0E9CCAF4ED}"/>
                </a:ext>
              </a:extLst>
            </p:cNvPr>
            <p:cNvSpPr>
              <a:spLocks noChangeArrowheads="1"/>
            </p:cNvSpPr>
            <p:nvPr/>
          </p:nvSpPr>
          <p:spPr bwMode="auto">
            <a:xfrm>
              <a:off x="2160" y="3120"/>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3" name="Rectangle 146">
              <a:extLst>
                <a:ext uri="{FF2B5EF4-FFF2-40B4-BE49-F238E27FC236}">
                  <a16:creationId xmlns:a16="http://schemas.microsoft.com/office/drawing/2014/main" id="{6C432C8A-6198-AE37-4838-061D2B33E0C6}"/>
                </a:ext>
              </a:extLst>
            </p:cNvPr>
            <p:cNvSpPr>
              <a:spLocks noChangeArrowheads="1"/>
            </p:cNvSpPr>
            <p:nvPr/>
          </p:nvSpPr>
          <p:spPr bwMode="auto">
            <a:xfrm>
              <a:off x="2160" y="3264"/>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 name="Rectangle 147">
              <a:extLst>
                <a:ext uri="{FF2B5EF4-FFF2-40B4-BE49-F238E27FC236}">
                  <a16:creationId xmlns:a16="http://schemas.microsoft.com/office/drawing/2014/main" id="{A7FB3011-860D-193B-04E9-5D2DD32E9E70}"/>
                </a:ext>
              </a:extLst>
            </p:cNvPr>
            <p:cNvSpPr>
              <a:spLocks noChangeArrowheads="1"/>
            </p:cNvSpPr>
            <p:nvPr/>
          </p:nvSpPr>
          <p:spPr bwMode="auto">
            <a:xfrm>
              <a:off x="2160" y="3408"/>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 name="Rectangle 148">
              <a:extLst>
                <a:ext uri="{FF2B5EF4-FFF2-40B4-BE49-F238E27FC236}">
                  <a16:creationId xmlns:a16="http://schemas.microsoft.com/office/drawing/2014/main" id="{FB5C1418-DA8E-D7D4-6EA2-715298BF2A93}"/>
                </a:ext>
              </a:extLst>
            </p:cNvPr>
            <p:cNvSpPr>
              <a:spLocks noChangeArrowheads="1"/>
            </p:cNvSpPr>
            <p:nvPr/>
          </p:nvSpPr>
          <p:spPr bwMode="auto">
            <a:xfrm>
              <a:off x="2160" y="3552"/>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6" name="Rectangle 149">
              <a:extLst>
                <a:ext uri="{FF2B5EF4-FFF2-40B4-BE49-F238E27FC236}">
                  <a16:creationId xmlns:a16="http://schemas.microsoft.com/office/drawing/2014/main" id="{1ABF0642-F487-699F-85AF-50ECBEA9B84E}"/>
                </a:ext>
              </a:extLst>
            </p:cNvPr>
            <p:cNvSpPr>
              <a:spLocks noChangeArrowheads="1"/>
            </p:cNvSpPr>
            <p:nvPr/>
          </p:nvSpPr>
          <p:spPr bwMode="auto">
            <a:xfrm>
              <a:off x="2160" y="3696"/>
              <a:ext cx="144" cy="14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07" name="Rectangle 51">
            <a:extLst>
              <a:ext uri="{FF2B5EF4-FFF2-40B4-BE49-F238E27FC236}">
                <a16:creationId xmlns:a16="http://schemas.microsoft.com/office/drawing/2014/main" id="{C7D07B7B-C080-ECD3-1291-2B903063512A}"/>
              </a:ext>
            </a:extLst>
          </p:cNvPr>
          <p:cNvSpPr>
            <a:spLocks noChangeArrowheads="1"/>
          </p:cNvSpPr>
          <p:nvPr/>
        </p:nvSpPr>
        <p:spPr bwMode="auto">
          <a:xfrm>
            <a:off x="6233864" y="4424536"/>
            <a:ext cx="228600" cy="2286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8" name="TextBox 207">
            <a:extLst>
              <a:ext uri="{FF2B5EF4-FFF2-40B4-BE49-F238E27FC236}">
                <a16:creationId xmlns:a16="http://schemas.microsoft.com/office/drawing/2014/main" id="{37326F96-73C6-79A9-AE78-A61D57F2A7CB}"/>
              </a:ext>
            </a:extLst>
          </p:cNvPr>
          <p:cNvSpPr txBox="1"/>
          <p:nvPr/>
        </p:nvSpPr>
        <p:spPr>
          <a:xfrm>
            <a:off x="6667887" y="3991343"/>
            <a:ext cx="2304256" cy="400110"/>
          </a:xfrm>
          <a:prstGeom prst="rect">
            <a:avLst/>
          </a:prstGeom>
          <a:noFill/>
        </p:spPr>
        <p:txBody>
          <a:bodyPr wrap="square" rtlCol="0">
            <a:spAutoFit/>
          </a:bodyPr>
          <a:lstStyle/>
          <a:p>
            <a:r>
              <a:rPr lang="en-US" sz="2000" b="1" dirty="0"/>
              <a:t>Shade 23% </a:t>
            </a:r>
            <a:endParaRPr lang="en-AU" sz="2000" b="1" dirty="0"/>
          </a:p>
        </p:txBody>
      </p:sp>
    </p:spTree>
    <p:extLst>
      <p:ext uri="{BB962C8B-B14F-4D97-AF65-F5344CB8AC3E}">
        <p14:creationId xmlns:p14="http://schemas.microsoft.com/office/powerpoint/2010/main" val="267235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dissolve">
                                      <p:cBhvr>
                                        <p:cTn id="11"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465</Words>
  <Application>Microsoft Office PowerPoint</Application>
  <PresentationFormat>On-screen Show (4:3)</PresentationFormat>
  <Paragraphs>189</Paragraphs>
  <Slides>16</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Arial</vt:lpstr>
      <vt:lpstr>Arial Black</vt:lpstr>
      <vt:lpstr>Calibri</vt:lpstr>
      <vt:lpstr>Constantia</vt:lpstr>
      <vt:lpstr>Tahoma</vt:lpstr>
      <vt:lpstr>Wingdings</vt:lpstr>
      <vt:lpstr>Wingdings 2</vt:lpstr>
      <vt:lpstr>Office Theme</vt:lpstr>
      <vt:lpstr>Flow</vt:lpstr>
      <vt:lpstr>Lesson objective </vt:lpstr>
      <vt:lpstr>Question for the day</vt:lpstr>
      <vt:lpstr>PowerPoint Presentation</vt:lpstr>
      <vt:lpstr>Place value</vt:lpstr>
      <vt:lpstr>PowerPoint Presentation</vt:lpstr>
      <vt:lpstr>Practice (Whiteboards)</vt:lpstr>
      <vt:lpstr>PowerPoint Presentation</vt:lpstr>
      <vt:lpstr>Practice (Whiteboards)</vt:lpstr>
      <vt:lpstr>PowerPoint Presentation</vt:lpstr>
      <vt:lpstr>Practice (Whiteboards)</vt:lpstr>
      <vt:lpstr>FRACTIONS </vt:lpstr>
      <vt:lpstr>PowerPoint Presentation</vt:lpstr>
      <vt:lpstr>PowerPoint Presentation</vt:lpstr>
      <vt:lpstr>PowerPoint Presentation</vt:lpstr>
      <vt:lpstr>PowerPoint Presentation</vt:lpstr>
      <vt:lpstr>Individual practice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c:creator>
  <cp:lastModifiedBy>DAVIES Rhys [Busselton Senior High School]</cp:lastModifiedBy>
  <cp:revision>42</cp:revision>
  <dcterms:created xsi:type="dcterms:W3CDTF">2013-10-20T19:59:19Z</dcterms:created>
  <dcterms:modified xsi:type="dcterms:W3CDTF">2023-06-06T23:52:15Z</dcterms:modified>
</cp:coreProperties>
</file>