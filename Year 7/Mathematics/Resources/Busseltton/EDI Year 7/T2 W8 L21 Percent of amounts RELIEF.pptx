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4" r:id="rId8"/>
    <p:sldId id="266" r:id="rId9"/>
    <p:sldId id="27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D9F34-F53E-7F0B-B169-76C463CA56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1648CB-BBBC-F204-2700-19D6E6866E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35F4B8-AC71-6203-BCAF-DA032B8C0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BB27E-C4A7-4E78-9E0C-55E25068F700}" type="datetimeFigureOut">
              <a:rPr lang="en-AU" smtClean="0"/>
              <a:t>12/06/2023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7CC2D-A5AA-9825-3653-E8F76A9E1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D3EB6D-392A-CBD6-D7AC-54C95F1C4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CF55A-1954-473A-B3B1-1941230D801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3363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36E40-BB29-71E3-9341-3CC010B7F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6ED01-BB78-F019-BDA4-F9B14DA9BB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F22F83-94F1-BD66-B64B-99580C652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BB27E-C4A7-4E78-9E0C-55E25068F700}" type="datetimeFigureOut">
              <a:rPr lang="en-AU" smtClean="0"/>
              <a:t>12/06/2023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C48AEF-B7B3-4F25-7563-8F7BDDC2D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64B451-7A95-F6EC-E6C4-8A705DEB3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CF55A-1954-473A-B3B1-1941230D801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5097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CE75B-6FCE-703D-A38B-060A59986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7D1AB0-469C-CC01-69AA-8AB2FB0AEF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8B5A58-D2BA-CFF6-200E-5632F0F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BB27E-C4A7-4E78-9E0C-55E25068F700}" type="datetimeFigureOut">
              <a:rPr lang="en-AU" smtClean="0"/>
              <a:t>12/06/2023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7DC18-E5B9-E53F-3A2F-5AB2779CE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63BBB-3B99-EDAE-C714-AE39D7662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CF55A-1954-473A-B3B1-1941230D801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45268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741DD-785C-369C-2D78-01C53B83C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551BB-2C04-6D9A-C622-6965149D00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7CAC41-D581-AD24-AD70-ACB82248BD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53BD8F-A8C9-4C70-E229-AC04EA3EE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BB27E-C4A7-4E78-9E0C-55E25068F700}" type="datetimeFigureOut">
              <a:rPr lang="en-AU" smtClean="0"/>
              <a:t>12/06/2023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0B25B2-2EA0-2689-2710-C7CB9879D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85010E-31F0-BD85-4D6A-FA664A5A4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CF55A-1954-473A-B3B1-1941230D801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3219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6A3C2-A0E4-245D-6FF8-1489F659C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0CBDAC-BDA2-A96F-2A0E-31FCF6FD3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165D0E-3AEE-69B9-4C08-4ABED6D106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D50E2B-79EA-6151-DC75-083B430AB5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B77908-F35B-9B07-761C-D75B92C252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D1B986-4CE8-52F6-1769-13AF5F444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BB27E-C4A7-4E78-9E0C-55E25068F700}" type="datetimeFigureOut">
              <a:rPr lang="en-AU" smtClean="0"/>
              <a:t>12/06/2023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392BA5-6FA8-4AFC-1652-BF4F322AC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F93CD3-D5FF-0BA5-2715-6DBE4B8D6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CF55A-1954-473A-B3B1-1941230D801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3111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FCDC3-F897-45C3-742D-DA5BA54B4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FB3C6A-23C8-6F0C-4584-68F780FBC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BB27E-C4A7-4E78-9E0C-55E25068F700}" type="datetimeFigureOut">
              <a:rPr lang="en-AU" smtClean="0"/>
              <a:t>12/06/2023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5D904A-F794-F59B-858A-E0D359F03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3CF09C-BAC8-8A13-6971-636444B1E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CF55A-1954-473A-B3B1-1941230D801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42691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580026-2674-2C98-B0B6-5A788732B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BB27E-C4A7-4E78-9E0C-55E25068F700}" type="datetimeFigureOut">
              <a:rPr lang="en-AU" smtClean="0"/>
              <a:t>12/06/2023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9A9E06-3A13-6B32-F3A2-C707DD0A9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5390BD-0D01-81C1-7154-D7CDFF839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CF55A-1954-473A-B3B1-1941230D801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1783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4400C-5DF1-A7A6-8F1B-340FE3547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ADFAC-4051-0C2D-C95D-CBD2BB3DAF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5970D5-546C-E977-2DA1-73D8A88F89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68A05B-B58E-7D31-4E39-D71A47E34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BB27E-C4A7-4E78-9E0C-55E25068F700}" type="datetimeFigureOut">
              <a:rPr lang="en-AU" smtClean="0"/>
              <a:t>12/06/2023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C5E6EA-ABEB-2316-780E-B5EB6B2F2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E072C-9427-4F2C-820E-C9FB65A0D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CF55A-1954-473A-B3B1-1941230D801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4486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E6F48-37C6-C2E5-39E2-280F7CFE6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1D4964-2AC5-1B22-491C-998A166A5F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2E152B-C976-C524-B637-E22629B47E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7C81DE-5D9C-0BA5-743D-C922A9D69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BB27E-C4A7-4E78-9E0C-55E25068F700}" type="datetimeFigureOut">
              <a:rPr lang="en-AU" smtClean="0"/>
              <a:t>12/06/2023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3EE87B-9C0E-CF32-61BE-83E0E8240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64441A-0D81-3EF6-B71D-35B09C51B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CF55A-1954-473A-B3B1-1941230D801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6605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6307F-2DFA-A398-B8D7-904C330A5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9A91BC-5ED0-A558-19D0-AF05D973B8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43B78C-3641-46E9-D910-209F42601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BB27E-C4A7-4E78-9E0C-55E25068F700}" type="datetimeFigureOut">
              <a:rPr lang="en-AU" smtClean="0"/>
              <a:t>12/06/2023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9CD6DE-423D-BBCA-9D2B-B65DC699F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A58E59-0109-0907-3B14-45EC27C8B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CF55A-1954-473A-B3B1-1941230D801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0708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38C1FF-25F2-B772-9914-63A739FD8A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9E93CE-13D2-8A55-985B-3C76A0592E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6F5CEF-562E-B895-9241-0053387EC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BB27E-C4A7-4E78-9E0C-55E25068F700}" type="datetimeFigureOut">
              <a:rPr lang="en-AU" smtClean="0"/>
              <a:t>12/06/2023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A1687-85B7-E477-AC10-9286B0E31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9451B-8270-B2EE-2FEA-A09C46374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CF55A-1954-473A-B3B1-1941230D801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80825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B51E57-748F-B670-423E-1DBEB4EF5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83FC4-7746-D747-6A6A-2B82D24C14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58B567-7896-955C-07BA-A318BFAEC4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0BB27E-C4A7-4E78-9E0C-55E25068F700}" type="datetimeFigureOut">
              <a:rPr lang="en-AU" smtClean="0"/>
              <a:t>12/06/2023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79FA9-6A43-C372-927E-957C98A0C2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FD6D0-E272-ADA3-1755-CB19664F8A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ECF55A-1954-473A-B3B1-1941230D801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1644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VwjTUTUB2xw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CB00706-CE7D-327F-DE11-7E7AC4FED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617F5C6-F856-C124-E1B2-4AC15AE8C2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dirty="0">
                <a:solidFill>
                  <a:srgbClr val="00B0F0"/>
                </a:solidFill>
              </a:rPr>
              <a:t>Percentages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Aim – be able to: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Determine 1%, 5% and 10% of amounts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Divide and multiply by powers of 10 using written strategies </a:t>
            </a: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Review FDP conversions </a:t>
            </a:r>
          </a:p>
          <a:p>
            <a:pPr>
              <a:buFontTx/>
              <a:buChar char="-"/>
            </a:pPr>
            <a:r>
              <a:rPr lang="en-AU" dirty="0">
                <a:solidFill>
                  <a:srgbClr val="00B0F0"/>
                </a:solidFill>
              </a:rPr>
              <a:t>Finding percent's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BEFCEE-BE3A-665E-30C0-2EECD536B99A}"/>
              </a:ext>
            </a:extLst>
          </p:cNvPr>
          <p:cNvSpPr txBox="1"/>
          <p:nvPr/>
        </p:nvSpPr>
        <p:spPr>
          <a:xfrm>
            <a:off x="6995604" y="1296140"/>
            <a:ext cx="470516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Need whiteboards</a:t>
            </a:r>
          </a:p>
          <a:p>
            <a:endParaRPr lang="en-US" sz="2400" b="1" dirty="0"/>
          </a:p>
          <a:p>
            <a:r>
              <a:rPr lang="en-US" sz="2400" b="1" dirty="0" err="1">
                <a:highlight>
                  <a:srgbClr val="00FF00"/>
                </a:highlight>
              </a:rPr>
              <a:t>PBiS</a:t>
            </a:r>
            <a:r>
              <a:rPr lang="en-US" sz="2400" b="1" dirty="0">
                <a:highlight>
                  <a:srgbClr val="00FF00"/>
                </a:highlight>
              </a:rPr>
              <a:t> focus: Respect</a:t>
            </a:r>
          </a:p>
          <a:p>
            <a:pPr marL="285750" indent="-285750">
              <a:buFontTx/>
              <a:buChar char="-"/>
            </a:pPr>
            <a:r>
              <a:rPr lang="en-US" sz="2400" b="1" dirty="0">
                <a:highlight>
                  <a:srgbClr val="00FF00"/>
                </a:highlight>
              </a:rPr>
              <a:t>Build positive relationships </a:t>
            </a:r>
          </a:p>
          <a:p>
            <a:pPr marL="285750" indent="-285750">
              <a:buFontTx/>
              <a:buChar char="-"/>
            </a:pPr>
            <a:r>
              <a:rPr lang="en-US" sz="2400" b="1" dirty="0">
                <a:highlight>
                  <a:srgbClr val="00FF00"/>
                </a:highlight>
              </a:rPr>
              <a:t>Treat others with kindness </a:t>
            </a:r>
            <a:endParaRPr lang="en-AU" sz="2400" b="1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005323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25FB7-2B87-4834-8EE6-B21EDDBA9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Daily review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EF643-0184-4EE0-9969-E6C583FB6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1524" y="2453396"/>
            <a:ext cx="2055920" cy="4351338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dirty="0"/>
              <a:t>Decimal 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0.25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0.31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A9CDC9-E835-A323-479A-6ABD7A9B0EE8}"/>
              </a:ext>
            </a:extLst>
          </p:cNvPr>
          <p:cNvSpPr txBox="1"/>
          <p:nvPr/>
        </p:nvSpPr>
        <p:spPr>
          <a:xfrm>
            <a:off x="585926" y="292963"/>
            <a:ext cx="1162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Retrieve 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4578974-48DB-8BD9-49A1-0BB22688E64B}"/>
              </a:ext>
            </a:extLst>
          </p:cNvPr>
          <p:cNvSpPr txBox="1">
            <a:spLocks/>
          </p:cNvSpPr>
          <p:nvPr/>
        </p:nvSpPr>
        <p:spPr>
          <a:xfrm>
            <a:off x="1269376" y="2420423"/>
            <a:ext cx="205592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Fraction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5/20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</a:t>
            </a:r>
            <a:endParaRPr kumimoji="0" lang="en-A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5BC105D-6ACE-4C66-9C2E-9909EABB4294}"/>
              </a:ext>
            </a:extLst>
          </p:cNvPr>
          <p:cNvSpPr txBox="1">
            <a:spLocks/>
          </p:cNvSpPr>
          <p:nvPr/>
        </p:nvSpPr>
        <p:spPr>
          <a:xfrm>
            <a:off x="9193567" y="2453396"/>
            <a:ext cx="205592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Percent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45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%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31%  </a:t>
            </a:r>
            <a:endParaRPr kumimoji="0" lang="en-A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46EA780-E4B9-0664-D547-7E4D19EC2E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6232" y="0"/>
            <a:ext cx="3935767" cy="2213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088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0C630-DE18-99B2-E633-537344479C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Moving decimals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07C06-D309-1C7D-C7E7-41730DCC87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>
                <a:hlinkClick r:id="rId2"/>
              </a:rPr>
              <a:t>https://www.youtube.com/watch?v=VwjTUTUB2xw</a:t>
            </a: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59481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3A0DD-7969-83A8-052A-125F9E1F6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5328"/>
            <a:ext cx="2375517" cy="407232"/>
          </a:xfrm>
        </p:spPr>
        <p:txBody>
          <a:bodyPr>
            <a:normAutofit fontScale="90000"/>
          </a:bodyPr>
          <a:lstStyle/>
          <a:p>
            <a:r>
              <a:rPr lang="en-US" sz="2800" dirty="0">
                <a:highlight>
                  <a:srgbClr val="FFFF00"/>
                </a:highlight>
              </a:rPr>
              <a:t>Exercise books – 5 minutes </a:t>
            </a:r>
            <a:endParaRPr lang="en-AU" sz="2800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06447-947F-3477-072E-52B5BEA8C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BA3495-B656-612A-3A07-CC31398D7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1601"/>
            <a:ext cx="12192000" cy="4158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586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146C2-598C-5E17-5908-89FE0BE36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FF44C-5018-F4E1-82D3-5D6920ADE8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A4F82F-AC79-25DB-E8E4-29DA72A02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8513"/>
            <a:ext cx="12192000" cy="461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623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2F9E6-F330-1895-9AAC-0C9913B2E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Percent of an amount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5DB212-7E68-9D5F-7AB8-DCC10BB599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91449"/>
                <a:ext cx="10515600" cy="4685514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Find 21% of $280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First, we find 10% by dividing by 10 (moving the decimal 1 spot to the left)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280 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÷10=28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/>
                  <a:t>10% = 28 </a:t>
                </a:r>
              </a:p>
              <a:p>
                <a:pPr marL="0" indent="0">
                  <a:buNone/>
                </a:pPr>
                <a:r>
                  <a:rPr lang="en-US" dirty="0"/>
                  <a:t>Which we can double to get 20%</a:t>
                </a:r>
              </a:p>
              <a:p>
                <a:pPr marL="0" indent="0">
                  <a:buNone/>
                </a:pPr>
                <a:r>
                  <a:rPr lang="en-US" dirty="0"/>
                  <a:t>20% = 56 </a:t>
                </a:r>
              </a:p>
              <a:p>
                <a:pPr marL="0" indent="0">
                  <a:buNone/>
                </a:pPr>
                <a:r>
                  <a:rPr lang="en-US" dirty="0"/>
                  <a:t>To get 1% we divide the 10% by 10 again…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28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÷10=2.8 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/>
                  <a:t>56 + 2.8 = $58.8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5DB212-7E68-9D5F-7AB8-DCC10BB599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91449"/>
                <a:ext cx="10515600" cy="4685514"/>
              </a:xfrm>
              <a:blipFill>
                <a:blip r:embed="rId2"/>
                <a:stretch>
                  <a:fillRect l="-1217" t="-299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3260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A1CCB-D496-48E3-BA24-D5DE4130D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Examples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BFF26-9888-4348-BC7C-B4E2DB743B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AU" dirty="0"/>
              <a:t>1% of 890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10% of 240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10% of 356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5% of 240 </a:t>
            </a:r>
          </a:p>
          <a:p>
            <a:pPr marL="0" indent="0">
              <a:buNone/>
            </a:pPr>
            <a:r>
              <a:rPr lang="en-AU" dirty="0"/>
              <a:t>(find 10% then half it)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20% of 240 </a:t>
            </a:r>
          </a:p>
          <a:p>
            <a:pPr marL="0" indent="0">
              <a:buNone/>
            </a:pPr>
            <a:r>
              <a:rPr lang="en-AU" dirty="0"/>
              <a:t>(find 10% and double it)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7E67877-B491-9654-BD92-2761CFD0657A}"/>
                  </a:ext>
                </a:extLst>
              </p:cNvPr>
              <p:cNvSpPr txBox="1"/>
              <p:nvPr/>
            </p:nvSpPr>
            <p:spPr>
              <a:xfrm>
                <a:off x="6667131" y="1762217"/>
                <a:ext cx="3524435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890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÷100=8.9 </m:t>
                      </m:r>
                    </m:oMath>
                  </m:oMathPara>
                </a14:m>
                <a:endParaRPr lang="en-US" sz="2800" b="0" dirty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endParaRPr lang="en-AU" sz="2800" dirty="0">
                  <a:solidFill>
                    <a:srgbClr val="FF0000"/>
                  </a:solidFill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240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÷10=24 </m:t>
                      </m:r>
                    </m:oMath>
                  </m:oMathPara>
                </a14:m>
                <a:endParaRPr lang="en-US" sz="2800" b="0" dirty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endParaRPr lang="en-AU" sz="2800" dirty="0">
                  <a:solidFill>
                    <a:srgbClr val="FF0000"/>
                  </a:solidFill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356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÷10=35.6</m:t>
                      </m:r>
                    </m:oMath>
                  </m:oMathPara>
                </a14:m>
                <a:endParaRPr lang="en-US" sz="2800" b="0" dirty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endParaRPr lang="en-AU" sz="2800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AU" sz="2800" dirty="0">
                    <a:solidFill>
                      <a:srgbClr val="FF0000"/>
                    </a:solidFill>
                  </a:rPr>
                  <a:t>Half 24 = 12 </a:t>
                </a:r>
              </a:p>
              <a:p>
                <a:pPr algn="ctr"/>
                <a:endParaRPr lang="en-AU" sz="2800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AU" sz="2800" dirty="0">
                    <a:solidFill>
                      <a:srgbClr val="FF0000"/>
                    </a:solidFill>
                  </a:rPr>
                  <a:t>Double 24 = 48 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7E67877-B491-9654-BD92-2761CFD065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131" y="1762217"/>
                <a:ext cx="3524435" cy="3970318"/>
              </a:xfrm>
              <a:prstGeom prst="rect">
                <a:avLst/>
              </a:prstGeom>
              <a:blipFill>
                <a:blip r:embed="rId2"/>
                <a:stretch>
                  <a:fillRect b="-35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6424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FCC03-BD38-4469-8D87-185160837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Whiteboards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060DB-3CF6-41C4-A0A0-1C3EFD6E20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Find 10%, 5% and 1% of the following amounts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$80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120g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1500L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642D44-30D3-4CB4-BAF9-186516ADFB3D}"/>
              </a:ext>
            </a:extLst>
          </p:cNvPr>
          <p:cNvSpPr txBox="1"/>
          <p:nvPr/>
        </p:nvSpPr>
        <p:spPr>
          <a:xfrm>
            <a:off x="7990178" y="2848067"/>
            <a:ext cx="30983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Find 85% of 160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BB4F05-2E9B-EF7F-EB21-13BCED00A3CD}"/>
              </a:ext>
            </a:extLst>
          </p:cNvPr>
          <p:cNvSpPr txBox="1"/>
          <p:nvPr/>
        </p:nvSpPr>
        <p:spPr>
          <a:xfrm>
            <a:off x="4429958" y="2464835"/>
            <a:ext cx="151512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10% = </a:t>
            </a:r>
          </a:p>
          <a:p>
            <a:endParaRPr lang="en-US" sz="2800" b="1" dirty="0"/>
          </a:p>
          <a:p>
            <a:r>
              <a:rPr lang="en-US" sz="2800" b="1" dirty="0"/>
              <a:t>5% = </a:t>
            </a:r>
          </a:p>
          <a:p>
            <a:endParaRPr lang="en-US" sz="2800" b="1" dirty="0"/>
          </a:p>
          <a:p>
            <a:r>
              <a:rPr lang="en-US" sz="2800" b="1" dirty="0"/>
              <a:t>1% = </a:t>
            </a:r>
            <a:endParaRPr lang="en-AU" sz="2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6F6D23-AB8D-0A54-C806-6FE8861892FB}"/>
              </a:ext>
            </a:extLst>
          </p:cNvPr>
          <p:cNvSpPr txBox="1"/>
          <p:nvPr/>
        </p:nvSpPr>
        <p:spPr>
          <a:xfrm>
            <a:off x="5740525" y="3357386"/>
            <a:ext cx="12517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4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9C409A-EC57-C23D-8ECD-62A81844E442}"/>
              </a:ext>
            </a:extLst>
          </p:cNvPr>
          <p:cNvSpPr txBox="1"/>
          <p:nvPr/>
        </p:nvSpPr>
        <p:spPr>
          <a:xfrm>
            <a:off x="5740525" y="2617235"/>
            <a:ext cx="12517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8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5B9E72-6C09-6AD9-DE2B-E5D9E8733A16}"/>
              </a:ext>
            </a:extLst>
          </p:cNvPr>
          <p:cNvSpPr txBox="1"/>
          <p:nvPr/>
        </p:nvSpPr>
        <p:spPr>
          <a:xfrm>
            <a:off x="5740525" y="4227428"/>
            <a:ext cx="12517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0.8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770C6A-F2EE-D105-989C-D402FA83660F}"/>
              </a:ext>
            </a:extLst>
          </p:cNvPr>
          <p:cNvSpPr/>
          <p:nvPr/>
        </p:nvSpPr>
        <p:spPr>
          <a:xfrm>
            <a:off x="5430365" y="2411088"/>
            <a:ext cx="1515122" cy="23542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3E0D7E-8782-DCBD-1DD6-0117257154A8}"/>
              </a:ext>
            </a:extLst>
          </p:cNvPr>
          <p:cNvSpPr txBox="1"/>
          <p:nvPr/>
        </p:nvSpPr>
        <p:spPr>
          <a:xfrm>
            <a:off x="5621046" y="3362201"/>
            <a:ext cx="12517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6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407C56-3298-92B9-ED1C-CDAF813C6FA4}"/>
              </a:ext>
            </a:extLst>
          </p:cNvPr>
          <p:cNvSpPr txBox="1"/>
          <p:nvPr/>
        </p:nvSpPr>
        <p:spPr>
          <a:xfrm>
            <a:off x="5614573" y="2442324"/>
            <a:ext cx="12517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12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C4A5D1-249B-BC17-10BD-3D0FBFC49E57}"/>
              </a:ext>
            </a:extLst>
          </p:cNvPr>
          <p:cNvSpPr txBox="1"/>
          <p:nvPr/>
        </p:nvSpPr>
        <p:spPr>
          <a:xfrm>
            <a:off x="5621046" y="4258877"/>
            <a:ext cx="12517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1.2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1AB8117-C1C9-AFBD-6284-C442A40D556F}"/>
              </a:ext>
            </a:extLst>
          </p:cNvPr>
          <p:cNvSpPr/>
          <p:nvPr/>
        </p:nvSpPr>
        <p:spPr>
          <a:xfrm>
            <a:off x="5344911" y="2395695"/>
            <a:ext cx="1515122" cy="23542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3B6E65-283F-F72B-CFCD-D5538832C5D3}"/>
              </a:ext>
            </a:extLst>
          </p:cNvPr>
          <p:cNvSpPr txBox="1"/>
          <p:nvPr/>
        </p:nvSpPr>
        <p:spPr>
          <a:xfrm>
            <a:off x="5476597" y="3402175"/>
            <a:ext cx="12517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75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4381EF-24AB-8C82-98F5-6283B5762EC7}"/>
              </a:ext>
            </a:extLst>
          </p:cNvPr>
          <p:cNvSpPr txBox="1"/>
          <p:nvPr/>
        </p:nvSpPr>
        <p:spPr>
          <a:xfrm>
            <a:off x="8758285" y="3765763"/>
            <a:ext cx="12517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136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0F351F-A599-0763-1948-F716C9A21877}"/>
              </a:ext>
            </a:extLst>
          </p:cNvPr>
          <p:cNvSpPr txBox="1"/>
          <p:nvPr/>
        </p:nvSpPr>
        <p:spPr>
          <a:xfrm>
            <a:off x="5476597" y="4298851"/>
            <a:ext cx="12517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15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22FB67-0B32-4791-E06D-547E41CBF776}"/>
              </a:ext>
            </a:extLst>
          </p:cNvPr>
          <p:cNvSpPr txBox="1"/>
          <p:nvPr/>
        </p:nvSpPr>
        <p:spPr>
          <a:xfrm>
            <a:off x="5461343" y="2482298"/>
            <a:ext cx="12517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150</a:t>
            </a:r>
            <a:endParaRPr lang="en-AU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9062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6" grpId="0"/>
      <p:bldP spid="7" grpId="0"/>
      <p:bldP spid="8" grpId="0"/>
      <p:bldP spid="12" grpId="0" animBg="1"/>
      <p:bldP spid="9" grpId="0"/>
      <p:bldP spid="10" grpId="0"/>
      <p:bldP spid="11" grpId="0"/>
      <p:bldP spid="13" grpId="0" animBg="1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D5D25-B694-969A-502E-12B5E2BD8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Individual practice – Page 190 </a:t>
            </a:r>
            <a:endParaRPr lang="en-A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A87726-811D-FB51-7194-0BA6941347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Not confident?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055BB4-949B-D372-BB1E-A462E0AEFD6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Questions 1 – 12.</a:t>
            </a:r>
            <a:endParaRPr lang="en-AU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1061B9D-FCC3-C062-5FD9-5C43492F8B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/>
              <a:t>Confident? </a:t>
            </a:r>
            <a:endParaRPr lang="en-AU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F1E01F3-F484-4AFF-167C-8B181F3A088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AU" dirty="0"/>
          </a:p>
          <a:p>
            <a:pPr marL="0" indent="0" algn="ctr">
              <a:buNone/>
            </a:pPr>
            <a:r>
              <a:rPr lang="en-AU" dirty="0"/>
              <a:t>Start at question 5 go to 12. </a:t>
            </a:r>
          </a:p>
        </p:txBody>
      </p:sp>
    </p:spTree>
    <p:extLst>
      <p:ext uri="{BB962C8B-B14F-4D97-AF65-F5344CB8AC3E}">
        <p14:creationId xmlns:p14="http://schemas.microsoft.com/office/powerpoint/2010/main" val="1168966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268</Words>
  <Application>Microsoft Office PowerPoint</Application>
  <PresentationFormat>Widescreen</PresentationFormat>
  <Paragraphs>111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Wingdings</vt:lpstr>
      <vt:lpstr>Office Theme</vt:lpstr>
      <vt:lpstr>Lesson objective </vt:lpstr>
      <vt:lpstr>Daily review </vt:lpstr>
      <vt:lpstr>Moving decimals </vt:lpstr>
      <vt:lpstr>Exercise books – 5 minutes </vt:lpstr>
      <vt:lpstr>Answers</vt:lpstr>
      <vt:lpstr>Percent of an amount</vt:lpstr>
      <vt:lpstr>Examples </vt:lpstr>
      <vt:lpstr>Whiteboards </vt:lpstr>
      <vt:lpstr>Individual practice – Page 190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 </dc:title>
  <dc:creator>DAVIES Rhys [Busselton Senior High School]</dc:creator>
  <cp:lastModifiedBy>DAVIES Rhys [Busselton Senior High School]</cp:lastModifiedBy>
  <cp:revision>1</cp:revision>
  <dcterms:created xsi:type="dcterms:W3CDTF">2023-06-12T02:36:17Z</dcterms:created>
  <dcterms:modified xsi:type="dcterms:W3CDTF">2023-06-12T03:14:33Z</dcterms:modified>
</cp:coreProperties>
</file>