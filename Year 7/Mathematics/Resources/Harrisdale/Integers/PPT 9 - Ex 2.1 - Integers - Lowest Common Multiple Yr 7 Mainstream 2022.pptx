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47" r:id="rId2"/>
    <p:sldId id="293" r:id="rId3"/>
    <p:sldId id="344" r:id="rId4"/>
    <p:sldId id="346" r:id="rId5"/>
    <p:sldId id="642" r:id="rId6"/>
    <p:sldId id="643" r:id="rId7"/>
    <p:sldId id="649" r:id="rId8"/>
    <p:sldId id="644" r:id="rId9"/>
    <p:sldId id="645" r:id="rId10"/>
    <p:sldId id="648" r:id="rId11"/>
    <p:sldId id="650" r:id="rId12"/>
    <p:sldId id="646" r:id="rId13"/>
    <p:sldId id="540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" initials="E" lastIdx="1" clrIdx="0">
    <p:extLst>
      <p:ext uri="{19B8F6BF-5375-455C-9EA6-DF929625EA0E}">
        <p15:presenceInfo xmlns:p15="http://schemas.microsoft.com/office/powerpoint/2012/main" userId="El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84" d="100"/>
          <a:sy n="84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13/01/2022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find common multiples of two numbers.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8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513247" y="1303945"/>
            <a:ext cx="7943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find common multiples </a:t>
            </a:r>
            <a:r>
              <a:rPr lang="en-AU" sz="3200" b="1" dirty="0" smtClean="0">
                <a:cs typeface="Arial" panose="020B0604020202020204" pitchFamily="34" charset="0"/>
              </a:rPr>
              <a:t>of </a:t>
            </a:r>
            <a:r>
              <a:rPr lang="en-AU" sz="3200" b="1" dirty="0">
                <a:cs typeface="Arial" panose="020B0604020202020204" pitchFamily="34" charset="0"/>
              </a:rPr>
              <a:t>two numbers.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46993" y="4197215"/>
            <a:ext cx="85254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>
                <a:cs typeface="Arial" panose="020B0604020202020204" pitchFamily="34" charset="0"/>
              </a:rPr>
              <a:t>Find the first 10 multiples of a number.</a:t>
            </a:r>
            <a:endParaRPr lang="en-AU" sz="2800" b="1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>
                <a:cs typeface="Arial" panose="020B0604020202020204" pitchFamily="34" charset="0"/>
              </a:rPr>
              <a:t>Find the lowest common multiple of 2 numbers.</a:t>
            </a:r>
            <a:endParaRPr lang="en-AU" sz="2800" b="1" dirty="0"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444" y="4661445"/>
            <a:ext cx="3797850" cy="205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7D44FF2-7A7C-4B83-A429-5B7509335F73}"/>
              </a:ext>
            </a:extLst>
          </p:cNvPr>
          <p:cNvSpPr txBox="1"/>
          <p:nvPr/>
        </p:nvSpPr>
        <p:spPr>
          <a:xfrm>
            <a:off x="277512" y="907121"/>
            <a:ext cx="116041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 smtClean="0"/>
              <a:t>Ms Podesta needs her class of 26 students to be divided into groups of 3 or 4 do an </a:t>
            </a:r>
            <a:r>
              <a:rPr lang="en-AU" sz="3600" dirty="0"/>
              <a:t>experiment. If she only has 7 Bunsen burners, how many groups does she need and how many students in each?</a:t>
            </a:r>
          </a:p>
          <a:p>
            <a:pPr algn="ctr"/>
            <a:r>
              <a:rPr lang="en-AU" sz="3600" dirty="0" smtClean="0"/>
              <a:t> </a:t>
            </a:r>
            <a:endParaRPr lang="en-AU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D44FF2-7A7C-4B83-A429-5B7509335F73}"/>
              </a:ext>
            </a:extLst>
          </p:cNvPr>
          <p:cNvSpPr txBox="1"/>
          <p:nvPr/>
        </p:nvSpPr>
        <p:spPr>
          <a:xfrm>
            <a:off x="159144" y="3325833"/>
            <a:ext cx="7780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 smtClean="0"/>
              <a:t>We can use factors and multiples to work this out: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44FF2-7A7C-4B83-A429-5B7509335F73}"/>
              </a:ext>
            </a:extLst>
          </p:cNvPr>
          <p:cNvSpPr txBox="1"/>
          <p:nvPr/>
        </p:nvSpPr>
        <p:spPr>
          <a:xfrm>
            <a:off x="1098365" y="4698185"/>
            <a:ext cx="59018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 smtClean="0">
                <a:solidFill>
                  <a:srgbClr val="C00000"/>
                </a:solidFill>
              </a:rPr>
              <a:t>Ms Podesta needs:</a:t>
            </a:r>
          </a:p>
          <a:p>
            <a:pPr algn="ctr"/>
            <a:r>
              <a:rPr lang="en-AU" sz="3600" dirty="0" smtClean="0">
                <a:solidFill>
                  <a:srgbClr val="C00000"/>
                </a:solidFill>
              </a:rPr>
              <a:t> 5 groups with 4 students and 2 groups of 3 students.</a:t>
            </a:r>
            <a:endParaRPr lang="en-AU" sz="3600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163099" y="2847111"/>
            <a:ext cx="3942222" cy="39422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5B6234-F289-4102-B8D8-9227B96C67E4}"/>
              </a:ext>
            </a:extLst>
          </p:cNvPr>
          <p:cNvSpPr txBox="1"/>
          <p:nvPr/>
        </p:nvSpPr>
        <p:spPr>
          <a:xfrm>
            <a:off x="0" y="0"/>
            <a:ext cx="201488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Relevance</a:t>
            </a:r>
          </a:p>
        </p:txBody>
      </p:sp>
    </p:spTree>
    <p:extLst>
      <p:ext uri="{BB962C8B-B14F-4D97-AF65-F5344CB8AC3E}">
        <p14:creationId xmlns:p14="http://schemas.microsoft.com/office/powerpoint/2010/main" val="294667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0B62E4-6985-4CF1-92EC-74D15614E52C}"/>
              </a:ext>
            </a:extLst>
          </p:cNvPr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875" y="923189"/>
            <a:ext cx="11375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Recognise this?</a:t>
            </a:r>
          </a:p>
          <a:p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3600" dirty="0">
                <a:cs typeface="Arial" panose="020B0604020202020204" pitchFamily="34" charset="0"/>
              </a:rPr>
              <a:t>2, 4, 6, 8, 10, 12…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875" y="2910698"/>
            <a:ext cx="1137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They are multiples of 2 and they go on forever…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7946" y="3518477"/>
            <a:ext cx="1137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and ever…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57887" y="4140148"/>
            <a:ext cx="1137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and ever…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0874" y="4582657"/>
            <a:ext cx="1137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What are </a:t>
            </a:r>
            <a:r>
              <a:rPr lang="en-AU" sz="3600" b="1" dirty="0" smtClean="0">
                <a:cs typeface="Arial" panose="020B0604020202020204" pitchFamily="34" charset="0"/>
              </a:rPr>
              <a:t>the first 5 </a:t>
            </a:r>
            <a:r>
              <a:rPr lang="en-AU" sz="3600" b="1" dirty="0">
                <a:cs typeface="Arial" panose="020B0604020202020204" pitchFamily="34" charset="0"/>
              </a:rPr>
              <a:t>multiples of 5?</a:t>
            </a:r>
            <a:endParaRPr lang="en-AU" sz="3600" dirty="0"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2079" y="5488942"/>
            <a:ext cx="1137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cs typeface="Arial" panose="020B0604020202020204" pitchFamily="34" charset="0"/>
              </a:rPr>
              <a:t>Where do the multiples of 5 end?</a:t>
            </a:r>
            <a:endParaRPr lang="en-AU" sz="3600" dirty="0"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472" y="230616"/>
            <a:ext cx="23050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/>
          <p:cNvSpPr/>
          <p:nvPr/>
        </p:nvSpPr>
        <p:spPr>
          <a:xfrm>
            <a:off x="6033150" y="3768931"/>
            <a:ext cx="422982" cy="4296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7618564" y="3373021"/>
            <a:ext cx="422982" cy="3984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4333993" y="1749185"/>
            <a:ext cx="5430952" cy="6754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2977" y="68340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multiples </a:t>
            </a:r>
            <a:r>
              <a:rPr lang="en-AU" sz="2800" b="1" dirty="0">
                <a:cs typeface="Arial" panose="020B0604020202020204" pitchFamily="34" charset="0"/>
              </a:rPr>
              <a:t>of two numbers are any number that appears in the times table of </a:t>
            </a:r>
            <a:r>
              <a:rPr lang="en-AU" sz="2800" b="1" dirty="0" smtClean="0">
                <a:cs typeface="Arial" panose="020B0604020202020204" pitchFamily="34" charset="0"/>
              </a:rPr>
              <a:t>both </a:t>
            </a:r>
            <a:r>
              <a:rPr lang="en-AU" sz="2800" b="1" dirty="0">
                <a:cs typeface="Arial" panose="020B0604020202020204" pitchFamily="34" charset="0"/>
              </a:rPr>
              <a:t>of your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67075" y="1832911"/>
            <a:ext cx="5497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Common Multiples of 3 and 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030388" y="5510678"/>
            <a:ext cx="422982" cy="3896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7618564" y="4666391"/>
            <a:ext cx="422982" cy="3779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86118"/>
            <a:chOff x="660399" y="3602071"/>
            <a:chExt cx="2035631" cy="9861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</a:t>
              </a:r>
              <a:r>
                <a:rPr lang="en-AU" dirty="0" smtClean="0">
                  <a:solidFill>
                    <a:schemeClr val="tx1"/>
                  </a:solidFill>
                </a:rPr>
                <a:t>is a common multiple?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8152" y="2201550"/>
            <a:ext cx="2035631" cy="1300480"/>
            <a:chOff x="660399" y="3602071"/>
            <a:chExt cx="2035631" cy="130048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970590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</a:t>
              </a:r>
              <a:r>
                <a:rPr lang="en-AU" dirty="0" smtClean="0">
                  <a:solidFill>
                    <a:schemeClr val="tx1"/>
                  </a:solidFill>
                </a:rPr>
                <a:t>is the first common multiple of 3 and 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13963" y="2456795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99376" y="2454053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any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9003" y="3962157"/>
            <a:ext cx="35618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first 2 common multiples of 3 and 4 are 12 and 24.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7" y="1100775"/>
            <a:ext cx="2035631" cy="986118"/>
            <a:chOff x="660399" y="3602071"/>
            <a:chExt cx="2035631" cy="9861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you find a common multiple?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59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5" grpId="0" animBg="1"/>
      <p:bldP spid="13" grpId="0"/>
      <p:bldP spid="19" grpId="0" animBg="1"/>
      <p:bldP spid="20" grpId="0" animBg="1"/>
      <p:bldP spid="29" grpId="0"/>
      <p:bldP spid="8" grpId="0"/>
      <p:bldP spid="10" grpId="0"/>
      <p:bldP spid="40" grpId="0"/>
      <p:bldP spid="41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77" y="683400"/>
            <a:ext cx="92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multiples </a:t>
            </a:r>
            <a:r>
              <a:rPr lang="en-AU" sz="2800" b="1" dirty="0">
                <a:cs typeface="Arial" panose="020B0604020202020204" pitchFamily="34" charset="0"/>
              </a:rPr>
              <a:t>of two numbers are any number that appears in the times table of </a:t>
            </a:r>
            <a:r>
              <a:rPr lang="en-AU" sz="2800" b="1" dirty="0" smtClean="0">
                <a:cs typeface="Arial" panose="020B0604020202020204" pitchFamily="34" charset="0"/>
              </a:rPr>
              <a:t>both </a:t>
            </a:r>
            <a:r>
              <a:rPr lang="en-AU" sz="2800" b="1" dirty="0">
                <a:cs typeface="Arial" panose="020B0604020202020204" pitchFamily="34" charset="0"/>
              </a:rPr>
              <a:t>of your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86118"/>
            <a:chOff x="660399" y="3602071"/>
            <a:chExt cx="2035631" cy="9861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</a:t>
              </a:r>
              <a:r>
                <a:rPr lang="en-AU" dirty="0" smtClean="0">
                  <a:solidFill>
                    <a:schemeClr val="tx1"/>
                  </a:solidFill>
                </a:rPr>
                <a:t>is the first step?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any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9003" y="3962157"/>
            <a:ext cx="35618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first 3 common multiples of 2 and 6 are 6, 12 and 18.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37" name="Rectangle: Rounded Corners 16"/>
          <p:cNvSpPr/>
          <p:nvPr/>
        </p:nvSpPr>
        <p:spPr>
          <a:xfrm>
            <a:off x="6071934" y="3298426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: Rounded Corners 5"/>
          <p:cNvSpPr/>
          <p:nvPr/>
        </p:nvSpPr>
        <p:spPr>
          <a:xfrm>
            <a:off x="4582165" y="1659918"/>
            <a:ext cx="5368660" cy="618266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/>
          <p:cNvSpPr txBox="1"/>
          <p:nvPr/>
        </p:nvSpPr>
        <p:spPr>
          <a:xfrm>
            <a:off x="4582166" y="1703647"/>
            <a:ext cx="5368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Common Multiples of 2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: Rounded Corners 16"/>
          <p:cNvSpPr/>
          <p:nvPr/>
        </p:nvSpPr>
        <p:spPr>
          <a:xfrm>
            <a:off x="7896143" y="2448032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Rectangle: Rounded Corners 16"/>
          <p:cNvSpPr/>
          <p:nvPr/>
        </p:nvSpPr>
        <p:spPr>
          <a:xfrm>
            <a:off x="6084956" y="4566099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Rectangle: Rounded Corners 16"/>
          <p:cNvSpPr/>
          <p:nvPr/>
        </p:nvSpPr>
        <p:spPr>
          <a:xfrm>
            <a:off x="7908998" y="2881382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Rectangle: Rounded Corners 16"/>
          <p:cNvSpPr/>
          <p:nvPr/>
        </p:nvSpPr>
        <p:spPr>
          <a:xfrm>
            <a:off x="6084956" y="5852438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ectangle: Rounded Corners 16"/>
          <p:cNvSpPr/>
          <p:nvPr/>
        </p:nvSpPr>
        <p:spPr>
          <a:xfrm>
            <a:off x="7908998" y="3316022"/>
            <a:ext cx="546908" cy="40720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/>
          <p:cNvSpPr txBox="1"/>
          <p:nvPr/>
        </p:nvSpPr>
        <p:spPr>
          <a:xfrm>
            <a:off x="5414337" y="2388520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27854" y="2392186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1056949"/>
            <a:ext cx="2035631" cy="986118"/>
            <a:chOff x="660399" y="3602071"/>
            <a:chExt cx="2035631" cy="98611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</a:t>
              </a:r>
              <a:r>
                <a:rPr lang="en-AU" dirty="0" smtClean="0">
                  <a:solidFill>
                    <a:schemeClr val="tx1"/>
                  </a:solidFill>
                </a:rPr>
                <a:t>is the second step?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2123494"/>
            <a:ext cx="2035631" cy="1192528"/>
            <a:chOff x="660399" y="3602071"/>
            <a:chExt cx="2035631" cy="1192528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86263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you find the common multiples?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185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</a:t>
            </a:r>
            <a:r>
              <a:rPr lang="en-AU" sz="4800" dirty="0" smtClean="0">
                <a:latin typeface="Arial Black" panose="020B0A04020102020204" pitchFamily="34" charset="0"/>
              </a:rPr>
              <a:t>common multiples of 4 and 8?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8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12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16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24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495011" y="72044"/>
            <a:ext cx="517605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may be more than one!!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9034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4746173" y="1728779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8101" y="1779854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3 and 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300139" y="4217291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70" y="723194"/>
            <a:ext cx="10095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8066609" y="3364181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9514" y="2471172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2478" y="2471172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95382" y="3671167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LCM of 3 and 5 is 15.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068169" y="38300"/>
            <a:ext cx="2035631" cy="1213224"/>
            <a:chOff x="660399" y="3602071"/>
            <a:chExt cx="2035631" cy="98611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Lowest Common Multiple?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946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8" grpId="0"/>
      <p:bldP spid="11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5290032" y="2514433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61960" y="2565508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634821" y="405551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8132348" y="3632939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13311" y="4096766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LCM of 2 and 4 is 4.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88217" y="358066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1248" y="358066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many answers will you get for LCM?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06806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24" grpId="0"/>
      <p:bldP spid="30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5290032" y="2514433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61960" y="2565508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4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803685" y="4455482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8195497" y="4053800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13311" y="4096766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LCM of 4 and 6 is 12.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59325" y="357948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33235" y="357948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a LCM?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1264299"/>
            <a:ext cx="2035631" cy="1213224"/>
            <a:chOff x="660399" y="3602071"/>
            <a:chExt cx="2035631" cy="98611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many answers will you get for LCM?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44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24" grpId="0"/>
      <p:bldP spid="30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</a:t>
            </a:r>
            <a:r>
              <a:rPr lang="en-AU" sz="4800" dirty="0" smtClean="0">
                <a:latin typeface="Arial Black" panose="020B0A04020102020204" pitchFamily="34" charset="0"/>
              </a:rPr>
              <a:t>is the LCM of 8 and 10?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</a:t>
            </a:r>
            <a:r>
              <a:rPr lang="en-AU" sz="3200" dirty="0" smtClean="0"/>
              <a:t>10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</a:t>
            </a:r>
            <a:r>
              <a:rPr lang="en-AU" sz="3200" dirty="0"/>
              <a:t>2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</a:t>
            </a:r>
            <a:r>
              <a:rPr lang="en-AU" sz="3200" dirty="0" smtClean="0"/>
              <a:t>40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80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</a:t>
            </a:r>
            <a:r>
              <a:rPr lang="en-AU" sz="3200" dirty="0" smtClean="0"/>
              <a:t>100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8543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7C8BCE-DD7C-4646-8DF7-C42CCAC63A6F}"/>
              </a:ext>
            </a:extLst>
          </p:cNvPr>
          <p:cNvSpPr/>
          <p:nvPr/>
        </p:nvSpPr>
        <p:spPr>
          <a:xfrm>
            <a:off x="838899" y="931178"/>
            <a:ext cx="5292056" cy="53102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CC13010-879F-4BD7-9D1F-31B57807E1DD}"/>
              </a:ext>
            </a:extLst>
          </p:cNvPr>
          <p:cNvSpPr/>
          <p:nvPr/>
        </p:nvSpPr>
        <p:spPr>
          <a:xfrm>
            <a:off x="6344874" y="931178"/>
            <a:ext cx="5292056" cy="5310231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149CAD-61DE-497E-AAD8-3A367826254C}"/>
              </a:ext>
            </a:extLst>
          </p:cNvPr>
          <p:cNvSpPr txBox="1">
            <a:spLocks/>
          </p:cNvSpPr>
          <p:nvPr/>
        </p:nvSpPr>
        <p:spPr>
          <a:xfrm>
            <a:off x="1045826" y="1205646"/>
            <a:ext cx="4857227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Find the first </a:t>
            </a:r>
          </a:p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3 common multiples of: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9DE66-ABD5-4260-8511-3FF9BBE6A597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2A3AA85-A5BD-4B40-ADEC-1EF111A273D9}"/>
              </a:ext>
            </a:extLst>
          </p:cNvPr>
          <p:cNvSpPr txBox="1">
            <a:spLocks/>
          </p:cNvSpPr>
          <p:nvPr/>
        </p:nvSpPr>
        <p:spPr>
          <a:xfrm>
            <a:off x="6630099" y="1667040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Find the LCM of: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715602-80F3-44D7-94F1-CCA3C22F49CF}"/>
              </a:ext>
            </a:extLst>
          </p:cNvPr>
          <p:cNvSpPr txBox="1">
            <a:spLocks/>
          </p:cNvSpPr>
          <p:nvPr/>
        </p:nvSpPr>
        <p:spPr>
          <a:xfrm>
            <a:off x="1081209" y="2531209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2 and 8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4 and 6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3 and 9	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FA40E1-B292-4E77-9436-59D514D4702A}"/>
              </a:ext>
            </a:extLst>
          </p:cNvPr>
          <p:cNvSpPr txBox="1">
            <a:spLocks/>
          </p:cNvSpPr>
          <p:nvPr/>
        </p:nvSpPr>
        <p:spPr>
          <a:xfrm>
            <a:off x="7265293" y="2531209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5 and 8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4 and 7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3 and 6	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557F38A-2105-4489-B64D-B480141A0F84}"/>
              </a:ext>
            </a:extLst>
          </p:cNvPr>
          <p:cNvSpPr txBox="1">
            <a:spLocks/>
          </p:cNvSpPr>
          <p:nvPr/>
        </p:nvSpPr>
        <p:spPr>
          <a:xfrm>
            <a:off x="3840546" y="2531209"/>
            <a:ext cx="1938285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8, 16, 24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0363CBB-BE57-4B1C-BC94-53350750FB87}"/>
              </a:ext>
            </a:extLst>
          </p:cNvPr>
          <p:cNvSpPr txBox="1">
            <a:spLocks/>
          </p:cNvSpPr>
          <p:nvPr/>
        </p:nvSpPr>
        <p:spPr>
          <a:xfrm>
            <a:off x="3840546" y="3856772"/>
            <a:ext cx="2053691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12, 24, 36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38B8A-53E6-4EE9-8D90-8355B14521ED}"/>
              </a:ext>
            </a:extLst>
          </p:cNvPr>
          <p:cNvSpPr txBox="1">
            <a:spLocks/>
          </p:cNvSpPr>
          <p:nvPr/>
        </p:nvSpPr>
        <p:spPr>
          <a:xfrm>
            <a:off x="3866141" y="5182335"/>
            <a:ext cx="2053691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9, 18, 27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C760549-7A5C-4849-BA6F-F2B910AEF148}"/>
              </a:ext>
            </a:extLst>
          </p:cNvPr>
          <p:cNvSpPr txBox="1">
            <a:spLocks/>
          </p:cNvSpPr>
          <p:nvPr/>
        </p:nvSpPr>
        <p:spPr>
          <a:xfrm>
            <a:off x="9818461" y="2531209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DFFC676-1034-4A4F-A08A-F6F9F6FB83A1}"/>
              </a:ext>
            </a:extLst>
          </p:cNvPr>
          <p:cNvSpPr txBox="1">
            <a:spLocks/>
          </p:cNvSpPr>
          <p:nvPr/>
        </p:nvSpPr>
        <p:spPr>
          <a:xfrm>
            <a:off x="9871866" y="3856772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910A2F6-E847-410B-A4A7-29E2451FB827}"/>
              </a:ext>
            </a:extLst>
          </p:cNvPr>
          <p:cNvSpPr txBox="1">
            <a:spLocks/>
          </p:cNvSpPr>
          <p:nvPr/>
        </p:nvSpPr>
        <p:spPr>
          <a:xfrm>
            <a:off x="9901639" y="5167588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0061" y="169233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58121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416902" y="1902176"/>
            <a:ext cx="11331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find common multiples </a:t>
            </a:r>
            <a:r>
              <a:rPr lang="en-AU" sz="3200" b="1" dirty="0" smtClean="0">
                <a:cs typeface="Arial" panose="020B0604020202020204" pitchFamily="34" charset="0"/>
              </a:rPr>
              <a:t>of </a:t>
            </a:r>
            <a:r>
              <a:rPr lang="en-AU" sz="3200" b="1" dirty="0">
                <a:cs typeface="Arial" panose="020B0604020202020204" pitchFamily="34" charset="0"/>
              </a:rPr>
              <a:t>two numbers.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99" y="3317025"/>
            <a:ext cx="3327465" cy="333673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57221E0-6DD2-4036-A37F-476BFFF6F12F}"/>
              </a:ext>
            </a:extLst>
          </p:cNvPr>
          <p:cNvSpPr/>
          <p:nvPr/>
        </p:nvSpPr>
        <p:spPr>
          <a:xfrm>
            <a:off x="416902" y="2723487"/>
            <a:ext cx="74094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How do you find the LCM of two numbers?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06" y="3507985"/>
            <a:ext cx="8399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606" y="4044169"/>
            <a:ext cx="8551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606" y="4580353"/>
            <a:ext cx="79417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606" y="5547424"/>
            <a:ext cx="78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Clearly write out your answer.</a:t>
            </a:r>
            <a:endParaRPr lang="en-AU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15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</a:t>
            </a:r>
            <a:r>
              <a:rPr lang="en-AU" dirty="0" smtClean="0"/>
              <a:t>2.1 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Questions</a:t>
            </a:r>
            <a:r>
              <a:rPr lang="en-AU" b="1"/>
              <a:t>: </a:t>
            </a:r>
            <a:r>
              <a:rPr lang="en-AU"/>
              <a:t>4</a:t>
            </a:r>
            <a:r>
              <a:rPr lang="en-AU" smtClean="0"/>
              <a:t> </a:t>
            </a: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8587</TotalTime>
  <Words>999</Words>
  <Application>Microsoft Office PowerPoint</Application>
  <PresentationFormat>Widescreen</PresentationFormat>
  <Paragraphs>238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342</cp:revision>
  <dcterms:created xsi:type="dcterms:W3CDTF">2017-02-09T01:19:14Z</dcterms:created>
  <dcterms:modified xsi:type="dcterms:W3CDTF">2022-01-13T02:28:17Z</dcterms:modified>
</cp:coreProperties>
</file>