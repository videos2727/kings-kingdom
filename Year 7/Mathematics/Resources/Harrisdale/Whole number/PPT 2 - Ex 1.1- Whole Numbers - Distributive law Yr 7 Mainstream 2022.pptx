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55" r:id="rId10"/>
    <p:sldId id="339" r:id="rId11"/>
    <p:sldId id="340" r:id="rId12"/>
    <p:sldId id="356" r:id="rId13"/>
    <p:sldId id="352" r:id="rId14"/>
    <p:sldId id="343" r:id="rId15"/>
    <p:sldId id="344" r:id="rId16"/>
    <p:sldId id="345" r:id="rId17"/>
    <p:sldId id="347" r:id="rId18"/>
    <p:sldId id="346" r:id="rId19"/>
    <p:sldId id="348" r:id="rId20"/>
    <p:sldId id="357" r:id="rId21"/>
    <p:sldId id="358" r:id="rId22"/>
    <p:sldId id="353" r:id="rId23"/>
    <p:sldId id="35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5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E6BB-3F3A-4F6B-B1A3-1BED2C0D8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7AD8D-FB3D-4914-BB5D-818758EB2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8957E-D038-423A-99B2-7DD963C7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93CF-02DA-4754-ABA7-7F244161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5201-3BEE-4664-9FA6-99D56DAC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94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F991-45BD-434D-938F-DA7880F4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FF1D-B8D9-4396-B980-BEC47350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971B-6BFD-4666-A1DC-41F636A4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6F19-1EC1-4319-85D4-12F5AF1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3663-A39F-4652-8D72-C1B4F41E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927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AF98-1640-450E-A226-B25E9CA0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48D7-DFF2-4524-AE2B-4B80BE04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576A-50F6-4868-A108-6FF78627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7C84-0507-489A-B7F0-4BBA10A2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9688-745C-4489-AAC1-9F5DB3A2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34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810-741E-451D-BCE5-1D316B67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8583-088A-476F-9051-128716E0C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FCBA3-4DEC-48DE-AB4E-407545973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D118-15A8-47E5-B278-523DA1B2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E444-DF00-400C-856D-5661CB14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164A2-FF6F-448D-A13D-3F5218E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70EB-7497-447A-A430-65CF2E3C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65AD4-5BBA-4CD3-854D-4DE31631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75E06-08EC-443D-9D13-1AED74033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49E9E-7936-4262-BB63-A3C3B192A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BF30D-FE73-4474-BF5A-A7D1CF0FB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772F-4623-4437-B453-EA03E27A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999F3-D264-43A4-93B0-C3DB52DD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231FD-EC30-4259-9775-B686788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178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E9D9-A393-4C0A-9356-0E693596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6077-0722-4D12-AAB8-B0EEF4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4317D-5128-4679-B68A-C7DEA022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46FD4-5FAA-4A41-9BE4-4571A1A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70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D25DF-3BF1-4861-8B1C-27D02D16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CCD06-4A81-4247-A5B8-310636EE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4B930-2934-495B-BBA4-E2923F02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88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A2CC-FE14-48E9-AD42-20DF7414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AAE5-BFCE-4FF8-BDAD-7FD97BAE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E9984-853C-4084-98F9-7102E6E5B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0748E-27CD-4123-AE14-A1DA889E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4FC2C-C940-4E68-8FF0-B8BE60B1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6AFF-B216-4FCA-85D7-5506461A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714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059D-0E89-49BE-BC20-63C9145D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3C52D-F2CA-4ECD-9E9E-9E07AE4E9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68AAF-1880-4450-92AE-057D7C1A4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1F028-2A1E-420A-B822-E027E5AB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49C1-749B-46C1-BF94-99D99144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5403-E0D1-4F2D-BD32-49092963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608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BC3C-2A7A-4FF5-A2CC-CD2A88CB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F2B1-D4A2-44EF-B6E6-D91066ED2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3E8A-FF2B-4CE3-99B5-973C5790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50A9D-9C13-4CEA-8D15-9320EEB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35B8-A899-4C97-9408-5E5A2E79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747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76357-A7B4-4880-A6C5-A09206ED9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4814-F4EA-4080-8E4B-F295043B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DC3E-A425-407E-A989-1B8CFFC8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51E8-8D38-477C-A14E-9A093556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AAED0-5359-472F-BE02-CA030AC6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32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A2657-6886-420B-BBA8-5EDFBF82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A261-3B16-47D1-AC48-DCBD0BD3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66C8-2718-4F6C-BDC8-FE56B9F04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F9F9-7A40-4966-8F32-A3E2821B366C}" type="datetimeFigureOut">
              <a:rPr lang="en-AU" smtClean="0"/>
              <a:t>1/02/2022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A221-EF99-4612-A124-79300C0E8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C3D-BB07-4531-8193-9661D1AB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0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use the distributive law and identify the associative and commutative laws 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0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14+3 and 3+14?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18 + 2 = 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+ 18 = 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6+8 and 8+6?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4951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4x7 and 7x4?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x 7 = 28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</a:t>
            </a:r>
            <a:r>
              <a:rPr lang="en-AU" sz="3200" b="1" dirty="0"/>
              <a:t>x</a:t>
            </a:r>
            <a:r>
              <a:rPr lang="en-AU" sz="3200" b="1" dirty="0" smtClean="0"/>
              <a:t> 4 = 28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3x8 and 8x3?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1267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4x10 and 10x4?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10 x 7 = 70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</a:t>
            </a:r>
            <a:r>
              <a:rPr lang="en-AU" sz="3200" b="1" dirty="0"/>
              <a:t>x</a:t>
            </a:r>
            <a:r>
              <a:rPr lang="en-AU" sz="3200" b="1" dirty="0" smtClean="0"/>
              <a:t> 10 = 70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10x8 and 8x10?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682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The order in which three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(4x10) x 2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4x(10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2)?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 x 7 x 2 =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3</a:t>
            </a:r>
            <a:r>
              <a:rPr lang="en-AU" sz="3200" b="1" dirty="0" smtClean="0"/>
              <a:t> x 2 x 7 =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associative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(10x2)x4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10x(2x4)?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7701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The order in which three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(4x5) x 2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4x(5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2)?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5 x 2 x 3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3 x 5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associative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(3x2)x4 </a:t>
              </a:r>
              <a:r>
                <a:rPr lang="en-AU" dirty="0">
                  <a:solidFill>
                    <a:schemeClr val="tx1"/>
                  </a:solidFill>
                </a:rPr>
                <a:t>and 3</a:t>
              </a:r>
              <a:r>
                <a:rPr lang="en-AU" dirty="0" smtClean="0">
                  <a:solidFill>
                    <a:schemeClr val="tx1"/>
                  </a:solidFill>
                </a:rPr>
                <a:t>x(2x4)?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938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place the 7 and 13 together?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+ 32 + 13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7 + 13 + 32   (swap the 32 and the 13)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20 </a:t>
            </a:r>
            <a:r>
              <a:rPr lang="en-AU" sz="3200" b="1" dirty="0" smtClean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52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16077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place the 5 and 5 together?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</a:t>
            </a:r>
            <a:r>
              <a:rPr lang="en-AU" sz="3200" b="1" dirty="0" smtClean="0"/>
              <a:t> + 32 + 5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5 + 5 + 32   (swap the 32 and the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 smtClean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4</a:t>
            </a:r>
            <a:r>
              <a:rPr lang="en-AU" sz="3200" b="1" dirty="0" smtClean="0">
                <a:solidFill>
                  <a:srgbClr val="FF0000"/>
                </a:solidFill>
              </a:rPr>
              <a:t>2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23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899115" y="149431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3</a:t>
            </a:r>
            <a:r>
              <a:rPr lang="en-AU" sz="3200" b="1" dirty="0" smtClean="0"/>
              <a:t> + 45 + </a:t>
            </a:r>
            <a:r>
              <a:rPr lang="en-AU" sz="3200" b="1" dirty="0"/>
              <a:t>2</a:t>
            </a:r>
            <a:r>
              <a:rPr lang="en-AU" sz="3200" b="1" dirty="0" smtClean="0"/>
              <a:t>7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76310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Mixed Practice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7338039" y="1448248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</a:t>
            </a:r>
            <a:r>
              <a:rPr lang="en-AU" sz="3200" b="1" dirty="0"/>
              <a:t>+</a:t>
            </a:r>
            <a:r>
              <a:rPr lang="en-AU" sz="3200" b="1" dirty="0" smtClean="0"/>
              <a:t> 22 + 34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64631" y="1561062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9606" y="24045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1373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swap the 13 and 5?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13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 x 5 x 13 (swap 13 and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/>
              <a:t>x</a:t>
            </a:r>
            <a:r>
              <a:rPr lang="en-AU" sz="3200" b="1" dirty="0" smtClean="0"/>
              <a:t>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130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0338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swap the 9 and 5?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9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 x 5 x 9 (swap 9 and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/>
              <a:t>x</a:t>
            </a:r>
            <a:r>
              <a:rPr lang="en-AU" sz="3200" b="1" dirty="0" smtClean="0"/>
              <a:t> 9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90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42699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899115" y="149431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33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76310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Mixed Practice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7338039" y="1448248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x 30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64631" y="1561062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9606" y="24045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68347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05148" y="1111972"/>
            <a:ext cx="9358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I will use the distributive law and identify the associative and commutative laws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414104" y="4440062"/>
            <a:ext cx="91409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/>
              <a:t>Use the distributive law to calculate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identify which of the associative, commutative and </a:t>
            </a:r>
            <a:r>
              <a:rPr lang="en-AU" sz="2800" b="1" dirty="0" smtClean="0"/>
              <a:t>distributive </a:t>
            </a:r>
            <a:r>
              <a:rPr lang="en-AU" sz="2800" b="1" dirty="0"/>
              <a:t>laws are being applied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dirty="0"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62E80-D033-4498-861C-98BA3DE7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29" y="2708146"/>
            <a:ext cx="3675267" cy="20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6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</a:t>
              </a:r>
              <a:r>
                <a:rPr lang="en-AU" dirty="0">
                  <a:solidFill>
                    <a:schemeClr val="tx1"/>
                  </a:solidFill>
                </a:rPr>
                <a:t>d</a:t>
              </a:r>
              <a:r>
                <a:rPr lang="en-AU" dirty="0" smtClean="0">
                  <a:solidFill>
                    <a:schemeClr val="tx1"/>
                  </a:solidFill>
                </a:rPr>
                <a:t>istributive law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</a:t>
              </a:r>
              <a:r>
                <a:rPr lang="en-AU" dirty="0">
                  <a:solidFill>
                    <a:schemeClr val="tx1"/>
                  </a:solidFill>
                </a:rPr>
                <a:t>distributive </a:t>
              </a:r>
              <a:r>
                <a:rPr lang="en-AU" dirty="0" smtClean="0">
                  <a:solidFill>
                    <a:schemeClr val="tx1"/>
                  </a:solidFill>
                </a:rPr>
                <a:t>law involve?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2328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x 16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3252609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43497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16 is a large number so we split it into 10 + 6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7845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</a:t>
              </a:r>
              <a:r>
                <a:rPr lang="en-AU" dirty="0">
                  <a:solidFill>
                    <a:schemeClr val="tx1"/>
                  </a:solidFill>
                </a:rPr>
                <a:t>d</a:t>
              </a:r>
              <a:r>
                <a:rPr lang="en-AU" dirty="0" smtClean="0">
                  <a:solidFill>
                    <a:schemeClr val="tx1"/>
                  </a:solidFill>
                </a:rPr>
                <a:t>istributive law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</a:t>
              </a:r>
              <a:r>
                <a:rPr lang="en-AU" dirty="0">
                  <a:solidFill>
                    <a:schemeClr val="tx1"/>
                  </a:solidFill>
                </a:rPr>
                <a:t>distributive </a:t>
              </a:r>
              <a:r>
                <a:rPr lang="en-AU" dirty="0" smtClean="0">
                  <a:solidFill>
                    <a:schemeClr val="tx1"/>
                  </a:solidFill>
                </a:rPr>
                <a:t>law involve?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2328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8 x 18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3252609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43497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18 is a large number so we split it into 10 + 8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0037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</a:t>
              </a:r>
              <a:r>
                <a:rPr lang="en-AU" dirty="0">
                  <a:solidFill>
                    <a:schemeClr val="tx1"/>
                  </a:solidFill>
                </a:rPr>
                <a:t>d</a:t>
              </a:r>
              <a:r>
                <a:rPr lang="en-AU" dirty="0" smtClean="0">
                  <a:solidFill>
                    <a:schemeClr val="tx1"/>
                  </a:solidFill>
                </a:rPr>
                <a:t>istributive law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</a:t>
              </a:r>
              <a:r>
                <a:rPr lang="en-AU" dirty="0">
                  <a:solidFill>
                    <a:schemeClr val="tx1"/>
                  </a:solidFill>
                </a:rPr>
                <a:t>distributive </a:t>
              </a:r>
              <a:r>
                <a:rPr lang="en-AU" dirty="0" smtClean="0">
                  <a:solidFill>
                    <a:schemeClr val="tx1"/>
                  </a:solidFill>
                </a:rPr>
                <a:t>law involve?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2328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</a:t>
            </a:r>
            <a:r>
              <a:rPr lang="en-AU" sz="3200" b="1" dirty="0" smtClean="0"/>
              <a:t> x 22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3252609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8377" y="43497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22 is a large number so we split it into 20 + 2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623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97723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269055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342888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 is a large number so we split it into 10 + 3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425330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(10 + 3)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0010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x10 + 2x3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65948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0 + 6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619960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6768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  <p:bldP spid="18" grpId="0"/>
      <p:bldP spid="19" grpId="0"/>
      <p:bldP spid="20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004951" y="1977236"/>
            <a:ext cx="149859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15 x 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4951" y="100872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004951" y="284756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9</a:t>
            </a:r>
            <a:r>
              <a:rPr lang="en-AU" sz="3200" b="1" dirty="0" smtClean="0"/>
              <a:t> x (10 + 5)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2275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923182" y="190094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6</a:t>
            </a:r>
            <a:r>
              <a:rPr lang="en-AU" sz="3200" b="1" dirty="0" smtClean="0"/>
              <a:t> x 43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4951" y="100872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54748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923182" y="190094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57 x </a:t>
            </a:r>
            <a:r>
              <a:rPr lang="en-AU" sz="3200" b="1" dirty="0"/>
              <a:t>8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4951" y="100872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147182" y="1900947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78 x 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189329" y="1849853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7125125" y="1897249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37 x 6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6353642" y="1912031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4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11182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15 x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776685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13 is the smaller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425330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 x (10 + 5)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0010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13x10 + 13x5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65948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130 + 65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619960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195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316" y="2458495"/>
            <a:ext cx="2427662" cy="37739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2963" y="2407187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004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build="p"/>
      <p:bldP spid="18" grpId="0"/>
      <p:bldP spid="19" grpId="0"/>
      <p:bldP spid="20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7778" y="1250855"/>
            <a:ext cx="6762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Lesson Objectives: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 dirty="0">
                <a:latin typeface="+mn-lt"/>
              </a:rPr>
              <a:t>What have we learnt today?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875B8-730A-4182-A181-5A8DBC604CE3}"/>
              </a:ext>
            </a:extLst>
          </p:cNvPr>
          <p:cNvSpPr txBox="1"/>
          <p:nvPr/>
        </p:nvSpPr>
        <p:spPr>
          <a:xfrm>
            <a:off x="363771" y="2019357"/>
            <a:ext cx="11178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I will use the distributive law and identify the associative and commutative laws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42782" y="302149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33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4941" y="354543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6549" y="406192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3</a:t>
            </a:r>
            <a:r>
              <a:rPr lang="en-AU" sz="3200" b="1" dirty="0" smtClean="0"/>
              <a:t>3 is a large number so we split it into 30 + 3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4941" y="457096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(30 + 3)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4941" y="505363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2x30 + 2x3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24941" y="553293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6</a:t>
            </a:r>
            <a:r>
              <a:rPr lang="en-AU" sz="3200" b="1" dirty="0" smtClean="0"/>
              <a:t>0 + 6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33585" y="596154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6</a:t>
            </a:r>
            <a:r>
              <a:rPr lang="en-AU" sz="3200" b="1" dirty="0" smtClean="0"/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2" name="Picture 2" descr="Image result for math me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452" y="3148342"/>
            <a:ext cx="3669172" cy="284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09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p"/>
      <p:bldP spid="19" grpId="0"/>
      <p:bldP spid="20" grpId="0"/>
      <p:bldP spid="2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</a:t>
            </a:r>
            <a:r>
              <a:rPr lang="en-AU" b="1" dirty="0" smtClean="0"/>
              <a:t>1.1  </a:t>
            </a:r>
            <a:endParaRPr lang="en-AU" b="1" dirty="0"/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b="1" dirty="0" smtClean="0"/>
              <a:t>2, 3</a:t>
            </a:r>
            <a:r>
              <a:rPr lang="en-AU" b="1" smtClean="0"/>
              <a:t>, 4, 5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0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4435</TotalTime>
  <Words>1104</Words>
  <Application>Microsoft Office PowerPoint</Application>
  <PresentationFormat>Widescreen</PresentationFormat>
  <Paragraphs>239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 Diep</dc:creator>
  <cp:lastModifiedBy>AHMAD Ammar [Harrisdale Senior High School]</cp:lastModifiedBy>
  <cp:revision>96</cp:revision>
  <dcterms:created xsi:type="dcterms:W3CDTF">2019-01-02T02:05:22Z</dcterms:created>
  <dcterms:modified xsi:type="dcterms:W3CDTF">2022-02-01T09:57:39Z</dcterms:modified>
</cp:coreProperties>
</file>