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handoutMasterIdLst>
    <p:handoutMasterId r:id="rId13"/>
  </p:handoutMasterIdLst>
  <p:sldIdLst>
    <p:sldId id="377" r:id="rId2"/>
    <p:sldId id="359" r:id="rId3"/>
    <p:sldId id="360" r:id="rId4"/>
    <p:sldId id="379" r:id="rId5"/>
    <p:sldId id="382" r:id="rId6"/>
    <p:sldId id="380" r:id="rId7"/>
    <p:sldId id="378" r:id="rId8"/>
    <p:sldId id="383" r:id="rId9"/>
    <p:sldId id="384" r:id="rId10"/>
    <p:sldId id="381" r:id="rId1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D2BA20-6710-40E3-8B86-3A6794CCC978}" v="30" dt="2019-08-12T22:18:20.793"/>
    <p1510:client id="{EF42C16F-12D3-42E5-AC4B-9BE1B96F506F}" v="1" dt="2019-08-13T05:13:24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15" autoAdjust="0"/>
    <p:restoredTop sz="94109" autoAdjust="0"/>
  </p:normalViewPr>
  <p:slideViewPr>
    <p:cSldViewPr>
      <p:cViewPr varScale="1">
        <p:scale>
          <a:sx n="107" d="100"/>
          <a:sy n="107" d="100"/>
        </p:scale>
        <p:origin x="424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327EC90-5FF6-43E7-9712-E285922FDFD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DEE0D1B-E8EF-4AE0-9AF5-DE40FD3B1D3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6C1D33A7-1E92-4EE2-AF56-B941477EE9A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3807FE5B-86F5-4F4A-9F88-A7FAD0B2D8A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E93DA263-729E-440F-8581-554FBE3264D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1DBBC06-7074-4DD0-9C06-A376228EFE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B878183-E5E6-4177-BD2D-7B3A51A1C7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9E0A34F7-9894-4CEF-847C-BC82D1B69FF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2757C813-93F0-48A3-B414-CD9E57E5C23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92916130-F08D-45A2-BF89-18C802B8F3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6B41EE24-D2C4-4B1A-86BC-7D629D5DA0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E072090B-E158-49D4-95D5-1DBCCDAE31D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8153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411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2090B-E158-49D4-95D5-1DBCCDAE31DA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561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527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2090B-E158-49D4-95D5-1DBCCDAE31DA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0386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7802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2090B-E158-49D4-95D5-1DBCCDAE31DA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9163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3327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2090B-E158-49D4-95D5-1DBCCDAE31DA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1266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2090B-E158-49D4-95D5-1DBCCDAE31DA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3588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/>
        </p:nvSpPr>
        <p:spPr>
          <a:xfrm>
            <a:off x="-33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29803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10151817" y="6164015"/>
            <a:ext cx="745600" cy="745600"/>
          </a:xfrm>
          <a:prstGeom prst="donut">
            <a:avLst>
              <a:gd name="adj" fmla="val 3104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35" name="Shape 35"/>
          <p:cNvSpPr/>
          <p:nvPr/>
        </p:nvSpPr>
        <p:spPr>
          <a:xfrm rot="2700000">
            <a:off x="32177" y="3625415"/>
            <a:ext cx="723512" cy="723512"/>
          </a:xfrm>
          <a:prstGeom prst="frame">
            <a:avLst>
              <a:gd name="adj1" fmla="val 28897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36" name="Shape 36"/>
          <p:cNvSpPr/>
          <p:nvPr/>
        </p:nvSpPr>
        <p:spPr>
          <a:xfrm rot="2700000">
            <a:off x="11333493" y="1377784"/>
            <a:ext cx="1074236" cy="1074236"/>
          </a:xfrm>
          <a:prstGeom prst="mathMultiply">
            <a:avLst>
              <a:gd name="adj1" fmla="val 2352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/>
          <p:nvPr/>
        </p:nvSpPr>
        <p:spPr>
          <a:xfrm>
            <a:off x="725933" y="1910121"/>
            <a:ext cx="834400" cy="834400"/>
          </a:xfrm>
          <a:prstGeom prst="donut">
            <a:avLst>
              <a:gd name="adj" fmla="val 3104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8" name="Shape 38"/>
          <p:cNvSpPr/>
          <p:nvPr/>
        </p:nvSpPr>
        <p:spPr>
          <a:xfrm rot="-1799860">
            <a:off x="11296902" y="4140939"/>
            <a:ext cx="809657" cy="809657"/>
          </a:xfrm>
          <a:prstGeom prst="frame">
            <a:avLst>
              <a:gd name="adj1" fmla="val 28897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39" name="Shape 39"/>
          <p:cNvSpPr/>
          <p:nvPr/>
        </p:nvSpPr>
        <p:spPr>
          <a:xfrm rot="-1527899">
            <a:off x="604271" y="5153229"/>
            <a:ext cx="1201973" cy="1201973"/>
          </a:xfrm>
          <a:prstGeom prst="mathMultiply">
            <a:avLst>
              <a:gd name="adj1" fmla="val 2352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40" name="Shape 40"/>
          <p:cNvSpPr/>
          <p:nvPr/>
        </p:nvSpPr>
        <p:spPr>
          <a:xfrm>
            <a:off x="2367704" y="4498771"/>
            <a:ext cx="600000" cy="600000"/>
          </a:xfrm>
          <a:prstGeom prst="donut">
            <a:avLst>
              <a:gd name="adj" fmla="val 3104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41" name="Shape 41"/>
          <p:cNvSpPr/>
          <p:nvPr/>
        </p:nvSpPr>
        <p:spPr>
          <a:xfrm>
            <a:off x="10007489" y="1108033"/>
            <a:ext cx="582400" cy="582400"/>
          </a:xfrm>
          <a:prstGeom prst="frame">
            <a:avLst>
              <a:gd name="adj1" fmla="val 28897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42" name="Shape 42"/>
          <p:cNvSpPr/>
          <p:nvPr/>
        </p:nvSpPr>
        <p:spPr>
          <a:xfrm rot="-722907">
            <a:off x="1978262" y="862969"/>
            <a:ext cx="864237" cy="864237"/>
          </a:xfrm>
          <a:prstGeom prst="mathMultiply">
            <a:avLst>
              <a:gd name="adj1" fmla="val 2352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43" name="Shape 43"/>
          <p:cNvSpPr/>
          <p:nvPr/>
        </p:nvSpPr>
        <p:spPr>
          <a:xfrm>
            <a:off x="9030600" y="-48484"/>
            <a:ext cx="530800" cy="530800"/>
          </a:xfrm>
          <a:prstGeom prst="donut">
            <a:avLst>
              <a:gd name="adj" fmla="val 3104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4" name="Shape 44"/>
          <p:cNvSpPr/>
          <p:nvPr/>
        </p:nvSpPr>
        <p:spPr>
          <a:xfrm rot="1498435">
            <a:off x="738283" y="364681"/>
            <a:ext cx="515389" cy="515389"/>
          </a:xfrm>
          <a:prstGeom prst="frame">
            <a:avLst>
              <a:gd name="adj1" fmla="val 28897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45" name="Shape 45"/>
          <p:cNvSpPr/>
          <p:nvPr/>
        </p:nvSpPr>
        <p:spPr>
          <a:xfrm>
            <a:off x="9387024" y="4416363"/>
            <a:ext cx="764800" cy="764800"/>
          </a:xfrm>
          <a:prstGeom prst="mathMultiply">
            <a:avLst>
              <a:gd name="adj1" fmla="val 2352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46" name="Shape 46"/>
          <p:cNvSpPr/>
          <p:nvPr/>
        </p:nvSpPr>
        <p:spPr>
          <a:xfrm>
            <a:off x="3857733" y="279967"/>
            <a:ext cx="357600" cy="357600"/>
          </a:xfrm>
          <a:prstGeom prst="donut">
            <a:avLst>
              <a:gd name="adj" fmla="val 3104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47" name="Shape 47"/>
          <p:cNvSpPr/>
          <p:nvPr/>
        </p:nvSpPr>
        <p:spPr>
          <a:xfrm>
            <a:off x="3231191" y="5679045"/>
            <a:ext cx="346800" cy="346800"/>
          </a:xfrm>
          <a:prstGeom prst="frame">
            <a:avLst>
              <a:gd name="adj1" fmla="val 28897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48" name="Shape 48"/>
          <p:cNvSpPr/>
          <p:nvPr/>
        </p:nvSpPr>
        <p:spPr>
          <a:xfrm>
            <a:off x="5372020" y="567305"/>
            <a:ext cx="514800" cy="514800"/>
          </a:xfrm>
          <a:prstGeom prst="mathMultiply">
            <a:avLst>
              <a:gd name="adj1" fmla="val 2352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49" name="Shape 49"/>
          <p:cNvSpPr/>
          <p:nvPr/>
        </p:nvSpPr>
        <p:spPr>
          <a:xfrm>
            <a:off x="10268367" y="2864667"/>
            <a:ext cx="357600" cy="357600"/>
          </a:xfrm>
          <a:prstGeom prst="donut">
            <a:avLst>
              <a:gd name="adj" fmla="val 3104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50" name="Shape 50"/>
          <p:cNvSpPr/>
          <p:nvPr/>
        </p:nvSpPr>
        <p:spPr>
          <a:xfrm>
            <a:off x="4553633" y="5932733"/>
            <a:ext cx="357600" cy="357600"/>
          </a:xfrm>
          <a:prstGeom prst="donut">
            <a:avLst>
              <a:gd name="adj" fmla="val 3104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51" name="Shape 51"/>
          <p:cNvSpPr/>
          <p:nvPr/>
        </p:nvSpPr>
        <p:spPr>
          <a:xfrm>
            <a:off x="1972320" y="2960772"/>
            <a:ext cx="514800" cy="514800"/>
          </a:xfrm>
          <a:prstGeom prst="mathMultiply">
            <a:avLst>
              <a:gd name="adj1" fmla="val 2352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52" name="Shape 52"/>
          <p:cNvSpPr/>
          <p:nvPr/>
        </p:nvSpPr>
        <p:spPr>
          <a:xfrm>
            <a:off x="7161687" y="5854139"/>
            <a:ext cx="514800" cy="514800"/>
          </a:xfrm>
          <a:prstGeom prst="mathMultiply">
            <a:avLst>
              <a:gd name="adj1" fmla="val 2352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53" name="Shape 53"/>
          <p:cNvSpPr/>
          <p:nvPr/>
        </p:nvSpPr>
        <p:spPr>
          <a:xfrm rot="-2700000">
            <a:off x="8449784" y="5797964"/>
            <a:ext cx="346765" cy="346765"/>
          </a:xfrm>
          <a:prstGeom prst="frame">
            <a:avLst>
              <a:gd name="adj1" fmla="val 28897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54" name="Shape 54"/>
          <p:cNvSpPr/>
          <p:nvPr/>
        </p:nvSpPr>
        <p:spPr>
          <a:xfrm>
            <a:off x="7423924" y="351079"/>
            <a:ext cx="346800" cy="346800"/>
          </a:xfrm>
          <a:prstGeom prst="frame">
            <a:avLst>
              <a:gd name="adj1" fmla="val 28897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ctrTitle"/>
          </p:nvPr>
        </p:nvSpPr>
        <p:spPr>
          <a:xfrm>
            <a:off x="2758467" y="1806333"/>
            <a:ext cx="6675200" cy="1546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 rtl="0">
              <a:spcBef>
                <a:spcPts val="0"/>
              </a:spcBef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subTitle" idx="1"/>
          </p:nvPr>
        </p:nvSpPr>
        <p:spPr>
          <a:xfrm>
            <a:off x="3948867" y="3989933"/>
            <a:ext cx="4294400" cy="104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434343"/>
              </a:buClr>
              <a:buSzPts val="1800"/>
              <a:buNone/>
              <a:defRPr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434343"/>
              </a:buClr>
              <a:buSzPts val="1800"/>
              <a:buNone/>
              <a:defRPr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434343"/>
              </a:buClr>
              <a:buSzPts val="1800"/>
              <a:buNone/>
              <a:defRPr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434343"/>
              </a:buClr>
              <a:buSzPts val="1800"/>
              <a:buNone/>
              <a:defRPr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434343"/>
              </a:buClr>
              <a:buSzPts val="1800"/>
              <a:buNone/>
              <a:defRPr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434343"/>
              </a:buClr>
              <a:buSzPts val="1800"/>
              <a:buNone/>
              <a:defRPr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7" name="Shape 57"/>
          <p:cNvSpPr/>
          <p:nvPr/>
        </p:nvSpPr>
        <p:spPr>
          <a:xfrm>
            <a:off x="5878769" y="3465199"/>
            <a:ext cx="434400" cy="434400"/>
          </a:xfrm>
          <a:prstGeom prst="mathMultiply">
            <a:avLst>
              <a:gd name="adj1" fmla="val 23520"/>
            </a:avLst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244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2710233" y="2882400"/>
            <a:ext cx="6771600" cy="10932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 rtl="0">
              <a:spcBef>
                <a:spcPts val="0"/>
              </a:spcBef>
              <a:buSzPts val="2400"/>
              <a:buChar char="×"/>
              <a:defRPr sz="2400" i="1"/>
            </a:lvl1pPr>
            <a:lvl2pPr lvl="1" algn="ctr" rtl="0">
              <a:spcBef>
                <a:spcPts val="0"/>
              </a:spcBef>
              <a:buSzPts val="2400"/>
              <a:buChar char="×"/>
              <a:defRPr i="1"/>
            </a:lvl2pPr>
            <a:lvl3pPr lvl="2" algn="ctr" rtl="0">
              <a:spcBef>
                <a:spcPts val="0"/>
              </a:spcBef>
              <a:buSzPts val="2400"/>
              <a:buChar char="×"/>
              <a:defRPr i="1"/>
            </a:lvl3pPr>
            <a:lvl4pPr lvl="3" algn="ctr" rtl="0">
              <a:spcBef>
                <a:spcPts val="0"/>
              </a:spcBef>
              <a:buSzPts val="2400"/>
              <a:buChar char="×"/>
              <a:defRPr sz="2400" i="1"/>
            </a:lvl4pPr>
            <a:lvl5pPr lvl="4" algn="ctr" rtl="0">
              <a:spcBef>
                <a:spcPts val="0"/>
              </a:spcBef>
              <a:buSzPts val="2400"/>
              <a:buChar char="×"/>
              <a:defRPr sz="2400" i="1"/>
            </a:lvl5pPr>
            <a:lvl6pPr lvl="5" algn="ctr" rtl="0">
              <a:spcBef>
                <a:spcPts val="0"/>
              </a:spcBef>
              <a:buSzPts val="2400"/>
              <a:buChar char="×"/>
              <a:defRPr sz="2400" i="1"/>
            </a:lvl6pPr>
            <a:lvl7pPr lvl="6" algn="ctr" rtl="0">
              <a:spcBef>
                <a:spcPts val="0"/>
              </a:spcBef>
              <a:buSzPts val="2400"/>
              <a:buChar char="●"/>
              <a:defRPr sz="2400" i="1"/>
            </a:lvl7pPr>
            <a:lvl8pPr lvl="7" algn="ctr" rtl="0">
              <a:spcBef>
                <a:spcPts val="0"/>
              </a:spcBef>
              <a:buSzPts val="2400"/>
              <a:buChar char="○"/>
              <a:defRPr sz="2400" i="1"/>
            </a:lvl8pPr>
            <a:lvl9pPr lvl="8" algn="ctr">
              <a:spcBef>
                <a:spcPts val="0"/>
              </a:spcBef>
              <a:buSzPts val="2400"/>
              <a:buChar char="■"/>
              <a:defRPr sz="2400" i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0" name="Shape 60"/>
          <p:cNvSpPr txBox="1"/>
          <p:nvPr/>
        </p:nvSpPr>
        <p:spPr>
          <a:xfrm>
            <a:off x="4791200" y="940225"/>
            <a:ext cx="2609600" cy="871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en" sz="9600">
                <a:solidFill>
                  <a:srgbClr val="7BD100"/>
                </a:solidFill>
                <a:latin typeface="Varela Round"/>
                <a:ea typeface="Varela Round"/>
                <a:cs typeface="Varela Round"/>
                <a:sym typeface="Varela Round"/>
              </a:rPr>
              <a:t>“</a:t>
            </a:r>
          </a:p>
        </p:txBody>
      </p:sp>
      <p:sp>
        <p:nvSpPr>
          <p:cNvPr id="61" name="Shape 61"/>
          <p:cNvSpPr/>
          <p:nvPr/>
        </p:nvSpPr>
        <p:spPr>
          <a:xfrm>
            <a:off x="10151817" y="6164015"/>
            <a:ext cx="745600" cy="745600"/>
          </a:xfrm>
          <a:prstGeom prst="donut">
            <a:avLst>
              <a:gd name="adj" fmla="val 3104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62" name="Shape 62"/>
          <p:cNvSpPr/>
          <p:nvPr/>
        </p:nvSpPr>
        <p:spPr>
          <a:xfrm rot="2700000">
            <a:off x="32177" y="3625415"/>
            <a:ext cx="723512" cy="723512"/>
          </a:xfrm>
          <a:prstGeom prst="frame">
            <a:avLst>
              <a:gd name="adj1" fmla="val 28897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63" name="Shape 63"/>
          <p:cNvSpPr/>
          <p:nvPr/>
        </p:nvSpPr>
        <p:spPr>
          <a:xfrm rot="2700000">
            <a:off x="11333493" y="1377784"/>
            <a:ext cx="1074236" cy="1074236"/>
          </a:xfrm>
          <a:prstGeom prst="mathMultiply">
            <a:avLst>
              <a:gd name="adj1" fmla="val 2352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64" name="Shape 64"/>
          <p:cNvSpPr/>
          <p:nvPr/>
        </p:nvSpPr>
        <p:spPr>
          <a:xfrm>
            <a:off x="725933" y="1910121"/>
            <a:ext cx="834400" cy="834400"/>
          </a:xfrm>
          <a:prstGeom prst="donut">
            <a:avLst>
              <a:gd name="adj" fmla="val 3104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65" name="Shape 65"/>
          <p:cNvSpPr/>
          <p:nvPr/>
        </p:nvSpPr>
        <p:spPr>
          <a:xfrm rot="-1799860">
            <a:off x="11296902" y="4140939"/>
            <a:ext cx="809657" cy="809657"/>
          </a:xfrm>
          <a:prstGeom prst="frame">
            <a:avLst>
              <a:gd name="adj1" fmla="val 28897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66" name="Shape 66"/>
          <p:cNvSpPr/>
          <p:nvPr/>
        </p:nvSpPr>
        <p:spPr>
          <a:xfrm rot="-1527899">
            <a:off x="604271" y="5153229"/>
            <a:ext cx="1201973" cy="1201973"/>
          </a:xfrm>
          <a:prstGeom prst="mathMultiply">
            <a:avLst>
              <a:gd name="adj1" fmla="val 2352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67" name="Shape 67"/>
          <p:cNvSpPr/>
          <p:nvPr/>
        </p:nvSpPr>
        <p:spPr>
          <a:xfrm>
            <a:off x="2367704" y="4498771"/>
            <a:ext cx="600000" cy="600000"/>
          </a:xfrm>
          <a:prstGeom prst="donut">
            <a:avLst>
              <a:gd name="adj" fmla="val 3104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68" name="Shape 68"/>
          <p:cNvSpPr/>
          <p:nvPr/>
        </p:nvSpPr>
        <p:spPr>
          <a:xfrm>
            <a:off x="10007489" y="1108033"/>
            <a:ext cx="582400" cy="582400"/>
          </a:xfrm>
          <a:prstGeom prst="frame">
            <a:avLst>
              <a:gd name="adj1" fmla="val 28897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69" name="Shape 69"/>
          <p:cNvSpPr/>
          <p:nvPr/>
        </p:nvSpPr>
        <p:spPr>
          <a:xfrm rot="-722907">
            <a:off x="1978262" y="862969"/>
            <a:ext cx="864237" cy="864237"/>
          </a:xfrm>
          <a:prstGeom prst="mathMultiply">
            <a:avLst>
              <a:gd name="adj1" fmla="val 2352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70" name="Shape 70"/>
          <p:cNvSpPr/>
          <p:nvPr/>
        </p:nvSpPr>
        <p:spPr>
          <a:xfrm>
            <a:off x="9030600" y="-48484"/>
            <a:ext cx="530800" cy="530800"/>
          </a:xfrm>
          <a:prstGeom prst="donut">
            <a:avLst>
              <a:gd name="adj" fmla="val 3104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71" name="Shape 71"/>
          <p:cNvSpPr/>
          <p:nvPr/>
        </p:nvSpPr>
        <p:spPr>
          <a:xfrm rot="1498435">
            <a:off x="738283" y="364681"/>
            <a:ext cx="515389" cy="515389"/>
          </a:xfrm>
          <a:prstGeom prst="frame">
            <a:avLst>
              <a:gd name="adj1" fmla="val 28897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72" name="Shape 72"/>
          <p:cNvSpPr/>
          <p:nvPr/>
        </p:nvSpPr>
        <p:spPr>
          <a:xfrm>
            <a:off x="9387024" y="4416363"/>
            <a:ext cx="764800" cy="764800"/>
          </a:xfrm>
          <a:prstGeom prst="mathMultiply">
            <a:avLst>
              <a:gd name="adj1" fmla="val 2352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73" name="Shape 73"/>
          <p:cNvSpPr/>
          <p:nvPr/>
        </p:nvSpPr>
        <p:spPr>
          <a:xfrm>
            <a:off x="3857733" y="279967"/>
            <a:ext cx="357600" cy="357600"/>
          </a:xfrm>
          <a:prstGeom prst="donut">
            <a:avLst>
              <a:gd name="adj" fmla="val 3104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74" name="Shape 74"/>
          <p:cNvSpPr/>
          <p:nvPr/>
        </p:nvSpPr>
        <p:spPr>
          <a:xfrm>
            <a:off x="3231191" y="5679045"/>
            <a:ext cx="346800" cy="346800"/>
          </a:xfrm>
          <a:prstGeom prst="frame">
            <a:avLst>
              <a:gd name="adj1" fmla="val 28897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75" name="Shape 75"/>
          <p:cNvSpPr/>
          <p:nvPr/>
        </p:nvSpPr>
        <p:spPr>
          <a:xfrm>
            <a:off x="5372020" y="567305"/>
            <a:ext cx="514800" cy="514800"/>
          </a:xfrm>
          <a:prstGeom prst="mathMultiply">
            <a:avLst>
              <a:gd name="adj1" fmla="val 2352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76" name="Shape 76"/>
          <p:cNvSpPr/>
          <p:nvPr/>
        </p:nvSpPr>
        <p:spPr>
          <a:xfrm>
            <a:off x="10268367" y="2864667"/>
            <a:ext cx="357600" cy="357600"/>
          </a:xfrm>
          <a:prstGeom prst="donut">
            <a:avLst>
              <a:gd name="adj" fmla="val 3104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77" name="Shape 77"/>
          <p:cNvSpPr/>
          <p:nvPr/>
        </p:nvSpPr>
        <p:spPr>
          <a:xfrm>
            <a:off x="4553633" y="5932733"/>
            <a:ext cx="357600" cy="357600"/>
          </a:xfrm>
          <a:prstGeom prst="donut">
            <a:avLst>
              <a:gd name="adj" fmla="val 3104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78" name="Shape 78"/>
          <p:cNvSpPr/>
          <p:nvPr/>
        </p:nvSpPr>
        <p:spPr>
          <a:xfrm>
            <a:off x="1972320" y="2960772"/>
            <a:ext cx="514800" cy="514800"/>
          </a:xfrm>
          <a:prstGeom prst="mathMultiply">
            <a:avLst>
              <a:gd name="adj1" fmla="val 2352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79" name="Shape 79"/>
          <p:cNvSpPr/>
          <p:nvPr/>
        </p:nvSpPr>
        <p:spPr>
          <a:xfrm>
            <a:off x="7161687" y="5854139"/>
            <a:ext cx="514800" cy="514800"/>
          </a:xfrm>
          <a:prstGeom prst="mathMultiply">
            <a:avLst>
              <a:gd name="adj1" fmla="val 23520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80" name="Shape 80"/>
          <p:cNvSpPr/>
          <p:nvPr/>
        </p:nvSpPr>
        <p:spPr>
          <a:xfrm rot="-2700000">
            <a:off x="8449784" y="5797964"/>
            <a:ext cx="346765" cy="346765"/>
          </a:xfrm>
          <a:prstGeom prst="frame">
            <a:avLst>
              <a:gd name="adj1" fmla="val 28897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81" name="Shape 81"/>
          <p:cNvSpPr/>
          <p:nvPr/>
        </p:nvSpPr>
        <p:spPr>
          <a:xfrm>
            <a:off x="7423924" y="351079"/>
            <a:ext cx="346800" cy="346800"/>
          </a:xfrm>
          <a:prstGeom prst="frame">
            <a:avLst>
              <a:gd name="adj1" fmla="val 28897"/>
            </a:avLst>
          </a:prstGeom>
          <a:solidFill>
            <a:srgbClr val="667F8C">
              <a:alpha val="1500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428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/>
        </p:nvSpPr>
        <p:spPr>
          <a:xfrm>
            <a:off x="-33" y="0"/>
            <a:ext cx="12192000" cy="141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29803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Shape 84"/>
          <p:cNvSpPr/>
          <p:nvPr/>
        </p:nvSpPr>
        <p:spPr>
          <a:xfrm>
            <a:off x="0" y="1418000"/>
            <a:ext cx="12192000" cy="5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title"/>
          </p:nvPr>
        </p:nvSpPr>
        <p:spPr>
          <a:xfrm>
            <a:off x="1158067" y="0"/>
            <a:ext cx="9876000" cy="14180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ts val="2400"/>
              <a:buNone/>
              <a:defRPr/>
            </a:lvl1pPr>
            <a:lvl2pPr lvl="1">
              <a:spcBef>
                <a:spcPts val="0"/>
              </a:spcBef>
              <a:buSzPts val="2400"/>
              <a:buNone/>
              <a:defRPr/>
            </a:lvl2pPr>
            <a:lvl3pPr lvl="2">
              <a:spcBef>
                <a:spcPts val="0"/>
              </a:spcBef>
              <a:buSzPts val="2400"/>
              <a:buNone/>
              <a:defRPr/>
            </a:lvl3pPr>
            <a:lvl4pPr lvl="3">
              <a:spcBef>
                <a:spcPts val="0"/>
              </a:spcBef>
              <a:buSzPts val="2400"/>
              <a:buNone/>
              <a:defRPr/>
            </a:lvl4pPr>
            <a:lvl5pPr lvl="4">
              <a:spcBef>
                <a:spcPts val="0"/>
              </a:spcBef>
              <a:buSzPts val="2400"/>
              <a:buNone/>
              <a:defRPr/>
            </a:lvl5pPr>
            <a:lvl6pPr lvl="5">
              <a:spcBef>
                <a:spcPts val="0"/>
              </a:spcBef>
              <a:buSzPts val="2400"/>
              <a:buNone/>
              <a:defRPr/>
            </a:lvl6pPr>
            <a:lvl7pPr lvl="6">
              <a:spcBef>
                <a:spcPts val="0"/>
              </a:spcBef>
              <a:buSzPts val="2400"/>
              <a:buNone/>
              <a:defRPr/>
            </a:lvl7pPr>
            <a:lvl8pPr lvl="7">
              <a:spcBef>
                <a:spcPts val="0"/>
              </a:spcBef>
              <a:buSzPts val="2400"/>
              <a:buNone/>
              <a:defRPr/>
            </a:lvl8pPr>
            <a:lvl9pPr lvl="8">
              <a:spcBef>
                <a:spcPts val="0"/>
              </a:spcBef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1158067" y="1881867"/>
            <a:ext cx="9876000" cy="4686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Char char="×"/>
              <a:defRPr sz="2800"/>
            </a:lvl1pPr>
            <a:lvl2pPr lvl="1">
              <a:spcBef>
                <a:spcPts val="0"/>
              </a:spcBef>
              <a:buSzPts val="2800"/>
              <a:buChar char="×"/>
              <a:defRPr sz="2800"/>
            </a:lvl2pPr>
            <a:lvl3pPr lvl="2">
              <a:spcBef>
                <a:spcPts val="0"/>
              </a:spcBef>
              <a:buSzPts val="2800"/>
              <a:buChar char="×"/>
              <a:defRPr sz="2800"/>
            </a:lvl3pPr>
            <a:lvl4pPr lvl="3">
              <a:spcBef>
                <a:spcPts val="0"/>
              </a:spcBef>
              <a:buSzPts val="2800"/>
              <a:buChar char="×"/>
              <a:defRPr sz="2800"/>
            </a:lvl4pPr>
            <a:lvl5pPr lvl="4">
              <a:spcBef>
                <a:spcPts val="0"/>
              </a:spcBef>
              <a:buSzPts val="2800"/>
              <a:buChar char="×"/>
              <a:defRPr sz="2800"/>
            </a:lvl5pPr>
            <a:lvl6pPr lvl="5">
              <a:spcBef>
                <a:spcPts val="0"/>
              </a:spcBef>
              <a:buSzPts val="2800"/>
              <a:buChar char="×"/>
              <a:defRPr sz="2800"/>
            </a:lvl6pPr>
            <a:lvl7pPr lvl="6">
              <a:spcBef>
                <a:spcPts val="0"/>
              </a:spcBef>
              <a:buSzPts val="2800"/>
              <a:buChar char="●"/>
              <a:defRPr sz="2800"/>
            </a:lvl7pPr>
            <a:lvl8pPr lvl="7">
              <a:spcBef>
                <a:spcPts val="0"/>
              </a:spcBef>
              <a:buSzPts val="2800"/>
              <a:buChar char="○"/>
              <a:defRPr sz="2800"/>
            </a:lvl8pPr>
            <a:lvl9pPr lvl="8">
              <a:spcBef>
                <a:spcPts val="0"/>
              </a:spcBef>
              <a:buSzPts val="2800"/>
              <a:buChar char="■"/>
              <a:defRPr sz="2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7" name="Shape 87"/>
          <p:cNvSpPr/>
          <p:nvPr/>
        </p:nvSpPr>
        <p:spPr>
          <a:xfrm>
            <a:off x="800467" y="425567"/>
            <a:ext cx="357600" cy="357600"/>
          </a:xfrm>
          <a:prstGeom prst="donut">
            <a:avLst>
              <a:gd name="adj" fmla="val 3104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/>
          <p:nvPr/>
        </p:nvSpPr>
        <p:spPr>
          <a:xfrm>
            <a:off x="2361920" y="781972"/>
            <a:ext cx="514800" cy="514800"/>
          </a:xfrm>
          <a:prstGeom prst="mathMultiply">
            <a:avLst>
              <a:gd name="adj1" fmla="val 2352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89" name="Shape 89"/>
          <p:cNvSpPr/>
          <p:nvPr/>
        </p:nvSpPr>
        <p:spPr>
          <a:xfrm rot="-1295565">
            <a:off x="2293033" y="-18987"/>
            <a:ext cx="346732" cy="346732"/>
          </a:xfrm>
          <a:prstGeom prst="frame">
            <a:avLst>
              <a:gd name="adj1" fmla="val 28897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90" name="Shape 90"/>
          <p:cNvSpPr/>
          <p:nvPr/>
        </p:nvSpPr>
        <p:spPr>
          <a:xfrm>
            <a:off x="9465333" y="-24433"/>
            <a:ext cx="357600" cy="357600"/>
          </a:xfrm>
          <a:prstGeom prst="donut">
            <a:avLst>
              <a:gd name="adj" fmla="val 3104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91" name="Shape 91"/>
          <p:cNvSpPr/>
          <p:nvPr/>
        </p:nvSpPr>
        <p:spPr>
          <a:xfrm rot="1050327">
            <a:off x="9419552" y="1027518"/>
            <a:ext cx="514633" cy="514633"/>
          </a:xfrm>
          <a:prstGeom prst="mathMultiply">
            <a:avLst>
              <a:gd name="adj1" fmla="val 2352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92" name="Shape 92"/>
          <p:cNvSpPr/>
          <p:nvPr/>
        </p:nvSpPr>
        <p:spPr>
          <a:xfrm rot="1498139">
            <a:off x="10731398" y="1062350"/>
            <a:ext cx="346815" cy="346815"/>
          </a:xfrm>
          <a:prstGeom prst="frame">
            <a:avLst>
              <a:gd name="adj1" fmla="val 28897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93" name="Shape 93"/>
          <p:cNvSpPr/>
          <p:nvPr/>
        </p:nvSpPr>
        <p:spPr>
          <a:xfrm>
            <a:off x="363667" y="1219352"/>
            <a:ext cx="246800" cy="246800"/>
          </a:xfrm>
          <a:prstGeom prst="donut">
            <a:avLst>
              <a:gd name="adj" fmla="val 3104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94" name="Shape 94"/>
          <p:cNvSpPr/>
          <p:nvPr/>
        </p:nvSpPr>
        <p:spPr>
          <a:xfrm rot="1222482">
            <a:off x="144329" y="153525"/>
            <a:ext cx="355011" cy="355011"/>
          </a:xfrm>
          <a:prstGeom prst="mathMultiply">
            <a:avLst>
              <a:gd name="adj1" fmla="val 2352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95" name="Shape 95"/>
          <p:cNvSpPr/>
          <p:nvPr/>
        </p:nvSpPr>
        <p:spPr>
          <a:xfrm rot="2700000">
            <a:off x="1506808" y="961979"/>
            <a:ext cx="239285" cy="239285"/>
          </a:xfrm>
          <a:prstGeom prst="frame">
            <a:avLst>
              <a:gd name="adj1" fmla="val 28897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96" name="Shape 96"/>
          <p:cNvSpPr/>
          <p:nvPr/>
        </p:nvSpPr>
        <p:spPr>
          <a:xfrm>
            <a:off x="11730567" y="915952"/>
            <a:ext cx="246800" cy="246800"/>
          </a:xfrm>
          <a:prstGeom prst="donut">
            <a:avLst>
              <a:gd name="adj" fmla="val 3104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97" name="Shape 97"/>
          <p:cNvSpPr/>
          <p:nvPr/>
        </p:nvSpPr>
        <p:spPr>
          <a:xfrm>
            <a:off x="11245809" y="254091"/>
            <a:ext cx="355200" cy="355200"/>
          </a:xfrm>
          <a:prstGeom prst="mathMultiply">
            <a:avLst>
              <a:gd name="adj1" fmla="val 23520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98" name="Shape 98"/>
          <p:cNvSpPr/>
          <p:nvPr/>
        </p:nvSpPr>
        <p:spPr>
          <a:xfrm>
            <a:off x="10208383" y="425561"/>
            <a:ext cx="239200" cy="239200"/>
          </a:xfrm>
          <a:prstGeom prst="frame">
            <a:avLst>
              <a:gd name="adj1" fmla="val 28897"/>
            </a:avLst>
          </a:prstGeom>
          <a:solidFill>
            <a:srgbClr val="FFFFFF">
              <a:alpha val="24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731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40000" y="685800"/>
            <a:ext cx="8636000" cy="1752600"/>
          </a:xfrm>
        </p:spPr>
        <p:txBody>
          <a:bodyPr/>
          <a:lstStyle>
            <a:lvl1pPr algn="r">
              <a:defRPr sz="54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2133600"/>
            <a:ext cx="8636000" cy="1981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 i="1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FA243-2D54-4C93-B2B7-2AE9EDF5B3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448800" y="6248400"/>
            <a:ext cx="2032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E3D86-07CC-4868-8120-F5C4352FE4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080000" y="6248400"/>
            <a:ext cx="38608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34CC6-9C84-4E03-9D45-C7C9EF81DC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2946400" y="6248400"/>
            <a:ext cx="1625600" cy="457200"/>
          </a:xfrm>
        </p:spPr>
        <p:txBody>
          <a:bodyPr/>
          <a:lstStyle>
            <a:lvl1pPr>
              <a:defRPr/>
            </a:lvl1pPr>
          </a:lstStyle>
          <a:p>
            <a:fld id="{CB1B0158-8A4A-4A8C-98B9-88657C12BF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547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0" y="2667000"/>
            <a:ext cx="5892800" cy="3352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0" y="2667000"/>
            <a:ext cx="589280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611804-C603-4FC9-B14E-C4D11FDCAC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E25020-23C0-4E6C-8F15-2236B8D219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C732D7-14D8-41A4-8904-FB648F1F69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3A3F6E-E68F-4420-9F4A-ED75C553FA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7988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EA3E3C5-E11A-4BD2-9EE7-5A339A151C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B6FB7F-6CA6-47ED-978C-BE50255111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627D9F9-8859-48CF-A2C1-9DC47A60B2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D37315-44C8-4A1A-9D55-A145593F40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978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D1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41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Clr>
                <a:srgbClr val="FFFFFF"/>
              </a:buClr>
              <a:buSzPts val="2400"/>
              <a:buFont typeface="Varela Round"/>
              <a:buNone/>
              <a:defRPr sz="2400" b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algn="ctr">
              <a:spcBef>
                <a:spcPts val="0"/>
              </a:spcBef>
              <a:buClr>
                <a:srgbClr val="FFFFFF"/>
              </a:buClr>
              <a:buSzPts val="2400"/>
              <a:buFont typeface="Varela Round"/>
              <a:buNone/>
              <a:defRPr sz="2400" b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 algn="ctr">
              <a:spcBef>
                <a:spcPts val="0"/>
              </a:spcBef>
              <a:buClr>
                <a:srgbClr val="FFFFFF"/>
              </a:buClr>
              <a:buSzPts val="2400"/>
              <a:buFont typeface="Varela Round"/>
              <a:buNone/>
              <a:defRPr sz="2400" b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 algn="ctr">
              <a:spcBef>
                <a:spcPts val="0"/>
              </a:spcBef>
              <a:buClr>
                <a:srgbClr val="FFFFFF"/>
              </a:buClr>
              <a:buSzPts val="2400"/>
              <a:buFont typeface="Varela Round"/>
              <a:buNone/>
              <a:defRPr sz="2400" b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 algn="ctr">
              <a:spcBef>
                <a:spcPts val="0"/>
              </a:spcBef>
              <a:buClr>
                <a:srgbClr val="FFFFFF"/>
              </a:buClr>
              <a:buSzPts val="2400"/>
              <a:buFont typeface="Varela Round"/>
              <a:buNone/>
              <a:defRPr sz="2400" b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 algn="ctr">
              <a:spcBef>
                <a:spcPts val="0"/>
              </a:spcBef>
              <a:buClr>
                <a:srgbClr val="FFFFFF"/>
              </a:buClr>
              <a:buSzPts val="2400"/>
              <a:buFont typeface="Varela Round"/>
              <a:buNone/>
              <a:defRPr sz="2400" b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 algn="ctr">
              <a:spcBef>
                <a:spcPts val="0"/>
              </a:spcBef>
              <a:buClr>
                <a:srgbClr val="FFFFFF"/>
              </a:buClr>
              <a:buSzPts val="2400"/>
              <a:buFont typeface="Varela Round"/>
              <a:buNone/>
              <a:defRPr sz="2400" b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 algn="ctr">
              <a:spcBef>
                <a:spcPts val="0"/>
              </a:spcBef>
              <a:buClr>
                <a:srgbClr val="FFFFFF"/>
              </a:buClr>
              <a:buSzPts val="2400"/>
              <a:buFont typeface="Varela Round"/>
              <a:buNone/>
              <a:defRPr sz="2400" b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 algn="ctr">
              <a:spcBef>
                <a:spcPts val="0"/>
              </a:spcBef>
              <a:buClr>
                <a:srgbClr val="FFFFFF"/>
              </a:buClr>
              <a:buSzPts val="2400"/>
              <a:buFont typeface="Varela Round"/>
              <a:buNone/>
              <a:defRPr sz="2400" b="1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8067" y="1881867"/>
            <a:ext cx="9876000" cy="468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7BD100"/>
              </a:buClr>
              <a:buSzPts val="3000"/>
              <a:buFont typeface="Varela Round"/>
              <a:buChar char="×"/>
              <a:defRPr sz="3000">
                <a:solidFill>
                  <a:srgbClr val="546973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480"/>
              </a:spcBef>
              <a:buClr>
                <a:srgbClr val="7BD100"/>
              </a:buClr>
              <a:buSzPts val="2400"/>
              <a:buFont typeface="Varela Round"/>
              <a:buChar char="×"/>
              <a:defRPr sz="2400">
                <a:solidFill>
                  <a:srgbClr val="546973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spcBef>
                <a:spcPts val="480"/>
              </a:spcBef>
              <a:buClr>
                <a:srgbClr val="7BD100"/>
              </a:buClr>
              <a:buSzPts val="2400"/>
              <a:buFont typeface="Varela Round"/>
              <a:buChar char="×"/>
              <a:defRPr sz="2400">
                <a:solidFill>
                  <a:srgbClr val="546973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spcBef>
                <a:spcPts val="360"/>
              </a:spcBef>
              <a:buClr>
                <a:srgbClr val="7BD100"/>
              </a:buClr>
              <a:buSzPts val="1800"/>
              <a:buFont typeface="Varela Round"/>
              <a:buChar char="×"/>
              <a:defRPr sz="1800">
                <a:solidFill>
                  <a:srgbClr val="546973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spcBef>
                <a:spcPts val="360"/>
              </a:spcBef>
              <a:buClr>
                <a:srgbClr val="7BD100"/>
              </a:buClr>
              <a:buSzPts val="1800"/>
              <a:buFont typeface="Varela Round"/>
              <a:buChar char="×"/>
              <a:defRPr sz="1800">
                <a:solidFill>
                  <a:srgbClr val="546973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spcBef>
                <a:spcPts val="360"/>
              </a:spcBef>
              <a:buClr>
                <a:srgbClr val="7BD100"/>
              </a:buClr>
              <a:buSzPts val="1800"/>
              <a:buFont typeface="Varela Round"/>
              <a:buChar char="×"/>
              <a:defRPr sz="1800">
                <a:solidFill>
                  <a:srgbClr val="546973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spcBef>
                <a:spcPts val="360"/>
              </a:spcBef>
              <a:buClr>
                <a:srgbClr val="546973"/>
              </a:buClr>
              <a:buSzPts val="1800"/>
              <a:buFont typeface="Varela Round"/>
              <a:buChar char="●"/>
              <a:defRPr sz="1800">
                <a:solidFill>
                  <a:srgbClr val="546973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spcBef>
                <a:spcPts val="360"/>
              </a:spcBef>
              <a:buClr>
                <a:srgbClr val="546973"/>
              </a:buClr>
              <a:buSzPts val="1800"/>
              <a:buFont typeface="Varela Round"/>
              <a:buChar char="○"/>
              <a:defRPr sz="1800">
                <a:solidFill>
                  <a:srgbClr val="546973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spcBef>
                <a:spcPts val="360"/>
              </a:spcBef>
              <a:buClr>
                <a:srgbClr val="546973"/>
              </a:buClr>
              <a:buSzPts val="1800"/>
              <a:buFont typeface="Varela Round"/>
              <a:buChar char="■"/>
              <a:defRPr sz="1800">
                <a:solidFill>
                  <a:srgbClr val="546973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83489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6" r:id="rId6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>
            <a:spLocks noGrp="1"/>
          </p:cNvSpPr>
          <p:nvPr>
            <p:ph type="ctrTitle"/>
          </p:nvPr>
        </p:nvSpPr>
        <p:spPr>
          <a:xfrm>
            <a:off x="2758400" y="4876800"/>
            <a:ext cx="6675200" cy="1546400"/>
          </a:xfrm>
          <a:prstGeom prst="rect">
            <a:avLst/>
          </a:prstGeom>
        </p:spPr>
        <p:txBody>
          <a:bodyPr wrap="square" lIns="121900" tIns="121900" rIns="121900" bIns="121900" anchor="b" anchorCtr="0">
            <a:noAutofit/>
          </a:bodyPr>
          <a:lstStyle/>
          <a:p>
            <a:r>
              <a:rPr lang="en-AU" sz="8800" dirty="0"/>
              <a:t>MIXTURES</a:t>
            </a:r>
            <a:br>
              <a:rPr lang="en-AU" sz="8800" dirty="0"/>
            </a:br>
            <a:r>
              <a:rPr lang="en-AU" sz="8800" dirty="0"/>
              <a:t>and</a:t>
            </a:r>
            <a:br>
              <a:rPr lang="en-AU" sz="8800" dirty="0"/>
            </a:br>
            <a:r>
              <a:rPr lang="en-AU" sz="8800" dirty="0"/>
              <a:t>PURE SUBSTANCES</a:t>
            </a:r>
            <a:endParaRPr lang="en" dirty="0"/>
          </a:p>
        </p:txBody>
      </p:sp>
      <p:sp>
        <p:nvSpPr>
          <p:cNvPr id="218" name="Shape 218"/>
          <p:cNvSpPr txBox="1">
            <a:spLocks noGrp="1"/>
          </p:cNvSpPr>
          <p:nvPr>
            <p:ph type="subTitle" idx="1"/>
          </p:nvPr>
        </p:nvSpPr>
        <p:spPr>
          <a:xfrm>
            <a:off x="3948867" y="3989933"/>
            <a:ext cx="4294400" cy="1046400"/>
          </a:xfrm>
          <a:prstGeom prst="rect">
            <a:avLst/>
          </a:prstGeom>
        </p:spPr>
        <p:txBody>
          <a:bodyPr wrap="square" lIns="121900" tIns="121900" rIns="121900" bIns="121900" anchor="t" anchorCtr="0">
            <a:noAutofit/>
          </a:bodyPr>
          <a:lstStyle/>
          <a:p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67529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>
            <a:spLocks noGrp="1"/>
          </p:cNvSpPr>
          <p:nvPr>
            <p:ph type="ctrTitle"/>
          </p:nvPr>
        </p:nvSpPr>
        <p:spPr>
          <a:xfrm>
            <a:off x="2758400" y="2655800"/>
            <a:ext cx="6675200" cy="1546400"/>
          </a:xfrm>
          <a:prstGeom prst="rect">
            <a:avLst/>
          </a:prstGeom>
        </p:spPr>
        <p:txBody>
          <a:bodyPr wrap="square" lIns="121900" tIns="121900" rIns="121900" bIns="121900" anchor="b" anchorCtr="0">
            <a:noAutofit/>
          </a:bodyPr>
          <a:lstStyle/>
          <a:p>
            <a:r>
              <a:rPr lang="en-AU" sz="8000" dirty="0"/>
              <a:t>LEARNING INTENTIONS</a:t>
            </a:r>
            <a:endParaRPr lang="en" sz="8000" dirty="0"/>
          </a:p>
        </p:txBody>
      </p:sp>
      <p:sp>
        <p:nvSpPr>
          <p:cNvPr id="218" name="Shape 218"/>
          <p:cNvSpPr txBox="1">
            <a:spLocks noGrp="1"/>
          </p:cNvSpPr>
          <p:nvPr>
            <p:ph type="subTitle" idx="1"/>
          </p:nvPr>
        </p:nvSpPr>
        <p:spPr>
          <a:xfrm>
            <a:off x="3948867" y="3989933"/>
            <a:ext cx="4294400" cy="1046400"/>
          </a:xfrm>
          <a:prstGeom prst="rect">
            <a:avLst/>
          </a:prstGeom>
        </p:spPr>
        <p:txBody>
          <a:bodyPr wrap="square" lIns="121900" tIns="121900" rIns="121900" bIns="121900" anchor="t" anchorCtr="0">
            <a:noAutofit/>
          </a:bodyPr>
          <a:lstStyle/>
          <a:p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628956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1843-C5E8-480F-84DF-F78D8C386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FB0EF-51F9-43B2-91AA-66D9719B2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2590800"/>
            <a:ext cx="11364368" cy="2468200"/>
          </a:xfrm>
        </p:spPr>
        <p:txBody>
          <a:bodyPr/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You will watch a demonstration on magnetic separation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You will watch a demonstration on filtration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You will plan an investigation into separating a mixture using THREE separation techniques</a:t>
            </a:r>
          </a:p>
          <a:p>
            <a:pPr>
              <a:buNone/>
            </a:pP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552995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>
            <a:spLocks noGrp="1"/>
          </p:cNvSpPr>
          <p:nvPr>
            <p:ph type="ctrTitle"/>
          </p:nvPr>
        </p:nvSpPr>
        <p:spPr>
          <a:xfrm>
            <a:off x="2758400" y="1981200"/>
            <a:ext cx="6675200" cy="1546400"/>
          </a:xfrm>
          <a:prstGeom prst="rect">
            <a:avLst/>
          </a:prstGeom>
        </p:spPr>
        <p:txBody>
          <a:bodyPr wrap="square" lIns="121900" tIns="121900" rIns="121900" bIns="121900" anchor="b" anchorCtr="0">
            <a:noAutofit/>
          </a:bodyPr>
          <a:lstStyle/>
          <a:p>
            <a:r>
              <a:rPr lang="en-AU" sz="8000" dirty="0"/>
              <a:t>MAGNETIC SEPARATION</a:t>
            </a:r>
            <a:endParaRPr lang="en" sz="8000" dirty="0"/>
          </a:p>
        </p:txBody>
      </p:sp>
      <p:sp>
        <p:nvSpPr>
          <p:cNvPr id="218" name="Shape 218"/>
          <p:cNvSpPr txBox="1">
            <a:spLocks noGrp="1"/>
          </p:cNvSpPr>
          <p:nvPr>
            <p:ph type="subTitle" idx="1"/>
          </p:nvPr>
        </p:nvSpPr>
        <p:spPr>
          <a:xfrm>
            <a:off x="3948867" y="3989933"/>
            <a:ext cx="4294400" cy="1046400"/>
          </a:xfrm>
          <a:prstGeom prst="rect">
            <a:avLst/>
          </a:prstGeom>
        </p:spPr>
        <p:txBody>
          <a:bodyPr wrap="square" lIns="121900" tIns="121900" rIns="121900" bIns="121900" anchor="t" anchorCtr="0">
            <a:noAutofit/>
          </a:bodyPr>
          <a:lstStyle/>
          <a:p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666548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21A55D72-C84A-48A6-9AC9-F82500EB6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507112"/>
            <a:ext cx="47244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A01843-C5E8-480F-84DF-F78D8C386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dirty="0"/>
              <a:t>MAGNETIC SEPARATION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A1A299-3DE4-4818-864F-53709128E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418000"/>
            <a:ext cx="7924800" cy="2367926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F84E92E-96CA-47DE-9BB9-F8ACFA1A3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714750"/>
            <a:ext cx="4191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008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>
            <a:spLocks noGrp="1"/>
          </p:cNvSpPr>
          <p:nvPr>
            <p:ph type="ctrTitle"/>
          </p:nvPr>
        </p:nvSpPr>
        <p:spPr>
          <a:xfrm>
            <a:off x="2758400" y="1981200"/>
            <a:ext cx="6675200" cy="1546400"/>
          </a:xfrm>
          <a:prstGeom prst="rect">
            <a:avLst/>
          </a:prstGeom>
        </p:spPr>
        <p:txBody>
          <a:bodyPr wrap="square" lIns="121900" tIns="121900" rIns="121900" bIns="121900" anchor="b" anchorCtr="0">
            <a:noAutofit/>
          </a:bodyPr>
          <a:lstStyle/>
          <a:p>
            <a:r>
              <a:rPr lang="en-AU" sz="8000" dirty="0"/>
              <a:t>FILTRATION</a:t>
            </a:r>
            <a:endParaRPr lang="en" sz="8000" dirty="0"/>
          </a:p>
        </p:txBody>
      </p:sp>
      <p:sp>
        <p:nvSpPr>
          <p:cNvPr id="218" name="Shape 218"/>
          <p:cNvSpPr txBox="1">
            <a:spLocks noGrp="1"/>
          </p:cNvSpPr>
          <p:nvPr>
            <p:ph type="subTitle" idx="1"/>
          </p:nvPr>
        </p:nvSpPr>
        <p:spPr>
          <a:xfrm>
            <a:off x="3948867" y="3989933"/>
            <a:ext cx="4294400" cy="1046400"/>
          </a:xfrm>
          <a:prstGeom prst="rect">
            <a:avLst/>
          </a:prstGeom>
        </p:spPr>
        <p:txBody>
          <a:bodyPr wrap="square" lIns="121900" tIns="121900" rIns="121900" bIns="121900" anchor="t" anchorCtr="0">
            <a:noAutofit/>
          </a:bodyPr>
          <a:lstStyle/>
          <a:p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493620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1843-C5E8-480F-84DF-F78D8C386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dirty="0"/>
              <a:t>FILTRATION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AA07CB-5408-4741-9B76-7B0C277BA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783" y="1524000"/>
            <a:ext cx="9464434" cy="524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2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>
            <a:spLocks noGrp="1"/>
          </p:cNvSpPr>
          <p:nvPr>
            <p:ph type="ctrTitle"/>
          </p:nvPr>
        </p:nvSpPr>
        <p:spPr>
          <a:xfrm>
            <a:off x="2758400" y="1981200"/>
            <a:ext cx="6675200" cy="1546400"/>
          </a:xfrm>
          <a:prstGeom prst="rect">
            <a:avLst/>
          </a:prstGeom>
        </p:spPr>
        <p:txBody>
          <a:bodyPr wrap="square" lIns="121900" tIns="121900" rIns="121900" bIns="121900" anchor="b" anchorCtr="0">
            <a:noAutofit/>
          </a:bodyPr>
          <a:lstStyle/>
          <a:p>
            <a:r>
              <a:rPr lang="en-AU" sz="8000" dirty="0"/>
              <a:t>EVAPORATION</a:t>
            </a:r>
            <a:endParaRPr lang="en" sz="8000" dirty="0"/>
          </a:p>
        </p:txBody>
      </p:sp>
      <p:sp>
        <p:nvSpPr>
          <p:cNvPr id="218" name="Shape 218"/>
          <p:cNvSpPr txBox="1">
            <a:spLocks noGrp="1"/>
          </p:cNvSpPr>
          <p:nvPr>
            <p:ph type="subTitle" idx="1"/>
          </p:nvPr>
        </p:nvSpPr>
        <p:spPr>
          <a:xfrm>
            <a:off x="3948867" y="3989933"/>
            <a:ext cx="4294400" cy="1046400"/>
          </a:xfrm>
          <a:prstGeom prst="rect">
            <a:avLst/>
          </a:prstGeom>
        </p:spPr>
        <p:txBody>
          <a:bodyPr wrap="square" lIns="121900" tIns="121900" rIns="121900" bIns="121900" anchor="t" anchorCtr="0">
            <a:noAutofit/>
          </a:bodyPr>
          <a:lstStyle/>
          <a:p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847724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1843-C5E8-480F-84DF-F78D8C386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dirty="0"/>
              <a:t>EVAPORATION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0372A-0904-49BD-995C-F2A9B1157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24000"/>
            <a:ext cx="5334000" cy="524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154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1843-C5E8-480F-84DF-F78D8C386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dirty="0"/>
              <a:t>TASKS TODAY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FB0EF-51F9-43B2-91AA-66D9719B2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418000"/>
            <a:ext cx="11364368" cy="4267200"/>
          </a:xfrm>
        </p:spPr>
        <p:txBody>
          <a:bodyPr/>
          <a:lstStyle/>
          <a:p>
            <a:pPr marL="742950" indent="-742950">
              <a:lnSpc>
                <a:spcPct val="200000"/>
              </a:lnSpc>
              <a:buFont typeface="+mj-lt"/>
              <a:buAutoNum type="arabicPeriod"/>
            </a:pPr>
            <a:r>
              <a:rPr lang="en-AU" dirty="0"/>
              <a:t>In your GROUP – write down your METHOD (List of instructions) that you will follow to </a:t>
            </a:r>
            <a:r>
              <a:rPr lang="en-AU" sz="3200" dirty="0">
                <a:solidFill>
                  <a:srgbClr val="FFC000"/>
                </a:solidFill>
              </a:rPr>
              <a:t>SEPARATE</a:t>
            </a:r>
            <a:r>
              <a:rPr lang="en-AU" dirty="0"/>
              <a:t> </a:t>
            </a:r>
            <a:r>
              <a:rPr lang="en-AU" dirty="0">
                <a:solidFill>
                  <a:srgbClr val="FF0000"/>
                </a:solidFill>
              </a:rPr>
              <a:t>SAND</a:t>
            </a:r>
            <a:r>
              <a:rPr lang="en-AU" dirty="0"/>
              <a:t> – </a:t>
            </a:r>
            <a:r>
              <a:rPr lang="en-AU" dirty="0">
                <a:solidFill>
                  <a:srgbClr val="00B0F0"/>
                </a:solidFill>
              </a:rPr>
              <a:t>SALT</a:t>
            </a:r>
            <a:r>
              <a:rPr lang="en-AU" dirty="0"/>
              <a:t> – </a:t>
            </a:r>
            <a:r>
              <a:rPr lang="en-AU" dirty="0">
                <a:solidFill>
                  <a:srgbClr val="00B050"/>
                </a:solidFill>
              </a:rPr>
              <a:t>IRON FILINGS</a:t>
            </a:r>
          </a:p>
          <a:p>
            <a:pPr marL="742950" indent="-742950">
              <a:lnSpc>
                <a:spcPct val="200000"/>
              </a:lnSpc>
              <a:buFont typeface="+mj-lt"/>
              <a:buAutoNum type="arabicPeriod"/>
            </a:pPr>
            <a:r>
              <a:rPr lang="en-AU" dirty="0"/>
              <a:t>Your report will be a </a:t>
            </a:r>
            <a:r>
              <a:rPr lang="en-AU" dirty="0">
                <a:solidFill>
                  <a:srgbClr val="FF0000"/>
                </a:solidFill>
              </a:rPr>
              <a:t>VIDEO</a:t>
            </a:r>
            <a:r>
              <a:rPr lang="en-AU" dirty="0"/>
              <a:t> sharing your process and results – this video will be shown in class on </a:t>
            </a:r>
            <a:r>
              <a:rPr lang="en-AU" dirty="0">
                <a:solidFill>
                  <a:srgbClr val="00B050"/>
                </a:solidFill>
              </a:rPr>
              <a:t>MONDAY 19</a:t>
            </a:r>
            <a:r>
              <a:rPr lang="en-AU" baseline="30000" dirty="0">
                <a:solidFill>
                  <a:srgbClr val="00B050"/>
                </a:solidFill>
              </a:rPr>
              <a:t>th</a:t>
            </a:r>
            <a:r>
              <a:rPr lang="en-AU" dirty="0">
                <a:solidFill>
                  <a:srgbClr val="00B050"/>
                </a:solidFill>
              </a:rPr>
              <a:t> AUGUST</a:t>
            </a:r>
          </a:p>
        </p:txBody>
      </p:sp>
    </p:spTree>
    <p:extLst>
      <p:ext uri="{BB962C8B-B14F-4D97-AF65-F5344CB8AC3E}">
        <p14:creationId xmlns:p14="http://schemas.microsoft.com/office/powerpoint/2010/main" val="48992437"/>
      </p:ext>
    </p:extLst>
  </p:cSld>
  <p:clrMapOvr>
    <a:masterClrMapping/>
  </p:clrMapOvr>
</p:sld>
</file>

<file path=ppt/theme/theme1.xml><?xml version="1.0" encoding="utf-8"?>
<a:theme xmlns:a="http://schemas.openxmlformats.org/drawingml/2006/main" name="Iras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8F1C590-E261-4B56-B248-6AC36E42930C}" vid="{E28360B6-4539-4D6A-BC89-00824A7959E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96</Words>
  <Application>Microsoft Macintosh PowerPoint</Application>
  <PresentationFormat>Widescreen</PresentationFormat>
  <Paragraphs>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Varela Round</vt:lpstr>
      <vt:lpstr>Wingdings</vt:lpstr>
      <vt:lpstr>Iras template</vt:lpstr>
      <vt:lpstr>MIXTURES and PURE SUBSTANCES</vt:lpstr>
      <vt:lpstr>LEARNING INTENTIONS</vt:lpstr>
      <vt:lpstr>LEARNING INTENTIONS</vt:lpstr>
      <vt:lpstr>MAGNETIC SEPARATION</vt:lpstr>
      <vt:lpstr>MAGNETIC SEPARATION</vt:lpstr>
      <vt:lpstr>FILTRATION</vt:lpstr>
      <vt:lpstr>FILTRATION</vt:lpstr>
      <vt:lpstr>EVAPORATION</vt:lpstr>
      <vt:lpstr>EVAPORATION</vt:lpstr>
      <vt:lpstr>TASKS 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SUBSTANCES COMPOUNDS MIXTURES</dc:title>
  <dc:creator>Benjamin Arrow</dc:creator>
  <cp:lastModifiedBy>Ian Wilson (Holy Cross College - Ellenbrook)</cp:lastModifiedBy>
  <cp:revision>1</cp:revision>
  <dcterms:created xsi:type="dcterms:W3CDTF">2019-07-24T03:36:38Z</dcterms:created>
  <dcterms:modified xsi:type="dcterms:W3CDTF">2019-08-19T10:49:44Z</dcterms:modified>
</cp:coreProperties>
</file>