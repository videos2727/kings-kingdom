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3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9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6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6/7/2022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6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6/7/2022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6/7/2022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0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8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70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1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6/7/2022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4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microsoft.com/office/2007/relationships/hdphoto" Target="../media/hdphoto1.wdp"/><Relationship Id="rId7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9B6340-9D54-4548-B87C-24BA7EA5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White leaves illustration on a green background">
            <a:extLst>
              <a:ext uri="{FF2B5EF4-FFF2-40B4-BE49-F238E27FC236}">
                <a16:creationId xmlns:a16="http://schemas.microsoft.com/office/drawing/2014/main" id="{DA0AFC85-CD1C-83D9-F9D3-4E4C2C555E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12901"/>
          <a:stretch/>
        </p:blipFill>
        <p:spPr>
          <a:xfrm>
            <a:off x="-50042" y="-39158"/>
            <a:ext cx="7918858" cy="6897158"/>
          </a:xfrm>
          <a:prstGeom prst="rect">
            <a:avLst/>
          </a:pr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99031" y="-39157"/>
            <a:ext cx="5592970" cy="6897158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7CB7B-2214-36C3-A9E2-6B73A899B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3044" y="2786038"/>
            <a:ext cx="4638956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2022 </a:t>
            </a:r>
            <a:br>
              <a:rPr lang="en-AU" dirty="0"/>
            </a:br>
            <a:r>
              <a:rPr lang="en-AU" dirty="0"/>
              <a:t>Year 7 </a:t>
            </a:r>
            <a:br>
              <a:rPr lang="en-AU" dirty="0"/>
            </a:br>
            <a:r>
              <a:rPr lang="en-AU" dirty="0"/>
              <a:t>Science </a:t>
            </a:r>
            <a:br>
              <a:rPr lang="en-AU" dirty="0"/>
            </a:br>
            <a:br>
              <a:rPr lang="en-AU" dirty="0"/>
            </a:br>
            <a:r>
              <a:rPr lang="en-AU" dirty="0"/>
              <a:t>Classifications Leaf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95849-85D1-2032-D154-6E39A240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1061" y="5946958"/>
            <a:ext cx="3622922" cy="462516"/>
          </a:xfrm>
        </p:spPr>
        <p:txBody>
          <a:bodyPr>
            <a:normAutofit/>
          </a:bodyPr>
          <a:lstStyle/>
          <a:p>
            <a:pPr algn="ctr"/>
            <a:r>
              <a:rPr lang="en-AU" dirty="0"/>
              <a:t>By Miss Serafino</a:t>
            </a:r>
          </a:p>
        </p:txBody>
      </p:sp>
    </p:spTree>
    <p:extLst>
      <p:ext uri="{BB962C8B-B14F-4D97-AF65-F5344CB8AC3E}">
        <p14:creationId xmlns:p14="http://schemas.microsoft.com/office/powerpoint/2010/main" val="122837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FDF7-62B5-5C1A-A6F5-EF90A342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Classifications Leaves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B194-2A16-674B-FE1A-8E686AABE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Aim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Classify leaves into groups with similar characteristics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b="1" dirty="0"/>
          </a:p>
          <a:p>
            <a:r>
              <a:rPr lang="en-AU" b="1" dirty="0"/>
              <a:t>Method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Collect pile of mixed leaves for your pair 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Identify characteristics of leaves and write these down into your workbooks 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Use your notes to classify leaves into groups with similar characteristics 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802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FDF7-62B5-5C1A-A6F5-EF90A342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B194-2A16-674B-FE1A-8E686AABE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744" y="437191"/>
            <a:ext cx="2025316" cy="1648328"/>
          </a:xfrm>
        </p:spPr>
        <p:txBody>
          <a:bodyPr/>
          <a:lstStyle/>
          <a:p>
            <a:pPr algn="ctr"/>
            <a:r>
              <a:rPr lang="en-AU" b="1" dirty="0"/>
              <a:t>Create a tubular key for classification of leaves.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b="1" dirty="0"/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76681B-1487-7354-9EC2-873ABC18B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40599" y="155783"/>
            <a:ext cx="5307022" cy="6546433"/>
          </a:xfrm>
          <a:prstGeom prst="rect">
            <a:avLst/>
          </a:prstGeom>
        </p:spPr>
      </p:pic>
      <p:pic>
        <p:nvPicPr>
          <p:cNvPr id="1028" name="Picture 4" descr="Pine needle definition and meaning | Collins English Dictionary">
            <a:extLst>
              <a:ext uri="{FF2B5EF4-FFF2-40B4-BE49-F238E27FC236}">
                <a16:creationId xmlns:a16="http://schemas.microsoft.com/office/drawing/2014/main" id="{A9069A4B-F5A6-37FC-E5EF-1CE2140E5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97642" y="3074934"/>
            <a:ext cx="2263138" cy="117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ruce leaf Images, Stock Photos &amp; Vectors | Shutterstock">
            <a:extLst>
              <a:ext uri="{FF2B5EF4-FFF2-40B4-BE49-F238E27FC236}">
                <a16:creationId xmlns:a16="http://schemas.microsoft.com/office/drawing/2014/main" id="{F863E9B4-C8DA-E8B7-FBDA-740CCE46A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10"/>
          <a:stretch/>
        </p:blipFill>
        <p:spPr bwMode="auto">
          <a:xfrm>
            <a:off x="1274591" y="2337540"/>
            <a:ext cx="2701027" cy="164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ypes Of Oak Trees - Learn About Different Oak Tree Varieties">
            <a:extLst>
              <a:ext uri="{FF2B5EF4-FFF2-40B4-BE49-F238E27FC236}">
                <a16:creationId xmlns:a16="http://schemas.microsoft.com/office/drawing/2014/main" id="{1B9FACE6-9FAD-E5BB-AF2C-731C39FEF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555" y="3708941"/>
            <a:ext cx="2412401" cy="188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arden Magnolia Leaf Branch | Freedom">
            <a:extLst>
              <a:ext uri="{FF2B5EF4-FFF2-40B4-BE49-F238E27FC236}">
                <a16:creationId xmlns:a16="http://schemas.microsoft.com/office/drawing/2014/main" id="{DC800B18-F522-5F4F-2CC6-235D6E072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165" y="2048405"/>
            <a:ext cx="1807736" cy="180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merican Elm leaf - Mark Tomalty Images | Botanical floral art, Leaves,  Jungle flowers">
            <a:extLst>
              <a:ext uri="{FF2B5EF4-FFF2-40B4-BE49-F238E27FC236}">
                <a16:creationId xmlns:a16="http://schemas.microsoft.com/office/drawing/2014/main" id="{55F72FEF-C64E-93DD-216D-5A87ABC27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4" y="4894480"/>
            <a:ext cx="1398066" cy="180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3d holly leaf">
            <a:extLst>
              <a:ext uri="{FF2B5EF4-FFF2-40B4-BE49-F238E27FC236}">
                <a16:creationId xmlns:a16="http://schemas.microsoft.com/office/drawing/2014/main" id="{E1E2852F-3C30-4FB0-F649-6C7099E71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126" y="4070315"/>
            <a:ext cx="1648329" cy="164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hestnut leaf Images, Stock Photos &amp; Vectors | Shutterstock">
            <a:extLst>
              <a:ext uri="{FF2B5EF4-FFF2-40B4-BE49-F238E27FC236}">
                <a16:creationId xmlns:a16="http://schemas.microsoft.com/office/drawing/2014/main" id="{48EEBBAC-815D-0A33-7D7D-18288B823B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18"/>
          <a:stretch/>
        </p:blipFill>
        <p:spPr bwMode="auto">
          <a:xfrm>
            <a:off x="2574130" y="5293481"/>
            <a:ext cx="1266401" cy="141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Walnut leaf Images, Stock Photos &amp; Vectors | Shutterstock">
            <a:extLst>
              <a:ext uri="{FF2B5EF4-FFF2-40B4-BE49-F238E27FC236}">
                <a16:creationId xmlns:a16="http://schemas.microsoft.com/office/drawing/2014/main" id="{26BEE30F-124B-EF7D-27E4-FADF3B480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/>
        </p:blipFill>
        <p:spPr bwMode="auto">
          <a:xfrm>
            <a:off x="4211625" y="5611504"/>
            <a:ext cx="1665102" cy="110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52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FDF7-62B5-5C1A-A6F5-EF90A342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B194-2A16-674B-FE1A-8E686AABE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2" y="336883"/>
            <a:ext cx="1840831" cy="2213811"/>
          </a:xfrm>
        </p:spPr>
        <p:txBody>
          <a:bodyPr/>
          <a:lstStyle/>
          <a:p>
            <a:pPr algn="ctr"/>
            <a:r>
              <a:rPr lang="en-AU" b="1" dirty="0"/>
              <a:t>Create a dichotomous key for classification of leaves.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b="1" dirty="0"/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5" name="Picture 4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1BB392AE-5CB9-DB47-C2BB-C5B474AEF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284" y="236629"/>
            <a:ext cx="4928937" cy="6384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023688-482F-D187-6E8A-EF3A9A5A1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2304786"/>
            <a:ext cx="4604084" cy="441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8867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AnalogousFromLightSeedRightStep">
      <a:dk1>
        <a:srgbClr val="000000"/>
      </a:dk1>
      <a:lt1>
        <a:srgbClr val="FFFFFF"/>
      </a:lt1>
      <a:dk2>
        <a:srgbClr val="303920"/>
      </a:dk2>
      <a:lt2>
        <a:srgbClr val="E2E5E8"/>
      </a:lt2>
      <a:accent1>
        <a:srgbClr val="D49556"/>
      </a:accent1>
      <a:accent2>
        <a:srgbClr val="ADA54E"/>
      </a:accent2>
      <a:accent3>
        <a:srgbClr val="92AB61"/>
      </a:accent3>
      <a:accent4>
        <a:srgbClr val="69B250"/>
      </a:accent4>
      <a:accent5>
        <a:srgbClr val="55B565"/>
      </a:accent5>
      <a:accent6>
        <a:srgbClr val="51B38A"/>
      </a:accent6>
      <a:hlink>
        <a:srgbClr val="5F84A9"/>
      </a:hlink>
      <a:folHlink>
        <a:srgbClr val="7F7F7F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Posterama</vt:lpstr>
      <vt:lpstr>SplashVTI</vt:lpstr>
      <vt:lpstr>2022  Year 7  Science   Classifications Leaf Lab</vt:lpstr>
      <vt:lpstr>Classifications Leaves Lab</vt:lpstr>
      <vt:lpstr>Student Task</vt:lpstr>
      <vt:lpstr>Student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  Year 7  Science   Classifications Leaf Lab</dc:title>
  <dc:creator>Jessica Serafino</dc:creator>
  <cp:lastModifiedBy>OPACAK Ivan [Safety Bay Senior High School]</cp:lastModifiedBy>
  <cp:revision>5</cp:revision>
  <dcterms:created xsi:type="dcterms:W3CDTF">2022-06-05T13:36:18Z</dcterms:created>
  <dcterms:modified xsi:type="dcterms:W3CDTF">2022-06-07T00:16:42Z</dcterms:modified>
</cp:coreProperties>
</file>