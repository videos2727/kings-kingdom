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1" r:id="rId11"/>
    <p:sldId id="264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1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66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29/01/2018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29/01/2018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29/01/2018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29/01/2018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29/01/2018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29/01/2018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29/01/2018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29/01/2018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29/01/2018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29/01/2018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29/01/2018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E1CD650-54EE-4C11-B781-A80732A2460B}" type="datetimeFigureOut">
              <a:rPr lang="en-AU" smtClean="0"/>
              <a:t>29/01/2018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AU" dirty="0" smtClean="0"/>
              <a:t>Welcome to Science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Rules of the Science Laboratory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15221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Mr Farm’s rules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These rules are just for Mr Farm</a:t>
            </a:r>
          </a:p>
          <a:p>
            <a:r>
              <a:rPr lang="en-AU" dirty="0" smtClean="0"/>
              <a:t>Other teachers may or may not use these rules, but you will use them for Mr Farm</a:t>
            </a:r>
          </a:p>
          <a:p>
            <a:r>
              <a:rPr lang="en-AU" dirty="0" smtClean="0"/>
              <a:t>School and Science department rules will also be enforced by Mr Farm, but the following slides will not include these rules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68831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Mr Farm’s rules - LATENESS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School rule is that you are to line up in twos when waiting to enter the classroom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Mr Farm will open the door to allow entry.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Upon opening the door, the class will have 2 minutes to get ready. Anyone that is NOT ready by the end of the 2 minutes will be considered </a:t>
            </a:r>
            <a:r>
              <a:rPr lang="en-AU" b="1" dirty="0" smtClean="0"/>
              <a:t>LATE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511921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Mr Farm’s rules – Getting ready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 smtClean="0"/>
              <a:t>When you enter the classroom, by the end of the 2 minutes you are expected to</a:t>
            </a:r>
          </a:p>
          <a:p>
            <a:pPr marL="0" indent="0">
              <a:buNone/>
            </a:pPr>
            <a:endParaRPr lang="en-AU" b="1" dirty="0"/>
          </a:p>
          <a:p>
            <a:r>
              <a:rPr lang="en-AU" dirty="0" smtClean="0"/>
              <a:t>Have pens, pencils, rulers, erasers, diary and your Science book out on the table</a:t>
            </a:r>
          </a:p>
          <a:p>
            <a:r>
              <a:rPr lang="en-AU" dirty="0" smtClean="0"/>
              <a:t>Bags are placed under the side benches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dirty="0" smtClean="0"/>
              <a:t>You will have a 1 week grace period to get the equipment needed for Science. After that, any time you do not have equipment, a phone call to your parents will be made.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7495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Mr Farm’s rules – Talking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You will have the chance to talk to your peers. There are times when you are allowed to talk and times when you shouldn’t be talking.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When I am explaining or talking. You must resist the urge to talk to your peers.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Follow my instructions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7451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Mr Farm’s rules – Toilet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You are expected to go to the toilet during Recess and Lunch.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I will never let any student go to the toilet for the last 5 minutes of class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If Recess / form and Lunch occurred before class. I will not let any student to the toilet for the first 10 minutes of class. That is period 1,3 and 5.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655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Mr Farm’s rules – Stay in seats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Unless instructed. Because you will move for labs and stuff. You should be in your seat at all times.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You do not leave your seat.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The only time you may move is to</a:t>
            </a:r>
          </a:p>
          <a:p>
            <a:r>
              <a:rPr lang="en-AU" dirty="0" smtClean="0"/>
              <a:t>Put something in the bin</a:t>
            </a:r>
          </a:p>
          <a:p>
            <a:r>
              <a:rPr lang="en-AU" dirty="0" smtClean="0"/>
              <a:t>Talk to the teacher privately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3764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Mr Farm’s rules – Hands up!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No calling out allowed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If you want to answer a question put your hands up!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If I’m using </a:t>
            </a:r>
            <a:r>
              <a:rPr lang="en-AU" dirty="0" err="1" smtClean="0"/>
              <a:t>classcraft</a:t>
            </a:r>
            <a:r>
              <a:rPr lang="en-AU" dirty="0" smtClean="0"/>
              <a:t> it will be picked randomly so keep your hands down.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8414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Mr Farm’s rules – No Food or Drink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 smtClean="0"/>
              <a:t>Water is allowed. Only water.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Food and drink are not to be consumed in class. This is not only my rule but it is Science Department and a safety rule. If you must eat, eat outside, but remember about the lateness rule.</a:t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If you bring in an opened drink. It is to be placed on the side of the classroom.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You will be instantly get detention and lines for breaking this rule.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11529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/>
              <a:t>Classcraft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 use </a:t>
            </a:r>
            <a:r>
              <a:rPr lang="en-AU" dirty="0" err="1" smtClean="0"/>
              <a:t>classcraft</a:t>
            </a:r>
            <a:r>
              <a:rPr lang="en-AU" dirty="0" smtClean="0"/>
              <a:t> for managing my class</a:t>
            </a:r>
          </a:p>
          <a:p>
            <a:r>
              <a:rPr lang="en-AU" dirty="0" smtClean="0"/>
              <a:t>You do what you are suppose to You will be awarded</a:t>
            </a:r>
          </a:p>
          <a:p>
            <a:r>
              <a:rPr lang="en-AU" dirty="0" smtClean="0"/>
              <a:t>If you do not there will be consequences.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7560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 needed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Safety Glasses (kept at school)</a:t>
            </a:r>
          </a:p>
          <a:p>
            <a:r>
              <a:rPr lang="en-AU" dirty="0" smtClean="0"/>
              <a:t>Science book (kept at school)</a:t>
            </a:r>
          </a:p>
          <a:p>
            <a:r>
              <a:rPr lang="en-AU" dirty="0" smtClean="0"/>
              <a:t>Stationary - pen, pencil, ruler and eraser</a:t>
            </a:r>
          </a:p>
          <a:p>
            <a:r>
              <a:rPr lang="en-AU" dirty="0" smtClean="0"/>
              <a:t>School Diary -  No diary no toilet</a:t>
            </a:r>
          </a:p>
          <a:p>
            <a:r>
              <a:rPr lang="en-AU" dirty="0" smtClean="0"/>
              <a:t>Calculator (occasionally)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56245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Safety Rules - Laboratory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This class is not an ordinary classroom</a:t>
            </a:r>
          </a:p>
          <a:p>
            <a:r>
              <a:rPr lang="en-AU" dirty="0" smtClean="0"/>
              <a:t>It is also a Science Laboratory.</a:t>
            </a:r>
            <a:br>
              <a:rPr lang="en-AU" dirty="0" smtClean="0"/>
            </a:br>
            <a:endParaRPr lang="en-AU" dirty="0" smtClean="0"/>
          </a:p>
          <a:p>
            <a:r>
              <a:rPr lang="en-AU" dirty="0" smtClean="0"/>
              <a:t>Notice the side-benches</a:t>
            </a:r>
            <a:r>
              <a:rPr lang="en-AU" dirty="0"/>
              <a:t> </a:t>
            </a:r>
            <a:br>
              <a:rPr lang="en-AU" dirty="0"/>
            </a:br>
            <a:r>
              <a:rPr lang="en-AU" dirty="0" smtClean="0"/>
              <a:t>There are Gas taps, Electricity access, sink access</a:t>
            </a:r>
            <a:br>
              <a:rPr lang="en-AU" dirty="0" smtClean="0"/>
            </a:br>
            <a:endParaRPr lang="en-AU" dirty="0" smtClean="0"/>
          </a:p>
          <a:p>
            <a:r>
              <a:rPr lang="en-AU" dirty="0" smtClean="0"/>
              <a:t>Emergency shut off buttons are at the front</a:t>
            </a:r>
          </a:p>
          <a:p>
            <a:r>
              <a:rPr lang="en-AU" dirty="0" smtClean="0"/>
              <a:t>Do not pour junk in the sink!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542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Safety Rules - Fire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If fire breaks out</a:t>
            </a:r>
          </a:p>
          <a:p>
            <a:r>
              <a:rPr lang="en-AU" dirty="0" smtClean="0"/>
              <a:t>Notify the Teacher</a:t>
            </a:r>
          </a:p>
          <a:p>
            <a:r>
              <a:rPr lang="en-AU" dirty="0" smtClean="0"/>
              <a:t>Emergency shut-off button</a:t>
            </a:r>
          </a:p>
          <a:p>
            <a:r>
              <a:rPr lang="en-AU" dirty="0" smtClean="0"/>
              <a:t>Sand</a:t>
            </a:r>
          </a:p>
          <a:p>
            <a:r>
              <a:rPr lang="en-AU" dirty="0" smtClean="0"/>
              <a:t>Fire extinguisher</a:t>
            </a:r>
          </a:p>
          <a:p>
            <a:r>
              <a:rPr lang="en-AU" dirty="0" smtClean="0"/>
              <a:t>Fire blanket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dirty="0" smtClean="0"/>
              <a:t>If worse comes to worse. Carefully and calmly leave the classroom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0236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Safety Rules – Glass breakage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If Glass breaks</a:t>
            </a:r>
          </a:p>
          <a:p>
            <a:r>
              <a:rPr lang="en-AU" dirty="0" smtClean="0"/>
              <a:t>Notify the teacher</a:t>
            </a:r>
          </a:p>
          <a:p>
            <a:r>
              <a:rPr lang="en-AU" dirty="0" smtClean="0"/>
              <a:t>Get the dust pan</a:t>
            </a:r>
          </a:p>
          <a:p>
            <a:r>
              <a:rPr lang="en-AU" dirty="0" smtClean="0"/>
              <a:t>Put it in the </a:t>
            </a:r>
            <a:r>
              <a:rPr lang="en-AU" b="1" dirty="0" smtClean="0"/>
              <a:t>glass bin </a:t>
            </a:r>
            <a:r>
              <a:rPr lang="en-AU" dirty="0" smtClean="0"/>
              <a:t>not the garbage bin</a:t>
            </a:r>
            <a:endParaRPr lang="en-AU" b="1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Never panic about it.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8324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Safety Rules – Safety Glasses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When doing an experiment where it involves chemicals or dangerous materials. Safety Glasses must be worn.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See the possible Eye injuries that can occur in the Science Lab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Show the Eye Bath to be used when chemicals go into eyes.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4820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Safety Rules – Be sensible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 smtClean="0"/>
              <a:t>Don’t do stupid things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 smtClean="0"/>
              <a:t>Don’t run</a:t>
            </a:r>
          </a:p>
          <a:p>
            <a:r>
              <a:rPr lang="en-AU" dirty="0" smtClean="0"/>
              <a:t>Don’t push</a:t>
            </a:r>
          </a:p>
          <a:p>
            <a:r>
              <a:rPr lang="en-AU" dirty="0" smtClean="0"/>
              <a:t>Don’t fight</a:t>
            </a:r>
          </a:p>
          <a:p>
            <a:r>
              <a:rPr lang="en-AU" dirty="0" smtClean="0"/>
              <a:t>Don’t randomly burn things</a:t>
            </a:r>
          </a:p>
          <a:p>
            <a:r>
              <a:rPr lang="en-AU" dirty="0" smtClean="0"/>
              <a:t>Don’t enter class without permission</a:t>
            </a:r>
          </a:p>
          <a:p>
            <a:r>
              <a:rPr lang="en-AU" dirty="0" smtClean="0"/>
              <a:t>Don’t carry too many things</a:t>
            </a:r>
          </a:p>
          <a:p>
            <a:r>
              <a:rPr lang="en-AU" dirty="0" smtClean="0"/>
              <a:t>There are so many stupid things you can do. Just don’t do it. Be sensible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92388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Safety Rules – No Food or Drink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be repeated. DO NOT EAT OR DRINK in the Science lab. Especially things that come from the Science department. Don’t drink anything from glassware or even the taps.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Do not directly smell gases or mixtures. Only waft them if been instructed.</a:t>
            </a:r>
          </a:p>
        </p:txBody>
      </p:sp>
    </p:spTree>
    <p:extLst>
      <p:ext uri="{BB962C8B-B14F-4D97-AF65-F5344CB8AC3E}">
        <p14:creationId xmlns:p14="http://schemas.microsoft.com/office/powerpoint/2010/main" val="3869486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Safety Rules – PPE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Safety Glasses – Protect eyes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Tie long hair up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Wear enclosed shoes – no slippers!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Wash hands after doing experiment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Wear gloves or lab coat if necessary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3547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Safety Rules – Injuries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4389120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If you hurt yourself – burns , cuts, chemical spilt on you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Tell the teacher immediately!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7525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Safety Rules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Be sensible, be safe.</a:t>
            </a:r>
          </a:p>
          <a:p>
            <a:endParaRPr lang="en-AU" dirty="0"/>
          </a:p>
          <a:p>
            <a:r>
              <a:rPr lang="en-AU" dirty="0" smtClean="0"/>
              <a:t>If the class shows they are sensible and safe, I can trust the class with MORE dangerous stuff.</a:t>
            </a:r>
            <a:br>
              <a:rPr lang="en-AU" dirty="0" smtClean="0"/>
            </a:br>
            <a:endParaRPr lang="en-AU" dirty="0"/>
          </a:p>
          <a:p>
            <a:r>
              <a:rPr lang="en-AU" dirty="0" smtClean="0"/>
              <a:t>If the class shows they are not sensible or unsafe. Then I will trust the class less and do less labs. That means more written work and work sheets.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98443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76</TotalTime>
  <Words>854</Words>
  <Application>Microsoft Office PowerPoint</Application>
  <PresentationFormat>On-screen Show (4:3)</PresentationFormat>
  <Paragraphs>122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Flow</vt:lpstr>
      <vt:lpstr>Welcome to Science</vt:lpstr>
      <vt:lpstr>Mr Farm’s rules</vt:lpstr>
      <vt:lpstr>Mr Farm’s rules - LATENESS</vt:lpstr>
      <vt:lpstr>Mr Farm’s rules – Getting ready</vt:lpstr>
      <vt:lpstr>Mr Farm’s rules – Talking</vt:lpstr>
      <vt:lpstr>Mr Farm’s rules – Toilet</vt:lpstr>
      <vt:lpstr>Mr Farm’s rules – Stay in seats</vt:lpstr>
      <vt:lpstr>Mr Farm’s rules – Hands up!</vt:lpstr>
      <vt:lpstr>Mr Farm’s rules – No Food or Drink</vt:lpstr>
      <vt:lpstr>Classcraft</vt:lpstr>
      <vt:lpstr>Equipment needed</vt:lpstr>
      <vt:lpstr>Safety Rules - Laboratory</vt:lpstr>
      <vt:lpstr>Safety Rules - Fire</vt:lpstr>
      <vt:lpstr>Safety Rules – Glass breakage</vt:lpstr>
      <vt:lpstr>Safety Rules – Safety Glasses</vt:lpstr>
      <vt:lpstr>Safety Rules – Be sensible</vt:lpstr>
      <vt:lpstr>Safety Rules – No Food or Drink</vt:lpstr>
      <vt:lpstr>Safety Rules – PPE</vt:lpstr>
      <vt:lpstr>Safety Rules – Injuries</vt:lpstr>
      <vt:lpstr>Safety Rules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FARM Malcolm</dc:creator>
  <cp:lastModifiedBy>FARM Malcolm</cp:lastModifiedBy>
  <cp:revision>10</cp:revision>
  <dcterms:created xsi:type="dcterms:W3CDTF">2018-01-29T06:11:57Z</dcterms:created>
  <dcterms:modified xsi:type="dcterms:W3CDTF">2018-01-29T07:27:58Z</dcterms:modified>
</cp:coreProperties>
</file>