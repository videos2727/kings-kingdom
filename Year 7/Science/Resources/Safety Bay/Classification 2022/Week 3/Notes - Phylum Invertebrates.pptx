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48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65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296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658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4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198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559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976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40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82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032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0190A-D514-48A6-BC6D-311915AB826B}" type="datetimeFigureOut">
              <a:rPr lang="en-AU" smtClean="0"/>
              <a:t>11/05/2016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9D4AB-8F90-4B28-9087-4CE8B87BBC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150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Invertebrates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Animals with no backbone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647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are the </a:t>
            </a:r>
            <a:r>
              <a:rPr lang="en-AU" b="1" i="1" dirty="0" smtClean="0"/>
              <a:t>phyla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err="1" smtClean="0"/>
              <a:t>Poriferans</a:t>
            </a:r>
            <a:endParaRPr lang="en-AU" dirty="0" smtClean="0"/>
          </a:p>
          <a:p>
            <a:r>
              <a:rPr lang="en-AU" dirty="0" err="1" smtClean="0"/>
              <a:t>Cnidarinas</a:t>
            </a:r>
            <a:r>
              <a:rPr lang="en-AU" dirty="0" smtClean="0"/>
              <a:t> (or Coelenterates)</a:t>
            </a:r>
          </a:p>
          <a:p>
            <a:r>
              <a:rPr lang="en-AU" dirty="0" smtClean="0"/>
              <a:t>Echinoderms</a:t>
            </a:r>
          </a:p>
          <a:p>
            <a:r>
              <a:rPr lang="en-AU" dirty="0" smtClean="0"/>
              <a:t>Nematodes</a:t>
            </a:r>
          </a:p>
          <a:p>
            <a:r>
              <a:rPr lang="en-AU" dirty="0" smtClean="0"/>
              <a:t>Molluscs</a:t>
            </a:r>
          </a:p>
          <a:p>
            <a:r>
              <a:rPr lang="en-AU" dirty="0" smtClean="0"/>
              <a:t>Plathyhelminthes</a:t>
            </a:r>
          </a:p>
          <a:p>
            <a:r>
              <a:rPr lang="en-AU" dirty="0" smtClean="0"/>
              <a:t>Arthropods</a:t>
            </a:r>
          </a:p>
          <a:p>
            <a:r>
              <a:rPr lang="en-AU" dirty="0" smtClean="0"/>
              <a:t>Annelids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9017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 err="1" smtClean="0"/>
              <a:t>Poriferans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Live in the water</a:t>
            </a:r>
          </a:p>
          <a:p>
            <a:r>
              <a:rPr lang="en-AU" dirty="0" smtClean="0"/>
              <a:t>Common name – SPONGES</a:t>
            </a:r>
          </a:p>
          <a:p>
            <a:r>
              <a:rPr lang="en-AU" dirty="0" smtClean="0"/>
              <a:t>Full of holes (pores)</a:t>
            </a:r>
            <a:endParaRPr lang="en-AU" dirty="0"/>
          </a:p>
        </p:txBody>
      </p:sp>
      <p:pic>
        <p:nvPicPr>
          <p:cNvPr id="1026" name="Picture 2" descr="http://circusystem.weebly.com/uploads/1/1/4/3/11434231/6852045.jpeg?3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17032"/>
            <a:ext cx="3048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bio100.class.uic.edu/labs/spon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76672"/>
            <a:ext cx="2438400" cy="237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s-media-cache-ak0.pinimg.com/736x/43/14/00/4314001e41414778e3c38e2f774bb6e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344" y="3476676"/>
            <a:ext cx="4521696" cy="3023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02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 smtClean="0"/>
              <a:t>Cnidarians (nee-dare-</a:t>
            </a:r>
            <a:r>
              <a:rPr lang="en-AU" b="1" dirty="0" err="1" smtClean="0"/>
              <a:t>eeans</a:t>
            </a:r>
            <a:r>
              <a:rPr lang="en-AU" b="1" dirty="0" smtClean="0"/>
              <a:t>)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Have radial symmetry</a:t>
            </a:r>
          </a:p>
          <a:p>
            <a:r>
              <a:rPr lang="en-AU" dirty="0" smtClean="0"/>
              <a:t>Only one body opening</a:t>
            </a:r>
          </a:p>
          <a:p>
            <a:r>
              <a:rPr lang="en-AU" dirty="0" smtClean="0"/>
              <a:t>Have stinging cells</a:t>
            </a:r>
          </a:p>
          <a:p>
            <a:endParaRPr lang="en-AU" dirty="0"/>
          </a:p>
        </p:txBody>
      </p:sp>
      <p:pic>
        <p:nvPicPr>
          <p:cNvPr id="2050" name="Picture 2" descr="http://uwwguam.com/wp-content/uploads/2012/11/ecosystem-tab3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182788"/>
            <a:ext cx="36195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jackiehildering.files.wordpress.com/2013/05/c2a9-2013-jackie-hildering-one-time-use-only-04843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0" r="16322" b="12630"/>
          <a:stretch/>
        </p:blipFill>
        <p:spPr bwMode="auto">
          <a:xfrm>
            <a:off x="899592" y="3487682"/>
            <a:ext cx="3600400" cy="316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oceancnidaria.weebly.com/uploads/2/8/3/4/28346757/1098233_ori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241124"/>
            <a:ext cx="3672408" cy="271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52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 smtClean="0"/>
              <a:t>Echinoderms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Have radial symmetry</a:t>
            </a:r>
          </a:p>
          <a:p>
            <a:r>
              <a:rPr lang="en-AU" dirty="0" smtClean="0"/>
              <a:t>Spiny skin</a:t>
            </a:r>
          </a:p>
          <a:p>
            <a:r>
              <a:rPr lang="en-AU" dirty="0" smtClean="0"/>
              <a:t>Live in the ocean</a:t>
            </a:r>
            <a:endParaRPr lang="en-AU" dirty="0"/>
          </a:p>
        </p:txBody>
      </p:sp>
      <p:pic>
        <p:nvPicPr>
          <p:cNvPr id="3074" name="Picture 2" descr="http://www.starfish.ch/Fotos/echinoderms-Stachelhauter/starfish-Seesterne/Fromia-indic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420" y="260648"/>
            <a:ext cx="3797152" cy="284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s-media-cache-ak0.pinimg.com/736x/4d/1b/91/4d1b918a4280be50352e53aa338b946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933056"/>
            <a:ext cx="3505200" cy="265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8c4625.medialib.glogster.com/media/a4908aa70a3dadbd021ba83b1c7048b41a0f35f011a153ddece9845dfa745ca2/sea-urchi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420" y="3933056"/>
            <a:ext cx="3672408" cy="2754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86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 smtClean="0"/>
              <a:t>Annelids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“segmented worms”</a:t>
            </a:r>
          </a:p>
          <a:p>
            <a:r>
              <a:rPr lang="en-AU" dirty="0" smtClean="0"/>
              <a:t>Have bilateral symmetry</a:t>
            </a:r>
          </a:p>
          <a:p>
            <a:r>
              <a:rPr lang="en-AU" dirty="0" smtClean="0"/>
              <a:t>Live in wet or damp places</a:t>
            </a:r>
          </a:p>
        </p:txBody>
      </p:sp>
      <p:pic>
        <p:nvPicPr>
          <p:cNvPr id="5122" name="Picture 2" descr="http://youregettingonmynerves.weebly.com/uploads/5/1/9/8/51982141/74233591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580" y="3865739"/>
            <a:ext cx="3347864" cy="251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youregettingonmynerves.weebly.com/uploads/5/1/9/8/51982141/164102973.jpg?3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933056"/>
            <a:ext cx="3960440" cy="237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farm3.staticflickr.com/2561/4056364920_1c53b48da1_o_d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09"/>
          <a:stretch/>
        </p:blipFill>
        <p:spPr bwMode="auto">
          <a:xfrm>
            <a:off x="5001936" y="188639"/>
            <a:ext cx="3709151" cy="229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59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https://classconnection.s3.amazonaws.com/703/flashcards/3974703/jpg/592-14190EA372450218B2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88640"/>
            <a:ext cx="3125652" cy="416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 smtClean="0"/>
              <a:t>Nematodes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“round worms”</a:t>
            </a:r>
          </a:p>
          <a:p>
            <a:r>
              <a:rPr lang="en-AU" dirty="0" smtClean="0"/>
              <a:t>Have bilateral symmetry</a:t>
            </a:r>
          </a:p>
          <a:p>
            <a:r>
              <a:rPr lang="en-AU" dirty="0" smtClean="0"/>
              <a:t>Live in wet or damp places</a:t>
            </a:r>
          </a:p>
          <a:p>
            <a:r>
              <a:rPr lang="en-AU" dirty="0" smtClean="0"/>
              <a:t>Parasites </a:t>
            </a:r>
          </a:p>
        </p:txBody>
      </p:sp>
      <p:pic>
        <p:nvPicPr>
          <p:cNvPr id="6146" name="Picture 2" descr="http://homepage.usask.ca/~tjf719/images/Roundwor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449247"/>
            <a:ext cx="3946835" cy="322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24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 smtClean="0"/>
              <a:t>Plathyhelminthes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“flat worms”</a:t>
            </a:r>
          </a:p>
          <a:p>
            <a:r>
              <a:rPr lang="en-AU" dirty="0" smtClean="0"/>
              <a:t>Have bilateral symmetry</a:t>
            </a:r>
          </a:p>
          <a:p>
            <a:r>
              <a:rPr lang="en-AU" dirty="0" smtClean="0"/>
              <a:t>Live in water and very damp places</a:t>
            </a:r>
          </a:p>
          <a:p>
            <a:r>
              <a:rPr lang="en-AU" dirty="0" smtClean="0"/>
              <a:t>Parasites </a:t>
            </a:r>
          </a:p>
        </p:txBody>
      </p:sp>
      <p:pic>
        <p:nvPicPr>
          <p:cNvPr id="7170" name="Picture 2" descr="http://cdn1.askiitians.com/cms-content/biologyanimal-kingdomphylum-ctenophora-aschelminthes-and-platyhelminthes_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88640"/>
            <a:ext cx="3240360" cy="243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1.bp.blogspot.com/-OahgTZ2crmQ/Tx-TSsVfvbI/AAAAAAAAACY/7VNJTkLKBLg/s1600/human+tapewor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92" y="4149080"/>
            <a:ext cx="3888432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://www.starfish.ch/Fotos/thumbnail/worms-Wuermer/plathelminthes-Plattwurm/Pseudobiceros-gloriosus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538" y="2729854"/>
            <a:ext cx="1885950" cy="141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ttps://classconnection.s3.amazonaws.com/245/flashcards/1160245/jpg/planaria132942809771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738" y="4445884"/>
            <a:ext cx="3084526" cy="213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2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 smtClean="0"/>
              <a:t>Molluscs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Have bilateral symmetry</a:t>
            </a:r>
          </a:p>
          <a:p>
            <a:r>
              <a:rPr lang="en-AU" dirty="0" smtClean="0"/>
              <a:t>Have a muscular foot for moving</a:t>
            </a:r>
          </a:p>
          <a:p>
            <a:r>
              <a:rPr lang="en-AU" dirty="0" smtClean="0"/>
              <a:t>Some have a shell for protection</a:t>
            </a:r>
          </a:p>
          <a:p>
            <a:r>
              <a:rPr lang="en-AU" dirty="0" smtClean="0"/>
              <a:t>Live in water and very damp places</a:t>
            </a:r>
          </a:p>
        </p:txBody>
      </p:sp>
      <p:pic>
        <p:nvPicPr>
          <p:cNvPr id="8194" name="Picture 2" descr="http://www.darwinsgalapagos.com/animals/helix_Jurgen_Schoner_gnu1_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88640"/>
            <a:ext cx="2657872" cy="178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rockntech.com.br/wp-content/uploads/2013/08/criaturas-mais-horripilantes_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2" y="3933056"/>
            <a:ext cx="3459927" cy="272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://www.manandmollusc.net/Shell_photos/squid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-171400"/>
            <a:ext cx="2847975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http://bogleech.com/nature/ceph-cuttl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132856"/>
            <a:ext cx="2919345" cy="138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http://ichef.bbci.co.uk/images/ic/640xn/p01l7hpc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787" y="4046485"/>
            <a:ext cx="4440590" cy="2497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6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4" name="Picture 18" descr="http://pest.ca.uky.edu/EXT/master_gardener/entbasics/othrarth/tic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5020621"/>
            <a:ext cx="2543184" cy="196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 smtClean="0"/>
              <a:t>Arthropods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Largest phylum!</a:t>
            </a:r>
          </a:p>
          <a:p>
            <a:r>
              <a:rPr lang="en-AU" dirty="0" smtClean="0"/>
              <a:t>Found everywhere</a:t>
            </a:r>
          </a:p>
          <a:p>
            <a:r>
              <a:rPr lang="en-AU" dirty="0" smtClean="0"/>
              <a:t>Waterproof </a:t>
            </a:r>
            <a:r>
              <a:rPr lang="en-AU" b="1" dirty="0" smtClean="0"/>
              <a:t>exoskeleton</a:t>
            </a:r>
            <a:endParaRPr lang="en-AU" dirty="0" smtClean="0"/>
          </a:p>
          <a:p>
            <a:r>
              <a:rPr lang="en-AU" dirty="0" smtClean="0"/>
              <a:t>Jointed limbs</a:t>
            </a:r>
          </a:p>
          <a:p>
            <a:r>
              <a:rPr lang="en-AU" dirty="0" smtClean="0"/>
              <a:t>Segmented body</a:t>
            </a:r>
          </a:p>
        </p:txBody>
      </p:sp>
      <p:pic>
        <p:nvPicPr>
          <p:cNvPr id="9218" name="Picture 2" descr="http://biology4isc.weebly.com/uploads/9/0/8/0/9080078/63956225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786" y="-17690"/>
            <a:ext cx="2118593" cy="169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info-now.org/antpictur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224" y="1688095"/>
            <a:ext cx="2160775" cy="195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://www.biology-questions-and-answers.com/images/Arthropods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784" y="7036"/>
            <a:ext cx="2477055" cy="164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http://shuledirect.co.tz/assets/admin/images/notes/crab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971" y="3642676"/>
            <a:ext cx="2279267" cy="169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https://upload.wikimedia.org/wikipedia/commons/0/03/Heterocarpus_ensifer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" t="13627" r="12424" b="12354"/>
          <a:stretch/>
        </p:blipFill>
        <p:spPr bwMode="auto">
          <a:xfrm>
            <a:off x="6862075" y="5341574"/>
            <a:ext cx="2311059" cy="151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http://excretorysystembiology.weebly.com/uploads/2/6/9/0/26903143/3747430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21" y="3247798"/>
            <a:ext cx="2381250" cy="178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https://dontbeaninvertehater.wikispaces.com/file/view/cen.gif/494115338/308x225/cen.gif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4875"/>
            <a:ext cx="29337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http://385888a2d8aaf2499c5f-64d142b35093ce125caba6c3b31274a9.r81.cf1.rackcdn.com/dkanimals2008/anienc226whainv_003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4885529"/>
            <a:ext cx="2267208" cy="197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55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141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Invertebrates</vt:lpstr>
      <vt:lpstr>What are the phyla?</vt:lpstr>
      <vt:lpstr>Poriferans</vt:lpstr>
      <vt:lpstr>Cnidarians (nee-dare-eeans)</vt:lpstr>
      <vt:lpstr>Echinoderms</vt:lpstr>
      <vt:lpstr>Annelids</vt:lpstr>
      <vt:lpstr>Nematodes</vt:lpstr>
      <vt:lpstr>Plathyhelminthes</vt:lpstr>
      <vt:lpstr>Molluscs</vt:lpstr>
      <vt:lpstr>Arthropods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Invertebrates</dc:title>
  <dc:creator>RAUH Natasha</dc:creator>
  <cp:lastModifiedBy>RAUH Natasha</cp:lastModifiedBy>
  <cp:revision>6</cp:revision>
  <dcterms:created xsi:type="dcterms:W3CDTF">2016-05-11T08:13:45Z</dcterms:created>
  <dcterms:modified xsi:type="dcterms:W3CDTF">2016-05-11T09:11:16Z</dcterms:modified>
</cp:coreProperties>
</file>