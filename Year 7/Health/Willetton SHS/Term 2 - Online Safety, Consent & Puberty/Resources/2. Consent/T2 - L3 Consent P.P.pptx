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1" r:id="rId1"/>
  </p:sldMasterIdLst>
  <p:notesMasterIdLst>
    <p:notesMasterId r:id="rId36"/>
  </p:notesMasterIdLst>
  <p:sldIdLst>
    <p:sldId id="319" r:id="rId2"/>
    <p:sldId id="549" r:id="rId3"/>
    <p:sldId id="356" r:id="rId4"/>
    <p:sldId id="313" r:id="rId5"/>
    <p:sldId id="310" r:id="rId6"/>
    <p:sldId id="526" r:id="rId7"/>
    <p:sldId id="326" r:id="rId8"/>
    <p:sldId id="539" r:id="rId9"/>
    <p:sldId id="312" r:id="rId10"/>
    <p:sldId id="528" r:id="rId11"/>
    <p:sldId id="359" r:id="rId12"/>
    <p:sldId id="532" r:id="rId13"/>
    <p:sldId id="531" r:id="rId14"/>
    <p:sldId id="533" r:id="rId15"/>
    <p:sldId id="534" r:id="rId16"/>
    <p:sldId id="535" r:id="rId17"/>
    <p:sldId id="536" r:id="rId18"/>
    <p:sldId id="537" r:id="rId19"/>
    <p:sldId id="538" r:id="rId20"/>
    <p:sldId id="298" r:id="rId21"/>
    <p:sldId id="540" r:id="rId22"/>
    <p:sldId id="311" r:id="rId23"/>
    <p:sldId id="541" r:id="rId24"/>
    <p:sldId id="543" r:id="rId25"/>
    <p:sldId id="545" r:id="rId26"/>
    <p:sldId id="302" r:id="rId27"/>
    <p:sldId id="546" r:id="rId28"/>
    <p:sldId id="547" r:id="rId29"/>
    <p:sldId id="323" r:id="rId30"/>
    <p:sldId id="548" r:id="rId31"/>
    <p:sldId id="317" r:id="rId32"/>
    <p:sldId id="304" r:id="rId33"/>
    <p:sldId id="306" r:id="rId34"/>
    <p:sldId id="309" r:id="rId35"/>
  </p:sldIdLst>
  <p:sldSz cx="9144000" cy="5143500" type="screen16x9"/>
  <p:notesSz cx="6858000" cy="9144000"/>
  <p:embeddedFontLst>
    <p:embeddedFont>
      <p:font typeface="Amasis MT Pro Black" panose="02040A04050005020304" pitchFamily="18" charset="0"/>
      <p:bold r:id="rId37"/>
      <p:italic r:id="rId38"/>
      <p:boldItalic r:id="rId39"/>
    </p:embeddedFont>
    <p:embeddedFont>
      <p:font typeface="Amatic SC" panose="020B0604020202020204" pitchFamily="2" charset="-79"/>
      <p:regular r:id="rId40"/>
      <p:bold r:id="rId41"/>
    </p:embeddedFont>
    <p:embeddedFont>
      <p:font typeface="Calibri" panose="020F0502020204030204" pitchFamily="34" charset="0"/>
      <p:regular r:id="rId42"/>
      <p:bold r:id="rId43"/>
      <p:italic r:id="rId44"/>
      <p:boldItalic r:id="rId45"/>
    </p:embeddedFont>
    <p:embeddedFont>
      <p:font typeface="Ink Free" panose="03080402000500000000" pitchFamily="66" charset="0"/>
      <p:regular r:id="rId46"/>
    </p:embeddedFont>
    <p:embeddedFont>
      <p:font typeface="Nunito" pitchFamily="2" charset="0"/>
      <p:regular r:id="rId47"/>
      <p:bold r:id="rId48"/>
      <p:italic r:id="rId49"/>
      <p:boldItalic r:id="rId50"/>
    </p:embeddedFont>
    <p:embeddedFont>
      <p:font typeface="Nunito SemiBold" pitchFamily="2"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C0C35A8-31EE-4B06-98D1-F3640B604409}">
  <a:tblStyle styleId="{2C0C35A8-31EE-4B06-98D1-F3640B604409}"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12D37EB-A914-4A42-9CBE-EA1083F15C18}"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177"/>
    <p:restoredTop sz="86027" autoAdjust="0"/>
  </p:normalViewPr>
  <p:slideViewPr>
    <p:cSldViewPr snapToGrid="0">
      <p:cViewPr varScale="1">
        <p:scale>
          <a:sx n="102" d="100"/>
          <a:sy n="102" d="100"/>
        </p:scale>
        <p:origin x="60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6B4F18-0196-44C4-818B-8111947BA239}"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F7052C16-F79B-48A2-8DB1-A4A487B1CA45}">
      <dgm:prSet/>
      <dgm:spPr/>
      <dgm:t>
        <a:bodyPr/>
        <a:lstStyle/>
        <a:p>
          <a:pPr>
            <a:defRPr cap="all"/>
          </a:pPr>
          <a:r>
            <a:rPr lang="en-US"/>
            <a:t>Define consent and the what, when, how and why.</a:t>
          </a:r>
        </a:p>
      </dgm:t>
    </dgm:pt>
    <dgm:pt modelId="{94E4656E-4E63-47EB-975C-DB99514C1A57}" type="parTrans" cxnId="{5ACDF3DF-8014-4677-AC8E-8D34A7580CF0}">
      <dgm:prSet/>
      <dgm:spPr/>
      <dgm:t>
        <a:bodyPr/>
        <a:lstStyle/>
        <a:p>
          <a:endParaRPr lang="en-US"/>
        </a:p>
      </dgm:t>
    </dgm:pt>
    <dgm:pt modelId="{51FDEC2B-E819-4A01-9B76-D1CDED7EC167}" type="sibTrans" cxnId="{5ACDF3DF-8014-4677-AC8E-8D34A7580CF0}">
      <dgm:prSet/>
      <dgm:spPr/>
      <dgm:t>
        <a:bodyPr/>
        <a:lstStyle/>
        <a:p>
          <a:endParaRPr lang="en-US"/>
        </a:p>
      </dgm:t>
    </dgm:pt>
    <dgm:pt modelId="{56CF4618-0C3A-4892-A38F-197A6ACCD63F}">
      <dgm:prSet/>
      <dgm:spPr/>
      <dgm:t>
        <a:bodyPr/>
        <a:lstStyle/>
        <a:p>
          <a:pPr>
            <a:defRPr cap="all"/>
          </a:pPr>
          <a:r>
            <a:rPr lang="en-US"/>
            <a:t>Apply consent to real life scenarios.</a:t>
          </a:r>
        </a:p>
      </dgm:t>
    </dgm:pt>
    <dgm:pt modelId="{CD627A6C-E038-4671-A975-1E2E6F6E7E95}" type="parTrans" cxnId="{AAFFF312-03D7-495F-B43D-3CB154C96F13}">
      <dgm:prSet/>
      <dgm:spPr/>
      <dgm:t>
        <a:bodyPr/>
        <a:lstStyle/>
        <a:p>
          <a:endParaRPr lang="en-US"/>
        </a:p>
      </dgm:t>
    </dgm:pt>
    <dgm:pt modelId="{EBA53A3D-63E0-44AB-88DF-63ACD442CD82}" type="sibTrans" cxnId="{AAFFF312-03D7-495F-B43D-3CB154C96F13}">
      <dgm:prSet/>
      <dgm:spPr/>
      <dgm:t>
        <a:bodyPr/>
        <a:lstStyle/>
        <a:p>
          <a:endParaRPr lang="en-US"/>
        </a:p>
      </dgm:t>
    </dgm:pt>
    <dgm:pt modelId="{1396F94A-A2DE-4E2F-99C2-D4504BDB7442}">
      <dgm:prSet/>
      <dgm:spPr/>
      <dgm:t>
        <a:bodyPr/>
        <a:lstStyle/>
        <a:p>
          <a:pPr>
            <a:defRPr cap="all"/>
          </a:pPr>
          <a:r>
            <a:rPr lang="en-US"/>
            <a:t>Define the DEVICES acronym in consent.</a:t>
          </a:r>
        </a:p>
      </dgm:t>
    </dgm:pt>
    <dgm:pt modelId="{5512ED23-2AAB-462D-A3C2-71EAE0C1A864}" type="parTrans" cxnId="{FEB01FF2-1D2F-4A10-BE07-84AB6C24D429}">
      <dgm:prSet/>
      <dgm:spPr/>
      <dgm:t>
        <a:bodyPr/>
        <a:lstStyle/>
        <a:p>
          <a:endParaRPr lang="en-US"/>
        </a:p>
      </dgm:t>
    </dgm:pt>
    <dgm:pt modelId="{F6E2B397-01D2-496B-8866-46ECC57E6BBB}" type="sibTrans" cxnId="{FEB01FF2-1D2F-4A10-BE07-84AB6C24D429}">
      <dgm:prSet/>
      <dgm:spPr/>
      <dgm:t>
        <a:bodyPr/>
        <a:lstStyle/>
        <a:p>
          <a:endParaRPr lang="en-US"/>
        </a:p>
      </dgm:t>
    </dgm:pt>
    <dgm:pt modelId="{DCE547F3-6197-4E80-BC3F-B0CEECFEF0A4}" type="pres">
      <dgm:prSet presAssocID="{BF6B4F18-0196-44C4-818B-8111947BA239}" presName="root" presStyleCnt="0">
        <dgm:presLayoutVars>
          <dgm:dir/>
          <dgm:resizeHandles val="exact"/>
        </dgm:presLayoutVars>
      </dgm:prSet>
      <dgm:spPr/>
    </dgm:pt>
    <dgm:pt modelId="{136D193A-AC11-4F8D-A9CD-295B626CD825}" type="pres">
      <dgm:prSet presAssocID="{F7052C16-F79B-48A2-8DB1-A4A487B1CA45}" presName="compNode" presStyleCnt="0"/>
      <dgm:spPr/>
    </dgm:pt>
    <dgm:pt modelId="{64915E81-2671-45F6-808F-849F4203A04A}" type="pres">
      <dgm:prSet presAssocID="{F7052C16-F79B-48A2-8DB1-A4A487B1CA45}" presName="iconBgRect" presStyleLbl="bgShp" presStyleIdx="0" presStyleCnt="3"/>
      <dgm:spPr/>
    </dgm:pt>
    <dgm:pt modelId="{27451D23-703F-4C00-8041-16459128E06D}" type="pres">
      <dgm:prSet presAssocID="{F7052C16-F79B-48A2-8DB1-A4A487B1CA4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tract"/>
        </a:ext>
      </dgm:extLst>
    </dgm:pt>
    <dgm:pt modelId="{AA430686-5C3A-4A75-9562-BFE9F7D7946A}" type="pres">
      <dgm:prSet presAssocID="{F7052C16-F79B-48A2-8DB1-A4A487B1CA45}" presName="spaceRect" presStyleCnt="0"/>
      <dgm:spPr/>
    </dgm:pt>
    <dgm:pt modelId="{CDDB0250-0265-4783-B718-BC13E1B7BB0C}" type="pres">
      <dgm:prSet presAssocID="{F7052C16-F79B-48A2-8DB1-A4A487B1CA45}" presName="textRect" presStyleLbl="revTx" presStyleIdx="0" presStyleCnt="3">
        <dgm:presLayoutVars>
          <dgm:chMax val="1"/>
          <dgm:chPref val="1"/>
        </dgm:presLayoutVars>
      </dgm:prSet>
      <dgm:spPr/>
    </dgm:pt>
    <dgm:pt modelId="{7340C831-8C55-45D4-93DE-2926C0FFDC40}" type="pres">
      <dgm:prSet presAssocID="{51FDEC2B-E819-4A01-9B76-D1CDED7EC167}" presName="sibTrans" presStyleCnt="0"/>
      <dgm:spPr/>
    </dgm:pt>
    <dgm:pt modelId="{607E39F6-AF3C-4E2D-A3CB-3DE6041E1289}" type="pres">
      <dgm:prSet presAssocID="{56CF4618-0C3A-4892-A38F-197A6ACCD63F}" presName="compNode" presStyleCnt="0"/>
      <dgm:spPr/>
    </dgm:pt>
    <dgm:pt modelId="{8EE84084-6AEF-4B82-9252-47442808CBCB}" type="pres">
      <dgm:prSet presAssocID="{56CF4618-0C3A-4892-A38F-197A6ACCD63F}" presName="iconBgRect" presStyleLbl="bgShp" presStyleIdx="1" presStyleCnt="3"/>
      <dgm:spPr/>
    </dgm:pt>
    <dgm:pt modelId="{1580CDE0-B2CA-4860-890C-2393CDDA3977}" type="pres">
      <dgm:prSet presAssocID="{56CF4618-0C3A-4892-A38F-197A6ACCD63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dding Rings"/>
        </a:ext>
      </dgm:extLst>
    </dgm:pt>
    <dgm:pt modelId="{834E688A-8597-4262-A78C-3F58AE8D2D9D}" type="pres">
      <dgm:prSet presAssocID="{56CF4618-0C3A-4892-A38F-197A6ACCD63F}" presName="spaceRect" presStyleCnt="0"/>
      <dgm:spPr/>
    </dgm:pt>
    <dgm:pt modelId="{A43000AE-B709-4D7E-8BA1-2D98F2FA7136}" type="pres">
      <dgm:prSet presAssocID="{56CF4618-0C3A-4892-A38F-197A6ACCD63F}" presName="textRect" presStyleLbl="revTx" presStyleIdx="1" presStyleCnt="3">
        <dgm:presLayoutVars>
          <dgm:chMax val="1"/>
          <dgm:chPref val="1"/>
        </dgm:presLayoutVars>
      </dgm:prSet>
      <dgm:spPr/>
    </dgm:pt>
    <dgm:pt modelId="{CCA06794-1E90-4436-B8FD-767C4843926B}" type="pres">
      <dgm:prSet presAssocID="{EBA53A3D-63E0-44AB-88DF-63ACD442CD82}" presName="sibTrans" presStyleCnt="0"/>
      <dgm:spPr/>
    </dgm:pt>
    <dgm:pt modelId="{2C923A4C-2E85-4FF2-9614-EEBB8C5A7FEE}" type="pres">
      <dgm:prSet presAssocID="{1396F94A-A2DE-4E2F-99C2-D4504BDB7442}" presName="compNode" presStyleCnt="0"/>
      <dgm:spPr/>
    </dgm:pt>
    <dgm:pt modelId="{D2E6DAF5-28B6-4435-8A11-1D1117DE3394}" type="pres">
      <dgm:prSet presAssocID="{1396F94A-A2DE-4E2F-99C2-D4504BDB7442}" presName="iconBgRect" presStyleLbl="bgShp" presStyleIdx="2" presStyleCnt="3"/>
      <dgm:spPr/>
    </dgm:pt>
    <dgm:pt modelId="{5158244B-16B7-45EF-9CBD-C41866B36B44}" type="pres">
      <dgm:prSet presAssocID="{1396F94A-A2DE-4E2F-99C2-D4504BDB744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ubtitles"/>
        </a:ext>
      </dgm:extLst>
    </dgm:pt>
    <dgm:pt modelId="{75453825-436B-41AB-AE65-9722281D876E}" type="pres">
      <dgm:prSet presAssocID="{1396F94A-A2DE-4E2F-99C2-D4504BDB7442}" presName="spaceRect" presStyleCnt="0"/>
      <dgm:spPr/>
    </dgm:pt>
    <dgm:pt modelId="{C9BC9F46-4BF2-47B2-8322-0B8841B2B3AE}" type="pres">
      <dgm:prSet presAssocID="{1396F94A-A2DE-4E2F-99C2-D4504BDB7442}" presName="textRect" presStyleLbl="revTx" presStyleIdx="2" presStyleCnt="3">
        <dgm:presLayoutVars>
          <dgm:chMax val="1"/>
          <dgm:chPref val="1"/>
        </dgm:presLayoutVars>
      </dgm:prSet>
      <dgm:spPr/>
    </dgm:pt>
  </dgm:ptLst>
  <dgm:cxnLst>
    <dgm:cxn modelId="{AAFFF312-03D7-495F-B43D-3CB154C96F13}" srcId="{BF6B4F18-0196-44C4-818B-8111947BA239}" destId="{56CF4618-0C3A-4892-A38F-197A6ACCD63F}" srcOrd="1" destOrd="0" parTransId="{CD627A6C-E038-4671-A975-1E2E6F6E7E95}" sibTransId="{EBA53A3D-63E0-44AB-88DF-63ACD442CD82}"/>
    <dgm:cxn modelId="{22839B16-9BAA-47EB-A883-2ACB9FC5A4DB}" type="presOf" srcId="{1396F94A-A2DE-4E2F-99C2-D4504BDB7442}" destId="{C9BC9F46-4BF2-47B2-8322-0B8841B2B3AE}" srcOrd="0" destOrd="0" presId="urn:microsoft.com/office/officeart/2018/5/layout/IconCircleLabelList"/>
    <dgm:cxn modelId="{6D5AB164-C90F-4F55-BFD8-D4FA9AEBCB39}" type="presOf" srcId="{56CF4618-0C3A-4892-A38F-197A6ACCD63F}" destId="{A43000AE-B709-4D7E-8BA1-2D98F2FA7136}" srcOrd="0" destOrd="0" presId="urn:microsoft.com/office/officeart/2018/5/layout/IconCircleLabelList"/>
    <dgm:cxn modelId="{D3F75249-F2FC-4871-91EA-4819F92B1F2B}" type="presOf" srcId="{BF6B4F18-0196-44C4-818B-8111947BA239}" destId="{DCE547F3-6197-4E80-BC3F-B0CEECFEF0A4}" srcOrd="0" destOrd="0" presId="urn:microsoft.com/office/officeart/2018/5/layout/IconCircleLabelList"/>
    <dgm:cxn modelId="{06BA0758-CD1D-42DD-9F76-80BEDD71041D}" type="presOf" srcId="{F7052C16-F79B-48A2-8DB1-A4A487B1CA45}" destId="{CDDB0250-0265-4783-B718-BC13E1B7BB0C}" srcOrd="0" destOrd="0" presId="urn:microsoft.com/office/officeart/2018/5/layout/IconCircleLabelList"/>
    <dgm:cxn modelId="{5ACDF3DF-8014-4677-AC8E-8D34A7580CF0}" srcId="{BF6B4F18-0196-44C4-818B-8111947BA239}" destId="{F7052C16-F79B-48A2-8DB1-A4A487B1CA45}" srcOrd="0" destOrd="0" parTransId="{94E4656E-4E63-47EB-975C-DB99514C1A57}" sibTransId="{51FDEC2B-E819-4A01-9B76-D1CDED7EC167}"/>
    <dgm:cxn modelId="{FEB01FF2-1D2F-4A10-BE07-84AB6C24D429}" srcId="{BF6B4F18-0196-44C4-818B-8111947BA239}" destId="{1396F94A-A2DE-4E2F-99C2-D4504BDB7442}" srcOrd="2" destOrd="0" parTransId="{5512ED23-2AAB-462D-A3C2-71EAE0C1A864}" sibTransId="{F6E2B397-01D2-496B-8866-46ECC57E6BBB}"/>
    <dgm:cxn modelId="{4B4DDBAD-CB6E-45AA-9803-82DCF85C5ADB}" type="presParOf" srcId="{DCE547F3-6197-4E80-BC3F-B0CEECFEF0A4}" destId="{136D193A-AC11-4F8D-A9CD-295B626CD825}" srcOrd="0" destOrd="0" presId="urn:microsoft.com/office/officeart/2018/5/layout/IconCircleLabelList"/>
    <dgm:cxn modelId="{22ED6524-2584-4AE8-9CDB-5358A9C45B37}" type="presParOf" srcId="{136D193A-AC11-4F8D-A9CD-295B626CD825}" destId="{64915E81-2671-45F6-808F-849F4203A04A}" srcOrd="0" destOrd="0" presId="urn:microsoft.com/office/officeart/2018/5/layout/IconCircleLabelList"/>
    <dgm:cxn modelId="{ADD424CB-5141-43B0-876F-02223FF76D14}" type="presParOf" srcId="{136D193A-AC11-4F8D-A9CD-295B626CD825}" destId="{27451D23-703F-4C00-8041-16459128E06D}" srcOrd="1" destOrd="0" presId="urn:microsoft.com/office/officeart/2018/5/layout/IconCircleLabelList"/>
    <dgm:cxn modelId="{9E6BE518-E480-42FE-BFD7-7857450D1456}" type="presParOf" srcId="{136D193A-AC11-4F8D-A9CD-295B626CD825}" destId="{AA430686-5C3A-4A75-9562-BFE9F7D7946A}" srcOrd="2" destOrd="0" presId="urn:microsoft.com/office/officeart/2018/5/layout/IconCircleLabelList"/>
    <dgm:cxn modelId="{FF83AA7E-1471-4858-A171-E2D09ADF7BEA}" type="presParOf" srcId="{136D193A-AC11-4F8D-A9CD-295B626CD825}" destId="{CDDB0250-0265-4783-B718-BC13E1B7BB0C}" srcOrd="3" destOrd="0" presId="urn:microsoft.com/office/officeart/2018/5/layout/IconCircleLabelList"/>
    <dgm:cxn modelId="{032EA080-BFA4-413B-8E63-9B9D427C6070}" type="presParOf" srcId="{DCE547F3-6197-4E80-BC3F-B0CEECFEF0A4}" destId="{7340C831-8C55-45D4-93DE-2926C0FFDC40}" srcOrd="1" destOrd="0" presId="urn:microsoft.com/office/officeart/2018/5/layout/IconCircleLabelList"/>
    <dgm:cxn modelId="{BDFFD11B-E345-4AFB-81E8-030D595B0229}" type="presParOf" srcId="{DCE547F3-6197-4E80-BC3F-B0CEECFEF0A4}" destId="{607E39F6-AF3C-4E2D-A3CB-3DE6041E1289}" srcOrd="2" destOrd="0" presId="urn:microsoft.com/office/officeart/2018/5/layout/IconCircleLabelList"/>
    <dgm:cxn modelId="{76FBA3C2-C1EA-4F3E-9574-E6A1ABE36B15}" type="presParOf" srcId="{607E39F6-AF3C-4E2D-A3CB-3DE6041E1289}" destId="{8EE84084-6AEF-4B82-9252-47442808CBCB}" srcOrd="0" destOrd="0" presId="urn:microsoft.com/office/officeart/2018/5/layout/IconCircleLabelList"/>
    <dgm:cxn modelId="{9622DA30-ABD7-4207-8097-ECA4AA210ADF}" type="presParOf" srcId="{607E39F6-AF3C-4E2D-A3CB-3DE6041E1289}" destId="{1580CDE0-B2CA-4860-890C-2393CDDA3977}" srcOrd="1" destOrd="0" presId="urn:microsoft.com/office/officeart/2018/5/layout/IconCircleLabelList"/>
    <dgm:cxn modelId="{4A1339E0-D02E-4B0F-BEFD-ADBF7C075B60}" type="presParOf" srcId="{607E39F6-AF3C-4E2D-A3CB-3DE6041E1289}" destId="{834E688A-8597-4262-A78C-3F58AE8D2D9D}" srcOrd="2" destOrd="0" presId="urn:microsoft.com/office/officeart/2018/5/layout/IconCircleLabelList"/>
    <dgm:cxn modelId="{F10EECF4-3239-4277-8053-F2C085F9E6EF}" type="presParOf" srcId="{607E39F6-AF3C-4E2D-A3CB-3DE6041E1289}" destId="{A43000AE-B709-4D7E-8BA1-2D98F2FA7136}" srcOrd="3" destOrd="0" presId="urn:microsoft.com/office/officeart/2018/5/layout/IconCircleLabelList"/>
    <dgm:cxn modelId="{3C42ED0F-46E2-49AB-B8C6-4B971FA1EC21}" type="presParOf" srcId="{DCE547F3-6197-4E80-BC3F-B0CEECFEF0A4}" destId="{CCA06794-1E90-4436-B8FD-767C4843926B}" srcOrd="3" destOrd="0" presId="urn:microsoft.com/office/officeart/2018/5/layout/IconCircleLabelList"/>
    <dgm:cxn modelId="{E558BA51-563F-46F8-9DBB-2E0B562B55E2}" type="presParOf" srcId="{DCE547F3-6197-4E80-BC3F-B0CEECFEF0A4}" destId="{2C923A4C-2E85-4FF2-9614-EEBB8C5A7FEE}" srcOrd="4" destOrd="0" presId="urn:microsoft.com/office/officeart/2018/5/layout/IconCircleLabelList"/>
    <dgm:cxn modelId="{3112919A-2ED8-49EC-92BB-078ABD93CD20}" type="presParOf" srcId="{2C923A4C-2E85-4FF2-9614-EEBB8C5A7FEE}" destId="{D2E6DAF5-28B6-4435-8A11-1D1117DE3394}" srcOrd="0" destOrd="0" presId="urn:microsoft.com/office/officeart/2018/5/layout/IconCircleLabelList"/>
    <dgm:cxn modelId="{4FE9CB03-8593-4502-836B-6BD7549A6676}" type="presParOf" srcId="{2C923A4C-2E85-4FF2-9614-EEBB8C5A7FEE}" destId="{5158244B-16B7-45EF-9CBD-C41866B36B44}" srcOrd="1" destOrd="0" presId="urn:microsoft.com/office/officeart/2018/5/layout/IconCircleLabelList"/>
    <dgm:cxn modelId="{46A7C300-E078-4274-8E6F-0522009DC1CE}" type="presParOf" srcId="{2C923A4C-2E85-4FF2-9614-EEBB8C5A7FEE}" destId="{75453825-436B-41AB-AE65-9722281D876E}" srcOrd="2" destOrd="0" presId="urn:microsoft.com/office/officeart/2018/5/layout/IconCircleLabelList"/>
    <dgm:cxn modelId="{A07D78E3-1E51-4B8D-9673-8893C29951BF}" type="presParOf" srcId="{2C923A4C-2E85-4FF2-9614-EEBB8C5A7FEE}" destId="{C9BC9F46-4BF2-47B2-8322-0B8841B2B3A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915E81-2671-45F6-808F-849F4203A04A}">
      <dsp:nvSpPr>
        <dsp:cNvPr id="0" name=""/>
        <dsp:cNvSpPr/>
      </dsp:nvSpPr>
      <dsp:spPr>
        <a:xfrm>
          <a:off x="382649" y="295199"/>
          <a:ext cx="1166625" cy="116662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451D23-703F-4C00-8041-16459128E06D}">
      <dsp:nvSpPr>
        <dsp:cNvPr id="0" name=""/>
        <dsp:cNvSpPr/>
      </dsp:nvSpPr>
      <dsp:spPr>
        <a:xfrm>
          <a:off x="631274" y="543825"/>
          <a:ext cx="669375" cy="66937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DDB0250-0265-4783-B718-BC13E1B7BB0C}">
      <dsp:nvSpPr>
        <dsp:cNvPr id="0" name=""/>
        <dsp:cNvSpPr/>
      </dsp:nvSpPr>
      <dsp:spPr>
        <a:xfrm>
          <a:off x="9712" y="1825200"/>
          <a:ext cx="19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Define consent and the what, when, how and why.</a:t>
          </a:r>
        </a:p>
      </dsp:txBody>
      <dsp:txXfrm>
        <a:off x="9712" y="1825200"/>
        <a:ext cx="1912500" cy="720000"/>
      </dsp:txXfrm>
    </dsp:sp>
    <dsp:sp modelId="{8EE84084-6AEF-4B82-9252-47442808CBCB}">
      <dsp:nvSpPr>
        <dsp:cNvPr id="0" name=""/>
        <dsp:cNvSpPr/>
      </dsp:nvSpPr>
      <dsp:spPr>
        <a:xfrm>
          <a:off x="2629837" y="295199"/>
          <a:ext cx="1166625" cy="116662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80CDE0-B2CA-4860-890C-2393CDDA3977}">
      <dsp:nvSpPr>
        <dsp:cNvPr id="0" name=""/>
        <dsp:cNvSpPr/>
      </dsp:nvSpPr>
      <dsp:spPr>
        <a:xfrm>
          <a:off x="2878462" y="543825"/>
          <a:ext cx="669375" cy="66937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43000AE-B709-4D7E-8BA1-2D98F2FA7136}">
      <dsp:nvSpPr>
        <dsp:cNvPr id="0" name=""/>
        <dsp:cNvSpPr/>
      </dsp:nvSpPr>
      <dsp:spPr>
        <a:xfrm>
          <a:off x="2256900" y="1825200"/>
          <a:ext cx="19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Apply consent to real life scenarios.</a:t>
          </a:r>
        </a:p>
      </dsp:txBody>
      <dsp:txXfrm>
        <a:off x="2256900" y="1825200"/>
        <a:ext cx="1912500" cy="720000"/>
      </dsp:txXfrm>
    </dsp:sp>
    <dsp:sp modelId="{D2E6DAF5-28B6-4435-8A11-1D1117DE3394}">
      <dsp:nvSpPr>
        <dsp:cNvPr id="0" name=""/>
        <dsp:cNvSpPr/>
      </dsp:nvSpPr>
      <dsp:spPr>
        <a:xfrm>
          <a:off x="4877025" y="295199"/>
          <a:ext cx="1166625" cy="1166625"/>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58244B-16B7-45EF-9CBD-C41866B36B44}">
      <dsp:nvSpPr>
        <dsp:cNvPr id="0" name=""/>
        <dsp:cNvSpPr/>
      </dsp:nvSpPr>
      <dsp:spPr>
        <a:xfrm>
          <a:off x="5125650" y="543825"/>
          <a:ext cx="669375" cy="66937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9BC9F46-4BF2-47B2-8322-0B8841B2B3AE}">
      <dsp:nvSpPr>
        <dsp:cNvPr id="0" name=""/>
        <dsp:cNvSpPr/>
      </dsp:nvSpPr>
      <dsp:spPr>
        <a:xfrm>
          <a:off x="4504087" y="1825200"/>
          <a:ext cx="19125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Define the DEVICES acronym in consent.</a:t>
          </a:r>
        </a:p>
      </dsp:txBody>
      <dsp:txXfrm>
        <a:off x="4504087" y="1825200"/>
        <a:ext cx="19125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32C573D7-E80C-4709-9B31-9CF3A42190EB}" type="slidenum">
              <a:rPr lang="en-AU" smtClean="0"/>
              <a:t>3</a:t>
            </a:fld>
            <a:endParaRPr lang="en-AU"/>
          </a:p>
        </p:txBody>
      </p:sp>
    </p:spTree>
    <p:extLst>
      <p:ext uri="{BB962C8B-B14F-4D97-AF65-F5344CB8AC3E}">
        <p14:creationId xmlns:p14="http://schemas.microsoft.com/office/powerpoint/2010/main" val="4157164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AU" b="1" dirty="0"/>
              <a:t>OPTIONAL HOOK</a:t>
            </a:r>
          </a:p>
        </p:txBody>
      </p:sp>
    </p:spTree>
    <p:extLst>
      <p:ext uri="{BB962C8B-B14F-4D97-AF65-F5344CB8AC3E}">
        <p14:creationId xmlns:p14="http://schemas.microsoft.com/office/powerpoint/2010/main" val="30502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AU" b="1" dirty="0"/>
              <a:t>OPTIONAL HOOK – Play to 2:20mins only.</a:t>
            </a:r>
          </a:p>
          <a:p>
            <a:pPr marL="139700" indent="0">
              <a:buNone/>
            </a:pPr>
            <a:endParaRPr lang="en-AU" dirty="0"/>
          </a:p>
          <a:p>
            <a:pPr marL="139700" indent="0">
              <a:buNone/>
            </a:pPr>
            <a:r>
              <a:rPr lang="en-AU" dirty="0"/>
              <a:t>https://www.youtube.com/watch?v=LO3i1EJE6DI&amp;ab_channel=RiseAbove</a:t>
            </a:r>
          </a:p>
        </p:txBody>
      </p:sp>
    </p:spTree>
    <p:extLst>
      <p:ext uri="{BB962C8B-B14F-4D97-AF65-F5344CB8AC3E}">
        <p14:creationId xmlns:p14="http://schemas.microsoft.com/office/powerpoint/2010/main" val="805946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AU" dirty="0"/>
              <a:t>Resources – sticky notes. </a:t>
            </a:r>
          </a:p>
        </p:txBody>
      </p:sp>
    </p:spTree>
    <p:extLst>
      <p:ext uri="{BB962C8B-B14F-4D97-AF65-F5344CB8AC3E}">
        <p14:creationId xmlns:p14="http://schemas.microsoft.com/office/powerpoint/2010/main" val="1316366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b="1" dirty="0"/>
              <a:t>RELEVANT TO TEST</a:t>
            </a:r>
          </a:p>
        </p:txBody>
      </p:sp>
      <p:sp>
        <p:nvSpPr>
          <p:cNvPr id="4" name="Slide Number Placeholder 3"/>
          <p:cNvSpPr>
            <a:spLocks noGrp="1"/>
          </p:cNvSpPr>
          <p:nvPr>
            <p:ph type="sldNum" sz="quarter" idx="5"/>
          </p:nvPr>
        </p:nvSpPr>
        <p:spPr/>
        <p:txBody>
          <a:bodyPr/>
          <a:lstStyle/>
          <a:p>
            <a:fld id="{32C573D7-E80C-4709-9B31-9CF3A42190EB}" type="slidenum">
              <a:rPr lang="en-AU" smtClean="0"/>
              <a:t>7</a:t>
            </a:fld>
            <a:endParaRPr lang="en-AU"/>
          </a:p>
        </p:txBody>
      </p:sp>
    </p:spTree>
    <p:extLst>
      <p:ext uri="{BB962C8B-B14F-4D97-AF65-F5344CB8AC3E}">
        <p14:creationId xmlns:p14="http://schemas.microsoft.com/office/powerpoint/2010/main" val="28183311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endParaRPr lang="en-AU" dirty="0"/>
          </a:p>
        </p:txBody>
      </p:sp>
    </p:spTree>
    <p:extLst>
      <p:ext uri="{BB962C8B-B14F-4D97-AF65-F5344CB8AC3E}">
        <p14:creationId xmlns:p14="http://schemas.microsoft.com/office/powerpoint/2010/main" val="3225467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US" b="1" dirty="0"/>
              <a:t>RELEVANT TO TEST – need to be able to give 2 examples of situations where consent is needed (i.e., when hugging or kissing in a romantic relationship OR when working on an assignment together, asking to be in a group together or using someone else’s ideas etc.)</a:t>
            </a:r>
          </a:p>
          <a:p>
            <a:pPr marL="139700" indent="0">
              <a:buNone/>
            </a:pPr>
            <a:endParaRPr lang="en-US" b="1" dirty="0"/>
          </a:p>
          <a:p>
            <a:pPr marL="139700" indent="0">
              <a:buNone/>
            </a:pPr>
            <a:r>
              <a:rPr lang="en-US" b="1" dirty="0"/>
              <a:t>ALTERNATIVE: </a:t>
            </a:r>
            <a:r>
              <a:rPr lang="en-US" dirty="0"/>
              <a:t>complete as a class discussion or allow students to write their answers into their books. Space is provided on the relevant page in their workbook. </a:t>
            </a:r>
          </a:p>
          <a:p>
            <a:pPr marL="139700" indent="0">
              <a:buNone/>
            </a:pPr>
            <a:endParaRPr lang="en-US" dirty="0"/>
          </a:p>
          <a:p>
            <a:pPr marL="139700" indent="0">
              <a:buNone/>
            </a:pPr>
            <a:r>
              <a:rPr lang="en-US" dirty="0"/>
              <a:t>Resources = A3 or A4 paper (could use butchers paper), pens/pencils. </a:t>
            </a:r>
          </a:p>
          <a:p>
            <a:pPr marL="139700" indent="0">
              <a:buNone/>
            </a:pPr>
            <a:endParaRPr lang="en-US" dirty="0"/>
          </a:p>
          <a:p>
            <a:pPr marL="139700" indent="0">
              <a:buNone/>
            </a:pPr>
            <a:r>
              <a:rPr lang="en-US" dirty="0"/>
              <a:t>Example on next slide</a:t>
            </a:r>
          </a:p>
        </p:txBody>
      </p:sp>
    </p:spTree>
    <p:extLst>
      <p:ext uri="{BB962C8B-B14F-4D97-AF65-F5344CB8AC3E}">
        <p14:creationId xmlns:p14="http://schemas.microsoft.com/office/powerpoint/2010/main" val="24155471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dirty="0"/>
              <a:t>ALTERNATIVE: </a:t>
            </a:r>
            <a:r>
              <a:rPr lang="en-US" dirty="0"/>
              <a:t>complete as a class discussion or allow students to write their answers into their books. Space is provided on the relevant page in their workbook. </a:t>
            </a:r>
          </a:p>
          <a:p>
            <a:pPr marL="139700" indent="0">
              <a:buNone/>
            </a:pPr>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11</a:t>
            </a:fld>
            <a:endParaRPr lang="en-AU"/>
          </a:p>
        </p:txBody>
      </p:sp>
    </p:spTree>
    <p:extLst>
      <p:ext uri="{BB962C8B-B14F-4D97-AF65-F5344CB8AC3E}">
        <p14:creationId xmlns:p14="http://schemas.microsoft.com/office/powerpoint/2010/main" val="2745037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dirty="0"/>
              <a:t>ALTERNATIVE: </a:t>
            </a:r>
            <a:r>
              <a:rPr lang="en-US" dirty="0"/>
              <a:t>complete as a class discussion or allow students to write their answers into their books. Space is provided on the relevant page in their workbook. </a:t>
            </a:r>
          </a:p>
          <a:p>
            <a:pPr marL="139700" indent="0">
              <a:buNone/>
            </a:pPr>
            <a:endParaRPr lang="en-US" dirty="0"/>
          </a:p>
          <a:p>
            <a:pPr marL="139700" indent="0">
              <a:buNone/>
            </a:pPr>
            <a:r>
              <a:rPr lang="en-US" dirty="0"/>
              <a:t>Example on next slide</a:t>
            </a:r>
          </a:p>
        </p:txBody>
      </p:sp>
    </p:spTree>
    <p:extLst>
      <p:ext uri="{BB962C8B-B14F-4D97-AF65-F5344CB8AC3E}">
        <p14:creationId xmlns:p14="http://schemas.microsoft.com/office/powerpoint/2010/main" val="2032544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dirty="0"/>
              <a:t>ALTERNATIVE: </a:t>
            </a:r>
            <a:r>
              <a:rPr lang="en-US" dirty="0"/>
              <a:t>complete as a class discussion or allow students to write their answers into their books. Space is provided on the relevant page in their workbook. </a:t>
            </a:r>
          </a:p>
          <a:p>
            <a:pPr marL="139700" indent="0">
              <a:buNone/>
            </a:pPr>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13</a:t>
            </a:fld>
            <a:endParaRPr lang="en-AU"/>
          </a:p>
        </p:txBody>
      </p:sp>
    </p:spTree>
    <p:extLst>
      <p:ext uri="{BB962C8B-B14F-4D97-AF65-F5344CB8AC3E}">
        <p14:creationId xmlns:p14="http://schemas.microsoft.com/office/powerpoint/2010/main" val="91337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dirty="0"/>
              <a:t>ALTERNATIVE: </a:t>
            </a:r>
            <a:r>
              <a:rPr lang="en-US" dirty="0"/>
              <a:t>complete as a class discussion or allow students to write their answers into their books. Space is provided on the relevant page in their workbook. </a:t>
            </a:r>
          </a:p>
          <a:p>
            <a:pPr marL="139700" indent="0">
              <a:buNone/>
            </a:pPr>
            <a:endParaRPr lang="en-US" dirty="0"/>
          </a:p>
          <a:p>
            <a:pPr marL="139700" indent="0">
              <a:buNone/>
            </a:pPr>
            <a:r>
              <a:rPr lang="en-US" dirty="0"/>
              <a:t>Example on next slide</a:t>
            </a:r>
          </a:p>
        </p:txBody>
      </p:sp>
    </p:spTree>
    <p:extLst>
      <p:ext uri="{BB962C8B-B14F-4D97-AF65-F5344CB8AC3E}">
        <p14:creationId xmlns:p14="http://schemas.microsoft.com/office/powerpoint/2010/main" val="328154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dirty="0"/>
              <a:t>ALTERNATIVE: </a:t>
            </a:r>
            <a:r>
              <a:rPr lang="en-US" dirty="0"/>
              <a:t>complete as a class discussion or allow students to write their answers into their books. Space is provided on the relevant page in their workbook. </a:t>
            </a:r>
          </a:p>
          <a:p>
            <a:pPr marL="139700" indent="0">
              <a:buNone/>
            </a:pPr>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15</a:t>
            </a:fld>
            <a:endParaRPr lang="en-AU"/>
          </a:p>
        </p:txBody>
      </p:sp>
    </p:spTree>
    <p:extLst>
      <p:ext uri="{BB962C8B-B14F-4D97-AF65-F5344CB8AC3E}">
        <p14:creationId xmlns:p14="http://schemas.microsoft.com/office/powerpoint/2010/main" val="3883557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dirty="0"/>
              <a:t>ALTERNATIVE: </a:t>
            </a:r>
            <a:r>
              <a:rPr lang="en-US" dirty="0"/>
              <a:t>complete as a class discussion or allow students to write their answers into their books. Space is provided on the relevant page in their workbook. </a:t>
            </a:r>
          </a:p>
          <a:p>
            <a:pPr marL="139700" indent="0">
              <a:buNone/>
            </a:pPr>
            <a:endParaRPr lang="en-US" dirty="0"/>
          </a:p>
          <a:p>
            <a:pPr marL="139700" indent="0">
              <a:buNone/>
            </a:pPr>
            <a:r>
              <a:rPr lang="en-US" dirty="0"/>
              <a:t>Example on next slide</a:t>
            </a:r>
          </a:p>
        </p:txBody>
      </p:sp>
    </p:spTree>
    <p:extLst>
      <p:ext uri="{BB962C8B-B14F-4D97-AF65-F5344CB8AC3E}">
        <p14:creationId xmlns:p14="http://schemas.microsoft.com/office/powerpoint/2010/main" val="9782995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dirty="0"/>
              <a:t>ALTERNATIVE: </a:t>
            </a:r>
            <a:r>
              <a:rPr lang="en-US" dirty="0"/>
              <a:t>complete as a class discussion or allow students to write their answers into their books. Space is provided on the relevant page in their workbook. </a:t>
            </a:r>
          </a:p>
          <a:p>
            <a:pPr marL="139700" indent="0">
              <a:buNone/>
            </a:pPr>
            <a:endParaRPr lang="en-US" dirty="0"/>
          </a:p>
        </p:txBody>
      </p:sp>
      <p:sp>
        <p:nvSpPr>
          <p:cNvPr id="4" name="Slide Number Placeholder 3"/>
          <p:cNvSpPr>
            <a:spLocks noGrp="1"/>
          </p:cNvSpPr>
          <p:nvPr>
            <p:ph type="sldNum" sz="quarter" idx="5"/>
          </p:nvPr>
        </p:nvSpPr>
        <p:spPr/>
        <p:txBody>
          <a:bodyPr/>
          <a:lstStyle/>
          <a:p>
            <a:fld id="{32C573D7-E80C-4709-9B31-9CF3A42190EB}" type="slidenum">
              <a:rPr lang="en-AU" smtClean="0"/>
              <a:t>17</a:t>
            </a:fld>
            <a:endParaRPr lang="en-AU"/>
          </a:p>
        </p:txBody>
      </p:sp>
    </p:spTree>
    <p:extLst>
      <p:ext uri="{BB962C8B-B14F-4D97-AF65-F5344CB8AC3E}">
        <p14:creationId xmlns:p14="http://schemas.microsoft.com/office/powerpoint/2010/main" val="37911601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dirty="0"/>
              <a:t>RELEVANT TO TEST – need to be able to give 2 examples of situations where consent is needed (i.e., when hugging or kissing in a romantic relationship OR when working on an assignment together, asking to be in a group together or using someone else’s ideas etc.)</a:t>
            </a:r>
            <a:endParaRPr lang="en-US" dirty="0"/>
          </a:p>
          <a:p>
            <a:pPr marL="139700" indent="0">
              <a:buNone/>
            </a:pPr>
            <a:endParaRPr lang="en-US" dirty="0"/>
          </a:p>
          <a:p>
            <a:pPr marL="139700" indent="0">
              <a:buNone/>
            </a:pPr>
            <a:r>
              <a:rPr lang="en-US" dirty="0"/>
              <a:t>Completed example of brainstorm</a:t>
            </a:r>
          </a:p>
        </p:txBody>
      </p:sp>
      <p:sp>
        <p:nvSpPr>
          <p:cNvPr id="4" name="Slide Number Placeholder 3"/>
          <p:cNvSpPr>
            <a:spLocks noGrp="1"/>
          </p:cNvSpPr>
          <p:nvPr>
            <p:ph type="sldNum" sz="quarter" idx="5"/>
          </p:nvPr>
        </p:nvSpPr>
        <p:spPr/>
        <p:txBody>
          <a:bodyPr/>
          <a:lstStyle/>
          <a:p>
            <a:fld id="{32C573D7-E80C-4709-9B31-9CF3A42190EB}" type="slidenum">
              <a:rPr lang="en-AU" smtClean="0"/>
              <a:t>18</a:t>
            </a:fld>
            <a:endParaRPr lang="en-AU"/>
          </a:p>
        </p:txBody>
      </p:sp>
    </p:spTree>
    <p:extLst>
      <p:ext uri="{BB962C8B-B14F-4D97-AF65-F5344CB8AC3E}">
        <p14:creationId xmlns:p14="http://schemas.microsoft.com/office/powerpoint/2010/main" val="2138560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AU" b="1" dirty="0"/>
              <a:t>ALTERNATIVE – quick class discussion</a:t>
            </a:r>
          </a:p>
          <a:p>
            <a:pPr marL="139700" indent="0">
              <a:buNone/>
            </a:pPr>
            <a:endParaRPr lang="en-AU" dirty="0"/>
          </a:p>
          <a:p>
            <a:pPr marL="139700" indent="0">
              <a:buNone/>
            </a:pPr>
            <a:r>
              <a:rPr lang="en-AU" dirty="0"/>
              <a:t>Students think to themselves about their answer to the question for 1min 30</a:t>
            </a:r>
          </a:p>
          <a:p>
            <a:pPr marL="139700" indent="0">
              <a:buNone/>
            </a:pPr>
            <a:r>
              <a:rPr lang="en-AU" dirty="0"/>
              <a:t>Pair up with a partner to discuss for a further 1min 30</a:t>
            </a:r>
          </a:p>
          <a:p>
            <a:pPr marL="139700" indent="0">
              <a:buNone/>
            </a:pPr>
            <a:r>
              <a:rPr lang="en-AU" dirty="0"/>
              <a:t>Share discussions and ideas with the class</a:t>
            </a:r>
          </a:p>
        </p:txBody>
      </p:sp>
    </p:spTree>
    <p:extLst>
      <p:ext uri="{BB962C8B-B14F-4D97-AF65-F5344CB8AC3E}">
        <p14:creationId xmlns:p14="http://schemas.microsoft.com/office/powerpoint/2010/main" val="12801448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AU" b="1" dirty="0"/>
              <a:t>OPTIONAL to </a:t>
            </a:r>
            <a:r>
              <a:rPr lang="en-AU" b="1" dirty="0" err="1"/>
              <a:t>wacth</a:t>
            </a:r>
            <a:r>
              <a:rPr lang="en-AU" b="1" dirty="0"/>
              <a:t> </a:t>
            </a:r>
          </a:p>
          <a:p>
            <a:pPr marL="139700" indent="0">
              <a:buNone/>
            </a:pPr>
            <a:r>
              <a:rPr lang="en-AU" dirty="0"/>
              <a:t>2.43mins</a:t>
            </a:r>
          </a:p>
          <a:p>
            <a:pPr marL="139700" indent="0">
              <a:buNone/>
            </a:pPr>
            <a:r>
              <a:rPr lang="en-AU" dirty="0"/>
              <a:t>https://www.youtube.com/watch?v=h3nhM9UlJjc&amp;t=2s&amp;ab_channel=</a:t>
            </a:r>
            <a:r>
              <a:rPr lang="en-AU" dirty="0" err="1"/>
              <a:t>BlueSeatStudios</a:t>
            </a:r>
            <a:endParaRPr lang="en-AU" dirty="0"/>
          </a:p>
          <a:p>
            <a:pPr marL="139700" indent="0">
              <a:buNone/>
            </a:pPr>
            <a:endParaRPr lang="en-AU" dirty="0"/>
          </a:p>
        </p:txBody>
      </p:sp>
    </p:spTree>
    <p:extLst>
      <p:ext uri="{BB962C8B-B14F-4D97-AF65-F5344CB8AC3E}">
        <p14:creationId xmlns:p14="http://schemas.microsoft.com/office/powerpoint/2010/main" val="18198423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AU" b="1" dirty="0"/>
              <a:t>ALTERNATIVE – quick class discussion</a:t>
            </a:r>
          </a:p>
          <a:p>
            <a:pPr marL="139700" indent="0">
              <a:buNone/>
            </a:pPr>
            <a:endParaRPr lang="en-AU" dirty="0"/>
          </a:p>
          <a:p>
            <a:pPr marL="139700" indent="0">
              <a:buNone/>
            </a:pPr>
            <a:r>
              <a:rPr lang="en-AU" dirty="0"/>
              <a:t>Students think to themselves about their answer to the question for 1min 30</a:t>
            </a:r>
          </a:p>
          <a:p>
            <a:pPr marL="139700" indent="0">
              <a:buNone/>
            </a:pPr>
            <a:r>
              <a:rPr lang="en-AU" dirty="0"/>
              <a:t>Pair up with a partner to discuss for a further 1min 30</a:t>
            </a:r>
          </a:p>
          <a:p>
            <a:pPr marL="139700" indent="0">
              <a:buNone/>
            </a:pPr>
            <a:r>
              <a:rPr lang="en-AU" dirty="0"/>
              <a:t>Share discussions and ideas with the class</a:t>
            </a:r>
          </a:p>
        </p:txBody>
      </p:sp>
    </p:spTree>
    <p:extLst>
      <p:ext uri="{BB962C8B-B14F-4D97-AF65-F5344CB8AC3E}">
        <p14:creationId xmlns:p14="http://schemas.microsoft.com/office/powerpoint/2010/main" val="8159083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AU" b="1" dirty="0"/>
              <a:t>ALTERNATIVE – class discussion</a:t>
            </a:r>
          </a:p>
          <a:p>
            <a:pPr marL="139700" indent="0">
              <a:buNone/>
            </a:pPr>
            <a:r>
              <a:rPr lang="en-AU" dirty="0"/>
              <a:t>Share any other examples.</a:t>
            </a:r>
          </a:p>
        </p:txBody>
      </p:sp>
    </p:spTree>
    <p:extLst>
      <p:ext uri="{BB962C8B-B14F-4D97-AF65-F5344CB8AC3E}">
        <p14:creationId xmlns:p14="http://schemas.microsoft.com/office/powerpoint/2010/main" val="17475576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Discuss</a:t>
            </a:r>
          </a:p>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dirty="0"/>
              <a:t>Also in students books</a:t>
            </a:r>
          </a:p>
          <a:p>
            <a:endParaRPr lang="en-US" dirty="0"/>
          </a:p>
        </p:txBody>
      </p:sp>
    </p:spTree>
    <p:extLst>
      <p:ext uri="{BB962C8B-B14F-4D97-AF65-F5344CB8AC3E}">
        <p14:creationId xmlns:p14="http://schemas.microsoft.com/office/powerpoint/2010/main" val="34178803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Discuss</a:t>
            </a:r>
          </a:p>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dirty="0"/>
              <a:t>Also in students books</a:t>
            </a:r>
          </a:p>
          <a:p>
            <a:endParaRPr lang="en-US" dirty="0"/>
          </a:p>
        </p:txBody>
      </p:sp>
    </p:spTree>
    <p:extLst>
      <p:ext uri="{BB962C8B-B14F-4D97-AF65-F5344CB8AC3E}">
        <p14:creationId xmlns:p14="http://schemas.microsoft.com/office/powerpoint/2010/main" val="27893183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b="1" dirty="0"/>
              <a:t>RELEVANT TO TEST</a:t>
            </a:r>
          </a:p>
          <a:p>
            <a:pPr marL="13970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dirty="0"/>
          </a:p>
          <a:p>
            <a:pPr marL="139700" indent="0">
              <a:buNone/>
            </a:pPr>
            <a:r>
              <a:rPr lang="en-US" dirty="0"/>
              <a:t>Do this activity how you please – the point is to get students thinking about the importance of consent. </a:t>
            </a:r>
          </a:p>
        </p:txBody>
      </p:sp>
    </p:spTree>
    <p:extLst>
      <p:ext uri="{BB962C8B-B14F-4D97-AF65-F5344CB8AC3E}">
        <p14:creationId xmlns:p14="http://schemas.microsoft.com/office/powerpoint/2010/main" val="26488741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Fill in the blanks in their workbook</a:t>
            </a:r>
          </a:p>
        </p:txBody>
      </p:sp>
    </p:spTree>
    <p:extLst>
      <p:ext uri="{BB962C8B-B14F-4D97-AF65-F5344CB8AC3E}">
        <p14:creationId xmlns:p14="http://schemas.microsoft.com/office/powerpoint/2010/main" val="36121033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dirty="0"/>
              <a:t>Discuss all definitions.</a:t>
            </a:r>
          </a:p>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dirty="0"/>
              <a:t>Fill in the blanks in their workbook.</a:t>
            </a:r>
          </a:p>
          <a:p>
            <a:endParaRPr lang="en-US" dirty="0"/>
          </a:p>
        </p:txBody>
      </p:sp>
    </p:spTree>
    <p:extLst>
      <p:ext uri="{BB962C8B-B14F-4D97-AF65-F5344CB8AC3E}">
        <p14:creationId xmlns:p14="http://schemas.microsoft.com/office/powerpoint/2010/main" val="35158210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dirty="0"/>
              <a:t>Discuss all definitions.</a:t>
            </a:r>
          </a:p>
          <a:p>
            <a:pPr marL="457200" marR="0" lvl="0" indent="-31750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lang="en-US" dirty="0"/>
              <a:t>Fill in the blanks in their workbook</a:t>
            </a:r>
          </a:p>
          <a:p>
            <a:endParaRPr lang="en-US" dirty="0"/>
          </a:p>
        </p:txBody>
      </p:sp>
    </p:spTree>
    <p:extLst>
      <p:ext uri="{BB962C8B-B14F-4D97-AF65-F5344CB8AC3E}">
        <p14:creationId xmlns:p14="http://schemas.microsoft.com/office/powerpoint/2010/main" val="16513165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AU" b="1" dirty="0"/>
              <a:t>OPTIONAL ACTIVITY </a:t>
            </a:r>
          </a:p>
          <a:p>
            <a:pPr marL="139700" indent="0">
              <a:buNone/>
            </a:pPr>
            <a:r>
              <a:rPr lang="en-AU" dirty="0"/>
              <a:t>Whole class demo – teacher to take a student’s laptop, followed by reflection questions </a:t>
            </a:r>
            <a:r>
              <a:rPr lang="en-AU" dirty="0">
                <a:sym typeface="Wingdings" pitchFamily="2" charset="2"/>
              </a:rPr>
              <a:t> how did that make you feel? What would you have preferred?</a:t>
            </a:r>
            <a:endParaRPr lang="en-AU" dirty="0"/>
          </a:p>
        </p:txBody>
      </p:sp>
    </p:spTree>
    <p:extLst>
      <p:ext uri="{BB962C8B-B14F-4D97-AF65-F5344CB8AC3E}">
        <p14:creationId xmlns:p14="http://schemas.microsoft.com/office/powerpoint/2010/main" val="28756875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AU" b="1" dirty="0"/>
              <a:t>ADDITIONAL ACTIVITY </a:t>
            </a:r>
          </a:p>
          <a:p>
            <a:pPr marL="139700" indent="0">
              <a:buNone/>
            </a:pPr>
            <a:r>
              <a:rPr lang="en-AU" dirty="0"/>
              <a:t>Provide each pair with a different example (A to D). Pick 2-3 to demonstrate scenario to the class and provide explanation using DEVICES acronym. </a:t>
            </a:r>
          </a:p>
        </p:txBody>
      </p:sp>
    </p:spTree>
    <p:extLst>
      <p:ext uri="{BB962C8B-B14F-4D97-AF65-F5344CB8AC3E}">
        <p14:creationId xmlns:p14="http://schemas.microsoft.com/office/powerpoint/2010/main" val="2560371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Also in students books</a:t>
            </a:r>
          </a:p>
        </p:txBody>
      </p:sp>
    </p:spTree>
    <p:extLst>
      <p:ext uri="{BB962C8B-B14F-4D97-AF65-F5344CB8AC3E}">
        <p14:creationId xmlns:p14="http://schemas.microsoft.com/office/powerpoint/2010/main" val="40795992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39700" indent="0">
              <a:buNone/>
            </a:pPr>
            <a:r>
              <a:rPr lang="en-AU" b="1" dirty="0"/>
              <a:t>OPTIONAL / ADDITIONAL ACTIVITY</a:t>
            </a:r>
          </a:p>
          <a:p>
            <a:pPr marL="139700" indent="0">
              <a:buNone/>
            </a:pPr>
            <a:r>
              <a:rPr lang="en-AU" dirty="0"/>
              <a:t>https://create.kahoot.it/share/yr-7-consent/774f7111-2866-47e5-80d3-485434b959dd</a:t>
            </a:r>
          </a:p>
          <a:p>
            <a:pPr marL="139700" indent="0">
              <a:buNone/>
            </a:pPr>
            <a:endParaRPr lang="en-AU" dirty="0"/>
          </a:p>
        </p:txBody>
      </p:sp>
    </p:spTree>
    <p:extLst>
      <p:ext uri="{BB962C8B-B14F-4D97-AF65-F5344CB8AC3E}">
        <p14:creationId xmlns:p14="http://schemas.microsoft.com/office/powerpoint/2010/main" val="1178156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36"/>
        <p:cNvGrpSpPr/>
        <p:nvPr/>
      </p:nvGrpSpPr>
      <p:grpSpPr>
        <a:xfrm>
          <a:off x="0" y="0"/>
          <a:ext cx="0" cy="0"/>
          <a:chOff x="0" y="0"/>
          <a:chExt cx="0" cy="0"/>
        </a:xfrm>
      </p:grpSpPr>
      <p:sp>
        <p:nvSpPr>
          <p:cNvPr id="37" name="Google Shape;37;p4"/>
          <p:cNvSpPr/>
          <p:nvPr/>
        </p:nvSpPr>
        <p:spPr>
          <a:xfrm>
            <a:off x="1711339" y="1054787"/>
            <a:ext cx="2954" cy="1397"/>
          </a:xfrm>
          <a:custGeom>
            <a:avLst/>
            <a:gdLst/>
            <a:ahLst/>
            <a:cxnLst/>
            <a:rect l="l" t="t" r="r" b="b"/>
            <a:pathLst>
              <a:path w="1400" h="662" extrusionOk="0">
                <a:moveTo>
                  <a:pt x="0" y="663"/>
                </a:moveTo>
                <a:cubicBezTo>
                  <a:pt x="2192" y="-368"/>
                  <a:pt x="1513" y="-61"/>
                  <a:pt x="0" y="66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38;p4"/>
          <p:cNvSpPr/>
          <p:nvPr/>
        </p:nvSpPr>
        <p:spPr>
          <a:xfrm>
            <a:off x="789941" y="506013"/>
            <a:ext cx="7919231" cy="4371184"/>
          </a:xfrm>
          <a:custGeom>
            <a:avLst/>
            <a:gdLst/>
            <a:ahLst/>
            <a:cxnLst/>
            <a:rect l="l" t="t" r="r" b="b"/>
            <a:pathLst>
              <a:path w="3753190" h="2071651" extrusionOk="0">
                <a:moveTo>
                  <a:pt x="3559557" y="312526"/>
                </a:moveTo>
                <a:cubicBezTo>
                  <a:pt x="3462673" y="190537"/>
                  <a:pt x="3320580" y="114262"/>
                  <a:pt x="3169958" y="80871"/>
                </a:cubicBezTo>
                <a:cubicBezTo>
                  <a:pt x="2666702" y="-4635"/>
                  <a:pt x="2149217" y="-1697"/>
                  <a:pt x="1639734" y="934"/>
                </a:cubicBezTo>
                <a:cubicBezTo>
                  <a:pt x="1246802" y="10932"/>
                  <a:pt x="855690" y="56206"/>
                  <a:pt x="467318" y="117923"/>
                </a:cubicBezTo>
                <a:cubicBezTo>
                  <a:pt x="174056" y="164557"/>
                  <a:pt x="89909" y="643718"/>
                  <a:pt x="35646" y="899687"/>
                </a:cubicBezTo>
                <a:cubicBezTo>
                  <a:pt x="-28637" y="1401979"/>
                  <a:pt x="-84588" y="1869849"/>
                  <a:pt x="614695" y="1936390"/>
                </a:cubicBezTo>
                <a:cubicBezTo>
                  <a:pt x="1341779" y="2005561"/>
                  <a:pt x="2076558" y="2008434"/>
                  <a:pt x="2804213" y="1931237"/>
                </a:cubicBezTo>
                <a:cubicBezTo>
                  <a:pt x="2974808" y="1913456"/>
                  <a:pt x="3089078" y="1906791"/>
                  <a:pt x="3089078" y="1906791"/>
                </a:cubicBezTo>
                <a:cubicBezTo>
                  <a:pt x="3099164" y="1977323"/>
                  <a:pt x="3363661" y="2103279"/>
                  <a:pt x="3459384" y="2064341"/>
                </a:cubicBezTo>
                <a:cubicBezTo>
                  <a:pt x="3373725" y="1984887"/>
                  <a:pt x="3328363" y="1836962"/>
                  <a:pt x="3328363" y="1836962"/>
                </a:cubicBezTo>
                <a:cubicBezTo>
                  <a:pt x="3697529" y="1838781"/>
                  <a:pt x="3736708" y="1487660"/>
                  <a:pt x="3747407" y="1232568"/>
                </a:cubicBezTo>
                <a:cubicBezTo>
                  <a:pt x="3760452" y="920406"/>
                  <a:pt x="3769770" y="568692"/>
                  <a:pt x="3559557" y="31252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39;p4"/>
          <p:cNvSpPr/>
          <p:nvPr/>
        </p:nvSpPr>
        <p:spPr>
          <a:xfrm>
            <a:off x="529421" y="349800"/>
            <a:ext cx="8062595" cy="4512254"/>
          </a:xfrm>
          <a:custGeom>
            <a:avLst/>
            <a:gdLst/>
            <a:ahLst/>
            <a:cxnLst/>
            <a:rect l="l" t="t" r="r" b="b"/>
            <a:pathLst>
              <a:path w="3821135" h="2138509" extrusionOk="0">
                <a:moveTo>
                  <a:pt x="3819859" y="752034"/>
                </a:moveTo>
                <a:cubicBezTo>
                  <a:pt x="3812054" y="539103"/>
                  <a:pt x="3741062" y="308303"/>
                  <a:pt x="3556764" y="183793"/>
                </a:cubicBezTo>
                <a:cubicBezTo>
                  <a:pt x="3418070" y="94210"/>
                  <a:pt x="3245918" y="93267"/>
                  <a:pt x="3087294" y="70619"/>
                </a:cubicBezTo>
                <a:cubicBezTo>
                  <a:pt x="2233223" y="-29401"/>
                  <a:pt x="1371303" y="-1973"/>
                  <a:pt x="513768" y="25410"/>
                </a:cubicBezTo>
                <a:cubicBezTo>
                  <a:pt x="504472" y="25717"/>
                  <a:pt x="504626" y="40517"/>
                  <a:pt x="514360" y="40210"/>
                </a:cubicBezTo>
                <a:cubicBezTo>
                  <a:pt x="1396429" y="12037"/>
                  <a:pt x="2283672" y="-16268"/>
                  <a:pt x="3161333" y="94714"/>
                </a:cubicBezTo>
                <a:cubicBezTo>
                  <a:pt x="3242301" y="104953"/>
                  <a:pt x="3324781" y="113350"/>
                  <a:pt x="3403994" y="133740"/>
                </a:cubicBezTo>
                <a:cubicBezTo>
                  <a:pt x="3829331" y="245730"/>
                  <a:pt x="3826151" y="758590"/>
                  <a:pt x="3794098" y="1112320"/>
                </a:cubicBezTo>
                <a:cubicBezTo>
                  <a:pt x="3788682" y="1201882"/>
                  <a:pt x="3783289" y="1291422"/>
                  <a:pt x="3777873" y="1380984"/>
                </a:cubicBezTo>
                <a:cubicBezTo>
                  <a:pt x="3772919" y="1463047"/>
                  <a:pt x="3775440" y="1551052"/>
                  <a:pt x="3749985" y="1630069"/>
                </a:cubicBezTo>
                <a:cubicBezTo>
                  <a:pt x="3682304" y="1828398"/>
                  <a:pt x="3446681" y="1860474"/>
                  <a:pt x="3265453" y="1869353"/>
                </a:cubicBezTo>
                <a:cubicBezTo>
                  <a:pt x="3261550" y="1869572"/>
                  <a:pt x="3258525" y="1872861"/>
                  <a:pt x="3258634" y="1876786"/>
                </a:cubicBezTo>
                <a:cubicBezTo>
                  <a:pt x="3253372" y="1875865"/>
                  <a:pt x="3247256" y="1880315"/>
                  <a:pt x="3249865" y="1886191"/>
                </a:cubicBezTo>
                <a:cubicBezTo>
                  <a:pt x="3272885" y="1936245"/>
                  <a:pt x="3299743" y="1984457"/>
                  <a:pt x="3330196" y="2030367"/>
                </a:cubicBezTo>
                <a:cubicBezTo>
                  <a:pt x="3349928" y="2060119"/>
                  <a:pt x="3371305" y="2094321"/>
                  <a:pt x="3399850" y="2118065"/>
                </a:cubicBezTo>
                <a:cubicBezTo>
                  <a:pt x="3244186" y="2098991"/>
                  <a:pt x="3086110" y="2032976"/>
                  <a:pt x="3003959" y="1892242"/>
                </a:cubicBezTo>
                <a:cubicBezTo>
                  <a:pt x="2999859" y="1885183"/>
                  <a:pt x="2990103" y="1890752"/>
                  <a:pt x="2990453" y="1897526"/>
                </a:cubicBezTo>
                <a:cubicBezTo>
                  <a:pt x="2129739" y="1952338"/>
                  <a:pt x="1256221" y="2013003"/>
                  <a:pt x="401887" y="1860956"/>
                </a:cubicBezTo>
                <a:cubicBezTo>
                  <a:pt x="297351" y="1841224"/>
                  <a:pt x="184352" y="1811078"/>
                  <a:pt x="108098" y="1731974"/>
                </a:cubicBezTo>
                <a:cubicBezTo>
                  <a:pt x="16212" y="1636602"/>
                  <a:pt x="18953" y="1494092"/>
                  <a:pt x="16147" y="1370482"/>
                </a:cubicBezTo>
                <a:cubicBezTo>
                  <a:pt x="9487" y="1077504"/>
                  <a:pt x="25437" y="784439"/>
                  <a:pt x="63854" y="493916"/>
                </a:cubicBezTo>
                <a:cubicBezTo>
                  <a:pt x="68605" y="458026"/>
                  <a:pt x="73720" y="422223"/>
                  <a:pt x="79202" y="386486"/>
                </a:cubicBezTo>
                <a:cubicBezTo>
                  <a:pt x="80649" y="376795"/>
                  <a:pt x="66200" y="374800"/>
                  <a:pt x="64775" y="384140"/>
                </a:cubicBezTo>
                <a:cubicBezTo>
                  <a:pt x="20408" y="677030"/>
                  <a:pt x="-1230" y="972902"/>
                  <a:pt x="54" y="1269125"/>
                </a:cubicBezTo>
                <a:cubicBezTo>
                  <a:pt x="3869" y="1541932"/>
                  <a:pt x="-19854" y="1759752"/>
                  <a:pt x="293580" y="1850871"/>
                </a:cubicBezTo>
                <a:cubicBezTo>
                  <a:pt x="349290" y="1867336"/>
                  <a:pt x="406579" y="1877421"/>
                  <a:pt x="463868" y="1886739"/>
                </a:cubicBezTo>
                <a:cubicBezTo>
                  <a:pt x="1302153" y="2022671"/>
                  <a:pt x="2155128" y="1967049"/>
                  <a:pt x="2998127" y="1911755"/>
                </a:cubicBezTo>
                <a:cubicBezTo>
                  <a:pt x="3084838" y="2049463"/>
                  <a:pt x="3246971" y="2117276"/>
                  <a:pt x="3404016" y="2133610"/>
                </a:cubicBezTo>
                <a:cubicBezTo>
                  <a:pt x="3407984" y="2133961"/>
                  <a:pt x="3411624" y="2131330"/>
                  <a:pt x="3412501" y="2127427"/>
                </a:cubicBezTo>
                <a:cubicBezTo>
                  <a:pt x="3418552" y="2131461"/>
                  <a:pt x="3424954" y="2134969"/>
                  <a:pt x="3431619" y="2137885"/>
                </a:cubicBezTo>
                <a:cubicBezTo>
                  <a:pt x="3440060" y="2141546"/>
                  <a:pt x="3446966" y="2128063"/>
                  <a:pt x="3438372" y="2124292"/>
                </a:cubicBezTo>
                <a:cubicBezTo>
                  <a:pt x="3394128" y="2105152"/>
                  <a:pt x="3366021" y="2057137"/>
                  <a:pt x="3340479" y="2018506"/>
                </a:cubicBezTo>
                <a:cubicBezTo>
                  <a:pt x="3312196" y="1975643"/>
                  <a:pt x="3287092" y="1930742"/>
                  <a:pt x="3265409" y="1884174"/>
                </a:cubicBezTo>
                <a:cubicBezTo>
                  <a:pt x="3490267" y="1876413"/>
                  <a:pt x="3757769" y="1818401"/>
                  <a:pt x="3780987" y="1549825"/>
                </a:cubicBezTo>
                <a:cubicBezTo>
                  <a:pt x="3790809" y="1463069"/>
                  <a:pt x="3792848" y="1374976"/>
                  <a:pt x="3798132" y="1287826"/>
                </a:cubicBezTo>
                <a:cubicBezTo>
                  <a:pt x="3806945" y="1109339"/>
                  <a:pt x="3826261" y="930851"/>
                  <a:pt x="3819859" y="75203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0" name="Google Shape;40;p4"/>
          <p:cNvGrpSpPr/>
          <p:nvPr/>
        </p:nvGrpSpPr>
        <p:grpSpPr>
          <a:xfrm>
            <a:off x="550224" y="368620"/>
            <a:ext cx="878229" cy="627539"/>
            <a:chOff x="550224" y="368620"/>
            <a:chExt cx="878229" cy="627539"/>
          </a:xfrm>
        </p:grpSpPr>
        <p:sp>
          <p:nvSpPr>
            <p:cNvPr id="41" name="Google Shape;41;p4"/>
            <p:cNvSpPr/>
            <p:nvPr/>
          </p:nvSpPr>
          <p:spPr>
            <a:xfrm>
              <a:off x="550224" y="368620"/>
              <a:ext cx="430805" cy="627539"/>
            </a:xfrm>
            <a:custGeom>
              <a:avLst/>
              <a:gdLst/>
              <a:ahLst/>
              <a:cxnLst/>
              <a:rect l="l" t="t" r="r" b="b"/>
              <a:pathLst>
                <a:path w="204173" h="297412" extrusionOk="0">
                  <a:moveTo>
                    <a:pt x="139600" y="3918"/>
                  </a:moveTo>
                  <a:cubicBezTo>
                    <a:pt x="98338" y="-8491"/>
                    <a:pt x="54708" y="9706"/>
                    <a:pt x="28442" y="42571"/>
                  </a:cubicBezTo>
                  <a:cubicBezTo>
                    <a:pt x="-1200" y="79689"/>
                    <a:pt x="-6483" y="131738"/>
                    <a:pt x="7088" y="176311"/>
                  </a:cubicBezTo>
                  <a:cubicBezTo>
                    <a:pt x="15375" y="203497"/>
                    <a:pt x="33244" y="222045"/>
                    <a:pt x="55322" y="238993"/>
                  </a:cubicBezTo>
                  <a:cubicBezTo>
                    <a:pt x="80842" y="258550"/>
                    <a:pt x="107305" y="276835"/>
                    <a:pt x="134360" y="294199"/>
                  </a:cubicBezTo>
                  <a:cubicBezTo>
                    <a:pt x="135671" y="295098"/>
                    <a:pt x="137291" y="295449"/>
                    <a:pt x="138855" y="295142"/>
                  </a:cubicBezTo>
                  <a:cubicBezTo>
                    <a:pt x="140391" y="296326"/>
                    <a:pt x="142213" y="297093"/>
                    <a:pt x="144138" y="297334"/>
                  </a:cubicBezTo>
                  <a:cubicBezTo>
                    <a:pt x="153237" y="298606"/>
                    <a:pt x="156855" y="283982"/>
                    <a:pt x="147295" y="282667"/>
                  </a:cubicBezTo>
                  <a:cubicBezTo>
                    <a:pt x="145827" y="282448"/>
                    <a:pt x="140981" y="260479"/>
                    <a:pt x="140148" y="257081"/>
                  </a:cubicBezTo>
                  <a:cubicBezTo>
                    <a:pt x="133825" y="231100"/>
                    <a:pt x="132067" y="204221"/>
                    <a:pt x="134952" y="177648"/>
                  </a:cubicBezTo>
                  <a:cubicBezTo>
                    <a:pt x="176609" y="182954"/>
                    <a:pt x="202633" y="143665"/>
                    <a:pt x="203883" y="105670"/>
                  </a:cubicBezTo>
                  <a:cubicBezTo>
                    <a:pt x="206974" y="59694"/>
                    <a:pt x="185444" y="17687"/>
                    <a:pt x="139600" y="3918"/>
                  </a:cubicBezTo>
                  <a:close/>
                  <a:moveTo>
                    <a:pt x="183054" y="133777"/>
                  </a:moveTo>
                  <a:cubicBezTo>
                    <a:pt x="174767" y="153268"/>
                    <a:pt x="153741" y="169383"/>
                    <a:pt x="131882" y="161709"/>
                  </a:cubicBezTo>
                  <a:cubicBezTo>
                    <a:pt x="129346" y="160810"/>
                    <a:pt x="126524" y="161336"/>
                    <a:pt x="124472" y="163068"/>
                  </a:cubicBezTo>
                  <a:cubicBezTo>
                    <a:pt x="123380" y="163770"/>
                    <a:pt x="122532" y="164800"/>
                    <a:pt x="122038" y="166006"/>
                  </a:cubicBezTo>
                  <a:cubicBezTo>
                    <a:pt x="121199" y="167475"/>
                    <a:pt x="120874" y="169185"/>
                    <a:pt x="121118" y="170852"/>
                  </a:cubicBezTo>
                  <a:cubicBezTo>
                    <a:pt x="116602" y="204944"/>
                    <a:pt x="119253" y="239629"/>
                    <a:pt x="128901" y="272647"/>
                  </a:cubicBezTo>
                  <a:cubicBezTo>
                    <a:pt x="113583" y="262540"/>
                    <a:pt x="98506" y="252082"/>
                    <a:pt x="83670" y="241229"/>
                  </a:cubicBezTo>
                  <a:cubicBezTo>
                    <a:pt x="67008" y="229039"/>
                    <a:pt x="48460" y="216783"/>
                    <a:pt x="35699" y="200274"/>
                  </a:cubicBezTo>
                  <a:cubicBezTo>
                    <a:pt x="-9706" y="138886"/>
                    <a:pt x="18840" y="27553"/>
                    <a:pt x="100223" y="15450"/>
                  </a:cubicBezTo>
                  <a:cubicBezTo>
                    <a:pt x="169505" y="7667"/>
                    <a:pt x="206601" y="72783"/>
                    <a:pt x="183054" y="13377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 name="Google Shape;42;p4"/>
            <p:cNvSpPr/>
            <p:nvPr/>
          </p:nvSpPr>
          <p:spPr>
            <a:xfrm>
              <a:off x="1007307" y="372376"/>
              <a:ext cx="421145" cy="613504"/>
            </a:xfrm>
            <a:custGeom>
              <a:avLst/>
              <a:gdLst/>
              <a:ahLst/>
              <a:cxnLst/>
              <a:rect l="l" t="t" r="r" b="b"/>
              <a:pathLst>
                <a:path w="199595" h="290760" extrusionOk="0">
                  <a:moveTo>
                    <a:pt x="136439" y="3825"/>
                  </a:moveTo>
                  <a:cubicBezTo>
                    <a:pt x="96098" y="-8299"/>
                    <a:pt x="53476" y="9504"/>
                    <a:pt x="27803" y="41623"/>
                  </a:cubicBezTo>
                  <a:cubicBezTo>
                    <a:pt x="-1182" y="77908"/>
                    <a:pt x="-6334" y="128751"/>
                    <a:pt x="6930" y="172359"/>
                  </a:cubicBezTo>
                  <a:cubicBezTo>
                    <a:pt x="15021" y="198932"/>
                    <a:pt x="32494" y="217063"/>
                    <a:pt x="54090" y="233616"/>
                  </a:cubicBezTo>
                  <a:cubicBezTo>
                    <a:pt x="79040" y="252735"/>
                    <a:pt x="104911" y="270603"/>
                    <a:pt x="131352" y="287573"/>
                  </a:cubicBezTo>
                  <a:cubicBezTo>
                    <a:pt x="132626" y="288472"/>
                    <a:pt x="134211" y="288801"/>
                    <a:pt x="135737" y="288494"/>
                  </a:cubicBezTo>
                  <a:cubicBezTo>
                    <a:pt x="137241" y="289678"/>
                    <a:pt x="139037" y="290423"/>
                    <a:pt x="140933" y="290686"/>
                  </a:cubicBezTo>
                  <a:cubicBezTo>
                    <a:pt x="149813" y="291914"/>
                    <a:pt x="153343" y="277641"/>
                    <a:pt x="144003" y="276347"/>
                  </a:cubicBezTo>
                  <a:cubicBezTo>
                    <a:pt x="142556" y="276150"/>
                    <a:pt x="137842" y="254664"/>
                    <a:pt x="137009" y="251332"/>
                  </a:cubicBezTo>
                  <a:cubicBezTo>
                    <a:pt x="130839" y="225943"/>
                    <a:pt x="129125" y="199677"/>
                    <a:pt x="131944" y="173697"/>
                  </a:cubicBezTo>
                  <a:cubicBezTo>
                    <a:pt x="172768" y="178893"/>
                    <a:pt x="198091" y="140481"/>
                    <a:pt x="199318" y="103341"/>
                  </a:cubicBezTo>
                  <a:cubicBezTo>
                    <a:pt x="202300" y="58352"/>
                    <a:pt x="181253" y="17287"/>
                    <a:pt x="136439" y="3825"/>
                  </a:cubicBezTo>
                  <a:close/>
                  <a:moveTo>
                    <a:pt x="178907" y="130768"/>
                  </a:moveTo>
                  <a:cubicBezTo>
                    <a:pt x="170794" y="149799"/>
                    <a:pt x="150251" y="165541"/>
                    <a:pt x="128897" y="158042"/>
                  </a:cubicBezTo>
                  <a:cubicBezTo>
                    <a:pt x="126417" y="157187"/>
                    <a:pt x="123670" y="157692"/>
                    <a:pt x="121662" y="159380"/>
                  </a:cubicBezTo>
                  <a:cubicBezTo>
                    <a:pt x="120592" y="160082"/>
                    <a:pt x="119756" y="161068"/>
                    <a:pt x="119272" y="162252"/>
                  </a:cubicBezTo>
                  <a:cubicBezTo>
                    <a:pt x="118458" y="163699"/>
                    <a:pt x="118143" y="165343"/>
                    <a:pt x="118373" y="166988"/>
                  </a:cubicBezTo>
                  <a:cubicBezTo>
                    <a:pt x="113973" y="200335"/>
                    <a:pt x="116571" y="234230"/>
                    <a:pt x="126003" y="266503"/>
                  </a:cubicBezTo>
                  <a:cubicBezTo>
                    <a:pt x="111006" y="256615"/>
                    <a:pt x="96266" y="246399"/>
                    <a:pt x="81781" y="235809"/>
                  </a:cubicBezTo>
                  <a:cubicBezTo>
                    <a:pt x="65491" y="223882"/>
                    <a:pt x="47359" y="211911"/>
                    <a:pt x="34884" y="195775"/>
                  </a:cubicBezTo>
                  <a:cubicBezTo>
                    <a:pt x="-9491" y="135855"/>
                    <a:pt x="18419" y="26955"/>
                    <a:pt x="97961" y="15116"/>
                  </a:cubicBezTo>
                  <a:cubicBezTo>
                    <a:pt x="165664" y="7508"/>
                    <a:pt x="202015" y="71133"/>
                    <a:pt x="178907" y="13076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43;p4"/>
            <p:cNvSpPr/>
            <p:nvPr/>
          </p:nvSpPr>
          <p:spPr>
            <a:xfrm>
              <a:off x="1305031" y="475050"/>
              <a:ext cx="59409" cy="175613"/>
            </a:xfrm>
            <a:custGeom>
              <a:avLst/>
              <a:gdLst/>
              <a:ahLst/>
              <a:cxnLst/>
              <a:rect l="l" t="t" r="r" b="b"/>
              <a:pathLst>
                <a:path w="28156" h="83229" extrusionOk="0">
                  <a:moveTo>
                    <a:pt x="12001" y="2074"/>
                  </a:moveTo>
                  <a:cubicBezTo>
                    <a:pt x="5687" y="-4723"/>
                    <a:pt x="-4289" y="6788"/>
                    <a:pt x="2004" y="13584"/>
                  </a:cubicBezTo>
                  <a:cubicBezTo>
                    <a:pt x="17298" y="29699"/>
                    <a:pt x="17395" y="54956"/>
                    <a:pt x="2223" y="71180"/>
                  </a:cubicBezTo>
                  <a:cubicBezTo>
                    <a:pt x="-4354" y="78459"/>
                    <a:pt x="6608" y="87887"/>
                    <a:pt x="13054" y="80608"/>
                  </a:cubicBezTo>
                  <a:cubicBezTo>
                    <a:pt x="33750" y="57455"/>
                    <a:pt x="32961" y="24678"/>
                    <a:pt x="12001" y="20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 name="Google Shape;44;p4"/>
            <p:cNvSpPr/>
            <p:nvPr/>
          </p:nvSpPr>
          <p:spPr>
            <a:xfrm>
              <a:off x="1260832" y="642594"/>
              <a:ext cx="30076" cy="31226"/>
            </a:xfrm>
            <a:custGeom>
              <a:avLst/>
              <a:gdLst/>
              <a:ahLst/>
              <a:cxnLst/>
              <a:rect l="l" t="t" r="r" b="b"/>
              <a:pathLst>
                <a:path w="14254" h="14799" extrusionOk="0">
                  <a:moveTo>
                    <a:pt x="6816" y="0"/>
                  </a:moveTo>
                  <a:cubicBezTo>
                    <a:pt x="-2458" y="0"/>
                    <a:pt x="-2283" y="14799"/>
                    <a:pt x="7430" y="14799"/>
                  </a:cubicBezTo>
                  <a:cubicBezTo>
                    <a:pt x="16726" y="14799"/>
                    <a:pt x="16529" y="0"/>
                    <a:pt x="6816"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 name="Google Shape;45;p4"/>
            <p:cNvSpPr/>
            <p:nvPr/>
          </p:nvSpPr>
          <p:spPr>
            <a:xfrm>
              <a:off x="611671" y="601479"/>
              <a:ext cx="103968" cy="202921"/>
            </a:xfrm>
            <a:custGeom>
              <a:avLst/>
              <a:gdLst/>
              <a:ahLst/>
              <a:cxnLst/>
              <a:rect l="l" t="t" r="r" b="b"/>
              <a:pathLst>
                <a:path w="49274" h="96171" extrusionOk="0">
                  <a:moveTo>
                    <a:pt x="46778" y="83022"/>
                  </a:moveTo>
                  <a:cubicBezTo>
                    <a:pt x="27791" y="67456"/>
                    <a:pt x="9199" y="33057"/>
                    <a:pt x="16281" y="8194"/>
                  </a:cubicBezTo>
                  <a:cubicBezTo>
                    <a:pt x="18978" y="-1277"/>
                    <a:pt x="4442" y="-3163"/>
                    <a:pt x="1877" y="5848"/>
                  </a:cubicBezTo>
                  <a:cubicBezTo>
                    <a:pt x="-2947" y="22796"/>
                    <a:pt x="2271" y="39436"/>
                    <a:pt x="9112" y="55091"/>
                  </a:cubicBezTo>
                  <a:cubicBezTo>
                    <a:pt x="15689" y="70153"/>
                    <a:pt x="23933" y="83965"/>
                    <a:pt x="36802" y="94555"/>
                  </a:cubicBezTo>
                  <a:cubicBezTo>
                    <a:pt x="43994" y="100409"/>
                    <a:pt x="53991" y="88920"/>
                    <a:pt x="46778" y="8302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6" name="Google Shape;46;p4"/>
          <p:cNvSpPr txBox="1">
            <a:spLocks noGrp="1"/>
          </p:cNvSpPr>
          <p:nvPr>
            <p:ph type="body" idx="1"/>
          </p:nvPr>
        </p:nvSpPr>
        <p:spPr>
          <a:xfrm>
            <a:off x="1714300" y="1186825"/>
            <a:ext cx="5715300" cy="2769900"/>
          </a:xfrm>
          <a:prstGeom prst="rect">
            <a:avLst/>
          </a:prstGeom>
        </p:spPr>
        <p:txBody>
          <a:bodyPr spcFirstLastPara="1" wrap="square" lIns="0" tIns="0" rIns="0" bIns="0" anchor="ctr" anchorCtr="0">
            <a:noAutofit/>
          </a:bodyPr>
          <a:lstStyle>
            <a:lvl1pPr marL="457200" lvl="0" indent="-406400" algn="ctr" rtl="0">
              <a:spcBef>
                <a:spcPts val="0"/>
              </a:spcBef>
              <a:spcAft>
                <a:spcPts val="0"/>
              </a:spcAft>
              <a:buSzPts val="2800"/>
              <a:buFont typeface="Nunito SemiBold"/>
              <a:buChar char="✗"/>
              <a:defRPr sz="2800">
                <a:latin typeface="Nunito SemiBold"/>
                <a:ea typeface="Nunito SemiBold"/>
                <a:cs typeface="Nunito SemiBold"/>
                <a:sym typeface="Nunito SemiBold"/>
              </a:defRPr>
            </a:lvl1pPr>
            <a:lvl2pPr marL="914400" lvl="1" indent="-406400" algn="ctr" rtl="0">
              <a:spcBef>
                <a:spcPts val="1000"/>
              </a:spcBef>
              <a:spcAft>
                <a:spcPts val="0"/>
              </a:spcAft>
              <a:buSzPts val="2800"/>
              <a:buFont typeface="Nunito SemiBold"/>
              <a:buChar char="✗"/>
              <a:defRPr sz="2800">
                <a:latin typeface="Nunito SemiBold"/>
                <a:ea typeface="Nunito SemiBold"/>
                <a:cs typeface="Nunito SemiBold"/>
                <a:sym typeface="Nunito SemiBold"/>
              </a:defRPr>
            </a:lvl2pPr>
            <a:lvl3pPr marL="1371600" lvl="2" indent="-406400" algn="ctr" rtl="0">
              <a:spcBef>
                <a:spcPts val="1000"/>
              </a:spcBef>
              <a:spcAft>
                <a:spcPts val="0"/>
              </a:spcAft>
              <a:buSzPts val="2800"/>
              <a:buFont typeface="Nunito SemiBold"/>
              <a:buChar char="■"/>
              <a:defRPr sz="2800">
                <a:latin typeface="Nunito SemiBold"/>
                <a:ea typeface="Nunito SemiBold"/>
                <a:cs typeface="Nunito SemiBold"/>
                <a:sym typeface="Nunito SemiBold"/>
              </a:defRPr>
            </a:lvl3pPr>
            <a:lvl4pPr marL="1828800" lvl="3" indent="-406400" algn="ctr" rtl="0">
              <a:spcBef>
                <a:spcPts val="1000"/>
              </a:spcBef>
              <a:spcAft>
                <a:spcPts val="0"/>
              </a:spcAft>
              <a:buSzPts val="2800"/>
              <a:buFont typeface="Nunito SemiBold"/>
              <a:buChar char="●"/>
              <a:defRPr sz="2800">
                <a:latin typeface="Nunito SemiBold"/>
                <a:ea typeface="Nunito SemiBold"/>
                <a:cs typeface="Nunito SemiBold"/>
                <a:sym typeface="Nunito SemiBold"/>
              </a:defRPr>
            </a:lvl4pPr>
            <a:lvl5pPr marL="2286000" lvl="4" indent="-406400" algn="ctr" rtl="0">
              <a:spcBef>
                <a:spcPts val="1000"/>
              </a:spcBef>
              <a:spcAft>
                <a:spcPts val="0"/>
              </a:spcAft>
              <a:buSzPts val="2800"/>
              <a:buFont typeface="Nunito SemiBold"/>
              <a:buChar char="○"/>
              <a:defRPr sz="2800">
                <a:latin typeface="Nunito SemiBold"/>
                <a:ea typeface="Nunito SemiBold"/>
                <a:cs typeface="Nunito SemiBold"/>
                <a:sym typeface="Nunito SemiBold"/>
              </a:defRPr>
            </a:lvl5pPr>
            <a:lvl6pPr marL="2743200" lvl="5" indent="-406400" algn="ctr" rtl="0">
              <a:spcBef>
                <a:spcPts val="1000"/>
              </a:spcBef>
              <a:spcAft>
                <a:spcPts val="0"/>
              </a:spcAft>
              <a:buSzPts val="2800"/>
              <a:buFont typeface="Nunito SemiBold"/>
              <a:buChar char="■"/>
              <a:defRPr sz="2800">
                <a:latin typeface="Nunito SemiBold"/>
                <a:ea typeface="Nunito SemiBold"/>
                <a:cs typeface="Nunito SemiBold"/>
                <a:sym typeface="Nunito SemiBold"/>
              </a:defRPr>
            </a:lvl6pPr>
            <a:lvl7pPr marL="3200400" lvl="6" indent="-406400" algn="ctr" rtl="0">
              <a:spcBef>
                <a:spcPts val="1000"/>
              </a:spcBef>
              <a:spcAft>
                <a:spcPts val="0"/>
              </a:spcAft>
              <a:buSzPts val="2800"/>
              <a:buFont typeface="Nunito SemiBold"/>
              <a:buChar char="●"/>
              <a:defRPr sz="2800">
                <a:latin typeface="Nunito SemiBold"/>
                <a:ea typeface="Nunito SemiBold"/>
                <a:cs typeface="Nunito SemiBold"/>
                <a:sym typeface="Nunito SemiBold"/>
              </a:defRPr>
            </a:lvl7pPr>
            <a:lvl8pPr marL="3657600" lvl="7" indent="-406400" algn="ctr" rtl="0">
              <a:spcBef>
                <a:spcPts val="1000"/>
              </a:spcBef>
              <a:spcAft>
                <a:spcPts val="0"/>
              </a:spcAft>
              <a:buSzPts val="2800"/>
              <a:buFont typeface="Nunito SemiBold"/>
              <a:buChar char="○"/>
              <a:defRPr sz="2800">
                <a:latin typeface="Nunito SemiBold"/>
                <a:ea typeface="Nunito SemiBold"/>
                <a:cs typeface="Nunito SemiBold"/>
                <a:sym typeface="Nunito SemiBold"/>
              </a:defRPr>
            </a:lvl8pPr>
            <a:lvl9pPr marL="4114800" lvl="8" indent="-406400" algn="ctr" rtl="0">
              <a:spcBef>
                <a:spcPts val="1000"/>
              </a:spcBef>
              <a:spcAft>
                <a:spcPts val="1000"/>
              </a:spcAft>
              <a:buSzPts val="2800"/>
              <a:buFont typeface="Nunito SemiBold"/>
              <a:buChar char="■"/>
              <a:defRPr sz="2800">
                <a:latin typeface="Nunito SemiBold"/>
                <a:ea typeface="Nunito SemiBold"/>
                <a:cs typeface="Nunito SemiBold"/>
                <a:sym typeface="Nunito SemiBold"/>
              </a:defRPr>
            </a:lvl9pPr>
          </a:lstStyle>
          <a:p>
            <a:endParaRPr/>
          </a:p>
        </p:txBody>
      </p:sp>
      <p:sp>
        <p:nvSpPr>
          <p:cNvPr id="47" name="Google Shape;47;p4"/>
          <p:cNvSpPr txBox="1">
            <a:spLocks noGrp="1"/>
          </p:cNvSpPr>
          <p:nvPr>
            <p:ph type="sldNum" idx="12"/>
          </p:nvPr>
        </p:nvSpPr>
        <p:spPr>
          <a:xfrm>
            <a:off x="8404375" y="4693376"/>
            <a:ext cx="548700" cy="300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8" name="Google Shape;48;p4"/>
          <p:cNvSpPr/>
          <p:nvPr/>
        </p:nvSpPr>
        <p:spPr>
          <a:xfrm rot="-10653455">
            <a:off x="308904" y="3412015"/>
            <a:ext cx="814998" cy="1023408"/>
          </a:xfrm>
          <a:custGeom>
            <a:avLst/>
            <a:gdLst/>
            <a:ahLst/>
            <a:cxnLst/>
            <a:rect l="l" t="t" r="r" b="b"/>
            <a:pathLst>
              <a:path w="385904" h="484587" extrusionOk="0">
                <a:moveTo>
                  <a:pt x="316148" y="219239"/>
                </a:moveTo>
                <a:cubicBezTo>
                  <a:pt x="261491" y="116194"/>
                  <a:pt x="157744" y="32311"/>
                  <a:pt x="38101" y="26786"/>
                </a:cubicBezTo>
                <a:cubicBezTo>
                  <a:pt x="47463" y="22510"/>
                  <a:pt x="56935" y="18432"/>
                  <a:pt x="66471" y="14530"/>
                </a:cubicBezTo>
                <a:cubicBezTo>
                  <a:pt x="75241" y="10978"/>
                  <a:pt x="71273" y="-3010"/>
                  <a:pt x="62086" y="586"/>
                </a:cubicBezTo>
                <a:cubicBezTo>
                  <a:pt x="42552" y="8566"/>
                  <a:pt x="23390" y="17336"/>
                  <a:pt x="4578" y="26895"/>
                </a:cubicBezTo>
                <a:cubicBezTo>
                  <a:pt x="-2854" y="30645"/>
                  <a:pt x="-508" y="42440"/>
                  <a:pt x="6398" y="41585"/>
                </a:cubicBezTo>
                <a:cubicBezTo>
                  <a:pt x="7473" y="41870"/>
                  <a:pt x="8591" y="41957"/>
                  <a:pt x="9709" y="41826"/>
                </a:cubicBezTo>
                <a:cubicBezTo>
                  <a:pt x="22162" y="48710"/>
                  <a:pt x="33190" y="57875"/>
                  <a:pt x="42267" y="68837"/>
                </a:cubicBezTo>
                <a:cubicBezTo>
                  <a:pt x="48231" y="76094"/>
                  <a:pt x="60618" y="67368"/>
                  <a:pt x="54786" y="60265"/>
                </a:cubicBezTo>
                <a:cubicBezTo>
                  <a:pt x="49217" y="53468"/>
                  <a:pt x="42990" y="47241"/>
                  <a:pt x="36216" y="41650"/>
                </a:cubicBezTo>
                <a:cubicBezTo>
                  <a:pt x="257544" y="58730"/>
                  <a:pt x="357411" y="281133"/>
                  <a:pt x="371135" y="478147"/>
                </a:cubicBezTo>
                <a:cubicBezTo>
                  <a:pt x="372034" y="487859"/>
                  <a:pt x="386723" y="485952"/>
                  <a:pt x="385869" y="476678"/>
                </a:cubicBezTo>
                <a:cubicBezTo>
                  <a:pt x="377756" y="387730"/>
                  <a:pt x="358704" y="298409"/>
                  <a:pt x="316148" y="2192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 name="Google Shape;49;p4"/>
          <p:cNvSpPr/>
          <p:nvPr/>
        </p:nvSpPr>
        <p:spPr>
          <a:xfrm rot="5624237">
            <a:off x="8289671" y="2866841"/>
            <a:ext cx="540119" cy="264234"/>
          </a:xfrm>
          <a:custGeom>
            <a:avLst/>
            <a:gdLst/>
            <a:ahLst/>
            <a:cxnLst/>
            <a:rect l="l" t="t" r="r" b="b"/>
            <a:pathLst>
              <a:path w="256043" h="125260" extrusionOk="0">
                <a:moveTo>
                  <a:pt x="122835" y="3891"/>
                </a:moveTo>
                <a:cubicBezTo>
                  <a:pt x="106677" y="35258"/>
                  <a:pt x="90541" y="66632"/>
                  <a:pt x="74404" y="98013"/>
                </a:cubicBezTo>
                <a:cubicBezTo>
                  <a:pt x="67103" y="82972"/>
                  <a:pt x="59737" y="67939"/>
                  <a:pt x="52348" y="52914"/>
                </a:cubicBezTo>
                <a:cubicBezTo>
                  <a:pt x="49783" y="47630"/>
                  <a:pt x="41583" y="45218"/>
                  <a:pt x="38602" y="51708"/>
                </a:cubicBezTo>
                <a:cubicBezTo>
                  <a:pt x="30007" y="70416"/>
                  <a:pt x="17598" y="87110"/>
                  <a:pt x="2141" y="100709"/>
                </a:cubicBezTo>
                <a:cubicBezTo>
                  <a:pt x="-4787" y="106848"/>
                  <a:pt x="6723" y="116802"/>
                  <a:pt x="13629" y="110685"/>
                </a:cubicBezTo>
                <a:cubicBezTo>
                  <a:pt x="26258" y="99453"/>
                  <a:pt x="36979" y="86235"/>
                  <a:pt x="45354" y="71550"/>
                </a:cubicBezTo>
                <a:lnTo>
                  <a:pt x="67432" y="116670"/>
                </a:lnTo>
                <a:cubicBezTo>
                  <a:pt x="70107" y="122174"/>
                  <a:pt x="77978" y="124147"/>
                  <a:pt x="81179" y="117876"/>
                </a:cubicBezTo>
                <a:lnTo>
                  <a:pt x="128580" y="25793"/>
                </a:lnTo>
                <a:cubicBezTo>
                  <a:pt x="139147" y="55900"/>
                  <a:pt x="147259" y="86822"/>
                  <a:pt x="152784" y="118249"/>
                </a:cubicBezTo>
                <a:cubicBezTo>
                  <a:pt x="153969" y="125024"/>
                  <a:pt x="163462" y="128422"/>
                  <a:pt x="166970" y="121318"/>
                </a:cubicBezTo>
                <a:cubicBezTo>
                  <a:pt x="177515" y="99979"/>
                  <a:pt x="188039" y="78638"/>
                  <a:pt x="198585" y="57299"/>
                </a:cubicBezTo>
                <a:cubicBezTo>
                  <a:pt x="214107" y="75321"/>
                  <a:pt x="228819" y="94022"/>
                  <a:pt x="242434" y="113469"/>
                </a:cubicBezTo>
                <a:cubicBezTo>
                  <a:pt x="247959" y="121297"/>
                  <a:pt x="260259" y="113711"/>
                  <a:pt x="254580" y="105686"/>
                </a:cubicBezTo>
                <a:cubicBezTo>
                  <a:pt x="238509" y="82896"/>
                  <a:pt x="221145" y="61039"/>
                  <a:pt x="202575" y="40220"/>
                </a:cubicBezTo>
                <a:cubicBezTo>
                  <a:pt x="199023" y="36229"/>
                  <a:pt x="192512" y="35089"/>
                  <a:pt x="189705" y="40746"/>
                </a:cubicBezTo>
                <a:lnTo>
                  <a:pt x="163001" y="94899"/>
                </a:lnTo>
                <a:cubicBezTo>
                  <a:pt x="156468" y="64295"/>
                  <a:pt x="147566" y="34241"/>
                  <a:pt x="136407" y="5009"/>
                </a:cubicBezTo>
                <a:cubicBezTo>
                  <a:pt x="134324" y="-823"/>
                  <a:pt x="125861" y="-2029"/>
                  <a:pt x="122835" y="38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 name="Google Shape;50;p4"/>
          <p:cNvSpPr/>
          <p:nvPr/>
        </p:nvSpPr>
        <p:spPr>
          <a:xfrm rot="5400000">
            <a:off x="6259143" y="-119213"/>
            <a:ext cx="113330" cy="954049"/>
          </a:xfrm>
          <a:custGeom>
            <a:avLst/>
            <a:gdLst/>
            <a:ahLst/>
            <a:cxnLst/>
            <a:rect l="l" t="t" r="r" b="b"/>
            <a:pathLst>
              <a:path w="53711" h="452156" extrusionOk="0">
                <a:moveTo>
                  <a:pt x="39194" y="6047"/>
                </a:moveTo>
                <a:cubicBezTo>
                  <a:pt x="16217" y="151582"/>
                  <a:pt x="8039" y="298805"/>
                  <a:pt x="15" y="445744"/>
                </a:cubicBezTo>
                <a:cubicBezTo>
                  <a:pt x="-533" y="455478"/>
                  <a:pt x="14244" y="453439"/>
                  <a:pt x="14748" y="444275"/>
                </a:cubicBezTo>
                <a:cubicBezTo>
                  <a:pt x="22707" y="298586"/>
                  <a:pt x="30819" y="152678"/>
                  <a:pt x="53598" y="8393"/>
                </a:cubicBezTo>
                <a:cubicBezTo>
                  <a:pt x="55133" y="-1298"/>
                  <a:pt x="40597" y="-3271"/>
                  <a:pt x="39194" y="60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 name="Google Shape;51;p4"/>
          <p:cNvSpPr/>
          <p:nvPr/>
        </p:nvSpPr>
        <p:spPr>
          <a:xfrm rot="5400000">
            <a:off x="6459663" y="73310"/>
            <a:ext cx="80437" cy="399039"/>
          </a:xfrm>
          <a:custGeom>
            <a:avLst/>
            <a:gdLst/>
            <a:ahLst/>
            <a:cxnLst/>
            <a:rect l="l" t="t" r="r" b="b"/>
            <a:pathLst>
              <a:path w="38122" h="189118" extrusionOk="0">
                <a:moveTo>
                  <a:pt x="23673" y="6072"/>
                </a:moveTo>
                <a:cubicBezTo>
                  <a:pt x="15809" y="64288"/>
                  <a:pt x="7945" y="122498"/>
                  <a:pt x="82" y="180701"/>
                </a:cubicBezTo>
                <a:cubicBezTo>
                  <a:pt x="-1212" y="190414"/>
                  <a:pt x="13237" y="192409"/>
                  <a:pt x="14486" y="183047"/>
                </a:cubicBezTo>
                <a:cubicBezTo>
                  <a:pt x="22364" y="124844"/>
                  <a:pt x="30213" y="66634"/>
                  <a:pt x="38033" y="8418"/>
                </a:cubicBezTo>
                <a:cubicBezTo>
                  <a:pt x="39393" y="-1295"/>
                  <a:pt x="24879" y="-3290"/>
                  <a:pt x="23673" y="607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2" name="Google Shape;52;p4"/>
          <p:cNvSpPr/>
          <p:nvPr/>
        </p:nvSpPr>
        <p:spPr>
          <a:xfrm flipH="1">
            <a:off x="486100" y="253760"/>
            <a:ext cx="290374" cy="231224"/>
          </a:xfrm>
          <a:custGeom>
            <a:avLst/>
            <a:gdLst/>
            <a:ahLst/>
            <a:cxnLst/>
            <a:rect l="l" t="t" r="r" b="b"/>
            <a:pathLst>
              <a:path w="137618" h="109585" extrusionOk="0">
                <a:moveTo>
                  <a:pt x="136999" y="99882"/>
                </a:moveTo>
                <a:cubicBezTo>
                  <a:pt x="113869" y="47085"/>
                  <a:pt x="65635" y="9548"/>
                  <a:pt x="8785" y="104"/>
                </a:cubicBezTo>
                <a:cubicBezTo>
                  <a:pt x="-292" y="-1365"/>
                  <a:pt x="-3910" y="13258"/>
                  <a:pt x="5627" y="14771"/>
                </a:cubicBezTo>
                <a:cubicBezTo>
                  <a:pt x="57435" y="23274"/>
                  <a:pt x="101482" y="57237"/>
                  <a:pt x="122902" y="105166"/>
                </a:cubicBezTo>
                <a:cubicBezTo>
                  <a:pt x="126738" y="113936"/>
                  <a:pt x="140705" y="108323"/>
                  <a:pt x="136999" y="9988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53;p4"/>
          <p:cNvSpPr/>
          <p:nvPr/>
        </p:nvSpPr>
        <p:spPr>
          <a:xfrm flipH="1">
            <a:off x="509560" y="230637"/>
            <a:ext cx="132428" cy="91243"/>
          </a:xfrm>
          <a:custGeom>
            <a:avLst/>
            <a:gdLst/>
            <a:ahLst/>
            <a:cxnLst/>
            <a:rect l="l" t="t" r="r" b="b"/>
            <a:pathLst>
              <a:path w="62762" h="43243" extrusionOk="0">
                <a:moveTo>
                  <a:pt x="60351" y="30032"/>
                </a:moveTo>
                <a:cubicBezTo>
                  <a:pt x="45705" y="17367"/>
                  <a:pt x="28955" y="7372"/>
                  <a:pt x="10845" y="500"/>
                </a:cubicBezTo>
                <a:cubicBezTo>
                  <a:pt x="2273" y="-2745"/>
                  <a:pt x="-4765" y="10739"/>
                  <a:pt x="4092" y="14093"/>
                </a:cubicBezTo>
                <a:cubicBezTo>
                  <a:pt x="20996" y="20446"/>
                  <a:pt x="36672" y="29731"/>
                  <a:pt x="50353" y="41521"/>
                </a:cubicBezTo>
                <a:cubicBezTo>
                  <a:pt x="57413" y="47594"/>
                  <a:pt x="67410" y="36127"/>
                  <a:pt x="60351" y="3003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54"/>
        <p:cNvGrpSpPr/>
        <p:nvPr/>
      </p:nvGrpSpPr>
      <p:grpSpPr>
        <a:xfrm>
          <a:off x="0" y="0"/>
          <a:ext cx="0" cy="0"/>
          <a:chOff x="0" y="0"/>
          <a:chExt cx="0" cy="0"/>
        </a:xfrm>
      </p:grpSpPr>
      <p:sp>
        <p:nvSpPr>
          <p:cNvPr id="55" name="Google Shape;55;p5"/>
          <p:cNvSpPr/>
          <p:nvPr/>
        </p:nvSpPr>
        <p:spPr>
          <a:xfrm rot="-884877">
            <a:off x="7997294" y="3564834"/>
            <a:ext cx="912816" cy="928284"/>
          </a:xfrm>
          <a:custGeom>
            <a:avLst/>
            <a:gdLst/>
            <a:ahLst/>
            <a:cxnLst/>
            <a:rect l="l" t="t" r="r" b="b"/>
            <a:pathLst>
              <a:path w="549996" h="559316" extrusionOk="0">
                <a:moveTo>
                  <a:pt x="536665" y="198722"/>
                </a:moveTo>
                <a:cubicBezTo>
                  <a:pt x="507988" y="55467"/>
                  <a:pt x="324589" y="-49573"/>
                  <a:pt x="179295" y="24291"/>
                </a:cubicBezTo>
                <a:cubicBezTo>
                  <a:pt x="17974" y="106420"/>
                  <a:pt x="-81169" y="375917"/>
                  <a:pt x="88111" y="512244"/>
                </a:cubicBezTo>
                <a:cubicBezTo>
                  <a:pt x="141168" y="554536"/>
                  <a:pt x="210888" y="558504"/>
                  <a:pt x="276092" y="557584"/>
                </a:cubicBezTo>
                <a:cubicBezTo>
                  <a:pt x="484178" y="579947"/>
                  <a:pt x="588999" y="381814"/>
                  <a:pt x="536665" y="19872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6" name="Google Shape;56;p5"/>
          <p:cNvSpPr/>
          <p:nvPr/>
        </p:nvSpPr>
        <p:spPr>
          <a:xfrm>
            <a:off x="642525" y="331773"/>
            <a:ext cx="6943343" cy="927756"/>
          </a:xfrm>
          <a:custGeom>
            <a:avLst/>
            <a:gdLst/>
            <a:ahLst/>
            <a:cxnLst/>
            <a:rect l="l" t="t" r="r" b="b"/>
            <a:pathLst>
              <a:path w="3290684" h="399035" extrusionOk="0">
                <a:moveTo>
                  <a:pt x="3288221" y="146895"/>
                </a:moveTo>
                <a:cubicBezTo>
                  <a:pt x="3288879" y="83708"/>
                  <a:pt x="3268160" y="25739"/>
                  <a:pt x="3196488" y="21201"/>
                </a:cubicBezTo>
                <a:cubicBezTo>
                  <a:pt x="2907830" y="16005"/>
                  <a:pt x="2618711" y="18197"/>
                  <a:pt x="2329921" y="14777"/>
                </a:cubicBezTo>
                <a:cubicBezTo>
                  <a:pt x="1580495" y="9866"/>
                  <a:pt x="931222" y="0"/>
                  <a:pt x="181841" y="0"/>
                </a:cubicBezTo>
                <a:cubicBezTo>
                  <a:pt x="-44245" y="0"/>
                  <a:pt x="4866" y="162044"/>
                  <a:pt x="3813" y="206244"/>
                </a:cubicBezTo>
                <a:cubicBezTo>
                  <a:pt x="-6272" y="347395"/>
                  <a:pt x="64456" y="394927"/>
                  <a:pt x="198174" y="383395"/>
                </a:cubicBezTo>
                <a:lnTo>
                  <a:pt x="1064019" y="387780"/>
                </a:lnTo>
                <a:lnTo>
                  <a:pt x="2795708" y="396549"/>
                </a:lnTo>
                <a:cubicBezTo>
                  <a:pt x="2909277" y="397119"/>
                  <a:pt x="3023284" y="400671"/>
                  <a:pt x="3136832" y="398128"/>
                </a:cubicBezTo>
                <a:cubicBezTo>
                  <a:pt x="3275790" y="400627"/>
                  <a:pt x="3299512" y="257767"/>
                  <a:pt x="3288221" y="14689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7" name="Google Shape;57;p5"/>
          <p:cNvSpPr/>
          <p:nvPr/>
        </p:nvSpPr>
        <p:spPr>
          <a:xfrm>
            <a:off x="368194" y="422127"/>
            <a:ext cx="8379859" cy="4302579"/>
          </a:xfrm>
          <a:custGeom>
            <a:avLst/>
            <a:gdLst/>
            <a:ahLst/>
            <a:cxnLst/>
            <a:rect l="l" t="t" r="r" b="b"/>
            <a:pathLst>
              <a:path w="3971497" h="2039137" extrusionOk="0">
                <a:moveTo>
                  <a:pt x="3947725" y="299512"/>
                </a:moveTo>
                <a:cubicBezTo>
                  <a:pt x="3924134" y="113307"/>
                  <a:pt x="3885284" y="33501"/>
                  <a:pt x="3686450" y="8902"/>
                </a:cubicBezTo>
                <a:cubicBezTo>
                  <a:pt x="3601997" y="-3398"/>
                  <a:pt x="3538196" y="330"/>
                  <a:pt x="3453085" y="1250"/>
                </a:cubicBezTo>
                <a:cubicBezTo>
                  <a:pt x="2545650" y="21443"/>
                  <a:pt x="1638390" y="51765"/>
                  <a:pt x="731371" y="878"/>
                </a:cubicBezTo>
                <a:cubicBezTo>
                  <a:pt x="642467" y="-87"/>
                  <a:pt x="553519" y="1250"/>
                  <a:pt x="464769" y="6534"/>
                </a:cubicBezTo>
                <a:cubicBezTo>
                  <a:pt x="385183" y="11292"/>
                  <a:pt x="302374" y="15304"/>
                  <a:pt x="224563" y="33743"/>
                </a:cubicBezTo>
                <a:cubicBezTo>
                  <a:pt x="159908" y="49090"/>
                  <a:pt x="106653" y="83204"/>
                  <a:pt x="86570" y="149329"/>
                </a:cubicBezTo>
                <a:cubicBezTo>
                  <a:pt x="9067" y="671747"/>
                  <a:pt x="-7925" y="1209227"/>
                  <a:pt x="2994" y="1737127"/>
                </a:cubicBezTo>
                <a:cubicBezTo>
                  <a:pt x="7729" y="2035301"/>
                  <a:pt x="225024" y="2012784"/>
                  <a:pt x="454881" y="2012828"/>
                </a:cubicBezTo>
                <a:cubicBezTo>
                  <a:pt x="1452075" y="2021379"/>
                  <a:pt x="2463170" y="2030543"/>
                  <a:pt x="3459136" y="2039138"/>
                </a:cubicBezTo>
                <a:cubicBezTo>
                  <a:pt x="3468432" y="2039138"/>
                  <a:pt x="3468235" y="2024426"/>
                  <a:pt x="3458544" y="2024339"/>
                </a:cubicBezTo>
                <a:cubicBezTo>
                  <a:pt x="2395752" y="2013552"/>
                  <a:pt x="1331030" y="2008487"/>
                  <a:pt x="268237" y="1995157"/>
                </a:cubicBezTo>
                <a:cubicBezTo>
                  <a:pt x="201871" y="1991167"/>
                  <a:pt x="129981" y="1978933"/>
                  <a:pt x="80870" y="1929997"/>
                </a:cubicBezTo>
                <a:cubicBezTo>
                  <a:pt x="27856" y="1877181"/>
                  <a:pt x="19898" y="1797332"/>
                  <a:pt x="17289" y="1726406"/>
                </a:cubicBezTo>
                <a:cubicBezTo>
                  <a:pt x="11150" y="1553355"/>
                  <a:pt x="12904" y="1379647"/>
                  <a:pt x="17289" y="1206596"/>
                </a:cubicBezTo>
                <a:cubicBezTo>
                  <a:pt x="24962" y="897125"/>
                  <a:pt x="46317" y="588368"/>
                  <a:pt x="81352" y="280328"/>
                </a:cubicBezTo>
                <a:cubicBezTo>
                  <a:pt x="89990" y="206026"/>
                  <a:pt x="89333" y="112868"/>
                  <a:pt x="163591" y="71825"/>
                </a:cubicBezTo>
                <a:cubicBezTo>
                  <a:pt x="194285" y="54286"/>
                  <a:pt x="229825" y="46349"/>
                  <a:pt x="264444" y="40978"/>
                </a:cubicBezTo>
                <a:cubicBezTo>
                  <a:pt x="347341" y="28174"/>
                  <a:pt x="431728" y="22408"/>
                  <a:pt x="515502" y="18746"/>
                </a:cubicBezTo>
                <a:cubicBezTo>
                  <a:pt x="692894" y="11029"/>
                  <a:pt x="870483" y="17869"/>
                  <a:pt x="1047743" y="26113"/>
                </a:cubicBezTo>
                <a:cubicBezTo>
                  <a:pt x="1755029" y="63845"/>
                  <a:pt x="2462863" y="37711"/>
                  <a:pt x="3170346" y="20654"/>
                </a:cubicBezTo>
                <a:cubicBezTo>
                  <a:pt x="3346028" y="20478"/>
                  <a:pt x="3500947" y="3289"/>
                  <a:pt x="3675948" y="22605"/>
                </a:cubicBezTo>
                <a:cubicBezTo>
                  <a:pt x="3819576" y="42556"/>
                  <a:pt x="3893001" y="73821"/>
                  <a:pt x="3920034" y="229880"/>
                </a:cubicBezTo>
                <a:cubicBezTo>
                  <a:pt x="4003348" y="663591"/>
                  <a:pt x="3918609" y="1093707"/>
                  <a:pt x="3926392" y="1543489"/>
                </a:cubicBezTo>
                <a:cubicBezTo>
                  <a:pt x="3926568" y="1553092"/>
                  <a:pt x="3940665" y="1547436"/>
                  <a:pt x="3940490" y="1538337"/>
                </a:cubicBezTo>
                <a:cubicBezTo>
                  <a:pt x="3933321" y="1127383"/>
                  <a:pt x="4008215" y="711694"/>
                  <a:pt x="3947725" y="2995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58;p5"/>
          <p:cNvSpPr txBox="1">
            <a:spLocks noGrp="1"/>
          </p:cNvSpPr>
          <p:nvPr>
            <p:ph type="title"/>
          </p:nvPr>
        </p:nvSpPr>
        <p:spPr>
          <a:xfrm>
            <a:off x="883375" y="683600"/>
            <a:ext cx="6426300" cy="396300"/>
          </a:xfrm>
          <a:prstGeom prst="rect">
            <a:avLst/>
          </a:prstGeom>
        </p:spPr>
        <p:txBody>
          <a:bodyPr spcFirstLastPara="1" wrap="square" lIns="0" tIns="0" rIns="0" bIns="0" anchor="ctr"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59" name="Google Shape;59;p5"/>
          <p:cNvSpPr txBox="1">
            <a:spLocks noGrp="1"/>
          </p:cNvSpPr>
          <p:nvPr>
            <p:ph type="body" idx="1"/>
          </p:nvPr>
        </p:nvSpPr>
        <p:spPr>
          <a:xfrm>
            <a:off x="1188175" y="1506350"/>
            <a:ext cx="6426300" cy="2840400"/>
          </a:xfrm>
          <a:prstGeom prst="rect">
            <a:avLst/>
          </a:prstGeom>
        </p:spPr>
        <p:txBody>
          <a:bodyPr spcFirstLastPara="1" wrap="square" lIns="0" tIns="0" rIns="0" bIns="0" anchor="t" anchorCtr="0">
            <a:noAutofit/>
          </a:bodyPr>
          <a:lstStyle>
            <a:lvl1pPr marL="457200" lvl="0" indent="-368300" rtl="0">
              <a:spcBef>
                <a:spcPts val="0"/>
              </a:spcBef>
              <a:spcAft>
                <a:spcPts val="0"/>
              </a:spcAft>
              <a:buSzPts val="2200"/>
              <a:buChar char="✗"/>
              <a:defRPr/>
            </a:lvl1pPr>
            <a:lvl2pPr marL="914400" lvl="1" indent="-368300" rtl="0">
              <a:spcBef>
                <a:spcPts val="1000"/>
              </a:spcBef>
              <a:spcAft>
                <a:spcPts val="0"/>
              </a:spcAft>
              <a:buSzPts val="2200"/>
              <a:buChar char="✗"/>
              <a:defRPr/>
            </a:lvl2pPr>
            <a:lvl3pPr marL="1371600" lvl="2" indent="-368300" rtl="0">
              <a:spcBef>
                <a:spcPts val="1000"/>
              </a:spcBef>
              <a:spcAft>
                <a:spcPts val="0"/>
              </a:spcAft>
              <a:buSzPts val="2200"/>
              <a:buChar char="■"/>
              <a:defRPr/>
            </a:lvl3pPr>
            <a:lvl4pPr marL="1828800" lvl="3" indent="-368300" rtl="0">
              <a:spcBef>
                <a:spcPts val="1000"/>
              </a:spcBef>
              <a:spcAft>
                <a:spcPts val="0"/>
              </a:spcAft>
              <a:buSzPts val="2200"/>
              <a:buChar char="●"/>
              <a:defRPr/>
            </a:lvl4pPr>
            <a:lvl5pPr marL="2286000" lvl="4" indent="-368300" rtl="0">
              <a:spcBef>
                <a:spcPts val="1000"/>
              </a:spcBef>
              <a:spcAft>
                <a:spcPts val="0"/>
              </a:spcAft>
              <a:buSzPts val="2200"/>
              <a:buChar char="○"/>
              <a:defRPr/>
            </a:lvl5pPr>
            <a:lvl6pPr marL="2743200" lvl="5" indent="-368300" rtl="0">
              <a:spcBef>
                <a:spcPts val="1000"/>
              </a:spcBef>
              <a:spcAft>
                <a:spcPts val="0"/>
              </a:spcAft>
              <a:buSzPts val="2200"/>
              <a:buChar char="■"/>
              <a:defRPr/>
            </a:lvl6pPr>
            <a:lvl7pPr marL="3200400" lvl="6" indent="-368300" rtl="0">
              <a:spcBef>
                <a:spcPts val="1000"/>
              </a:spcBef>
              <a:spcAft>
                <a:spcPts val="0"/>
              </a:spcAft>
              <a:buSzPts val="2200"/>
              <a:buChar char="●"/>
              <a:defRPr/>
            </a:lvl7pPr>
            <a:lvl8pPr marL="3657600" lvl="7" indent="-368300" rtl="0">
              <a:spcBef>
                <a:spcPts val="1000"/>
              </a:spcBef>
              <a:spcAft>
                <a:spcPts val="0"/>
              </a:spcAft>
              <a:buSzPts val="2200"/>
              <a:buChar char="○"/>
              <a:defRPr/>
            </a:lvl8pPr>
            <a:lvl9pPr marL="4114800" lvl="8" indent="-368300" rtl="0">
              <a:spcBef>
                <a:spcPts val="1000"/>
              </a:spcBef>
              <a:spcAft>
                <a:spcPts val="1000"/>
              </a:spcAft>
              <a:buSzPts val="2200"/>
              <a:buChar char="■"/>
              <a:defRPr/>
            </a:lvl9pPr>
          </a:lstStyle>
          <a:p>
            <a:endParaRPr/>
          </a:p>
        </p:txBody>
      </p:sp>
      <p:sp>
        <p:nvSpPr>
          <p:cNvPr id="60" name="Google Shape;60;p5"/>
          <p:cNvSpPr txBox="1">
            <a:spLocks noGrp="1"/>
          </p:cNvSpPr>
          <p:nvPr>
            <p:ph type="sldNum" idx="12"/>
          </p:nvPr>
        </p:nvSpPr>
        <p:spPr>
          <a:xfrm>
            <a:off x="8404375" y="4693376"/>
            <a:ext cx="548700" cy="300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5"/>
          <p:cNvSpPr/>
          <p:nvPr/>
        </p:nvSpPr>
        <p:spPr>
          <a:xfrm>
            <a:off x="3215361" y="371192"/>
            <a:ext cx="1377041" cy="66908"/>
          </a:xfrm>
          <a:custGeom>
            <a:avLst/>
            <a:gdLst/>
            <a:ahLst/>
            <a:cxnLst/>
            <a:rect l="l" t="t" r="r" b="b"/>
            <a:pathLst>
              <a:path w="652626" h="31710" extrusionOk="0">
                <a:moveTo>
                  <a:pt x="645179" y="13550"/>
                </a:moveTo>
                <a:cubicBezTo>
                  <a:pt x="432971" y="20774"/>
                  <a:pt x="220527" y="16258"/>
                  <a:pt x="8819" y="23"/>
                </a:cubicBezTo>
                <a:cubicBezTo>
                  <a:pt x="-280" y="-657"/>
                  <a:pt x="-3941" y="13989"/>
                  <a:pt x="5662" y="14712"/>
                </a:cubicBezTo>
                <a:cubicBezTo>
                  <a:pt x="218646" y="31045"/>
                  <a:pt x="432371" y="35612"/>
                  <a:pt x="645859" y="28393"/>
                </a:cubicBezTo>
                <a:cubicBezTo>
                  <a:pt x="655067" y="28043"/>
                  <a:pt x="654914" y="13178"/>
                  <a:pt x="645179" y="1355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2" name="Google Shape;62;p5"/>
          <p:cNvSpPr/>
          <p:nvPr/>
        </p:nvSpPr>
        <p:spPr>
          <a:xfrm>
            <a:off x="4695254" y="404559"/>
            <a:ext cx="263959" cy="31226"/>
          </a:xfrm>
          <a:custGeom>
            <a:avLst/>
            <a:gdLst/>
            <a:ahLst/>
            <a:cxnLst/>
            <a:rect l="l" t="t" r="r" b="b"/>
            <a:pathLst>
              <a:path w="125099" h="14799" extrusionOk="0">
                <a:moveTo>
                  <a:pt x="117661" y="0"/>
                </a:moveTo>
                <a:lnTo>
                  <a:pt x="6833" y="0"/>
                </a:lnTo>
                <a:cubicBezTo>
                  <a:pt x="-2463" y="0"/>
                  <a:pt x="-2288" y="14799"/>
                  <a:pt x="7446" y="14799"/>
                </a:cubicBezTo>
                <a:lnTo>
                  <a:pt x="118275" y="14799"/>
                </a:lnTo>
                <a:cubicBezTo>
                  <a:pt x="127571" y="14887"/>
                  <a:pt x="127374" y="0"/>
                  <a:pt x="117661"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3" name="Google Shape;63;p5"/>
          <p:cNvSpPr/>
          <p:nvPr/>
        </p:nvSpPr>
        <p:spPr>
          <a:xfrm>
            <a:off x="8371587" y="397372"/>
            <a:ext cx="290374" cy="231224"/>
          </a:xfrm>
          <a:custGeom>
            <a:avLst/>
            <a:gdLst/>
            <a:ahLst/>
            <a:cxnLst/>
            <a:rect l="l" t="t" r="r" b="b"/>
            <a:pathLst>
              <a:path w="137618" h="109585" extrusionOk="0">
                <a:moveTo>
                  <a:pt x="136999" y="99882"/>
                </a:moveTo>
                <a:cubicBezTo>
                  <a:pt x="113869" y="47085"/>
                  <a:pt x="65635" y="9548"/>
                  <a:pt x="8785" y="104"/>
                </a:cubicBezTo>
                <a:cubicBezTo>
                  <a:pt x="-292" y="-1365"/>
                  <a:pt x="-3910" y="13258"/>
                  <a:pt x="5627" y="14771"/>
                </a:cubicBezTo>
                <a:cubicBezTo>
                  <a:pt x="57435" y="23274"/>
                  <a:pt x="101482" y="57237"/>
                  <a:pt x="122902" y="105166"/>
                </a:cubicBezTo>
                <a:cubicBezTo>
                  <a:pt x="126738" y="113936"/>
                  <a:pt x="140705" y="108323"/>
                  <a:pt x="136999" y="9988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 name="Google Shape;64;p5"/>
          <p:cNvSpPr/>
          <p:nvPr/>
        </p:nvSpPr>
        <p:spPr>
          <a:xfrm>
            <a:off x="244743" y="4094361"/>
            <a:ext cx="746254" cy="775710"/>
          </a:xfrm>
          <a:custGeom>
            <a:avLst/>
            <a:gdLst/>
            <a:ahLst/>
            <a:cxnLst/>
            <a:rect l="l" t="t" r="r" b="b"/>
            <a:pathLst>
              <a:path w="353675" h="367635" extrusionOk="0">
                <a:moveTo>
                  <a:pt x="349850" y="316408"/>
                </a:moveTo>
                <a:cubicBezTo>
                  <a:pt x="344216" y="307967"/>
                  <a:pt x="337265" y="300140"/>
                  <a:pt x="331061" y="292094"/>
                </a:cubicBezTo>
                <a:cubicBezTo>
                  <a:pt x="325295" y="284639"/>
                  <a:pt x="312907" y="293387"/>
                  <a:pt x="318542" y="300688"/>
                </a:cubicBezTo>
                <a:cubicBezTo>
                  <a:pt x="320142" y="302661"/>
                  <a:pt x="330951" y="317022"/>
                  <a:pt x="332574" y="318447"/>
                </a:cubicBezTo>
                <a:cubicBezTo>
                  <a:pt x="270198" y="313689"/>
                  <a:pt x="197781" y="305292"/>
                  <a:pt x="142554" y="274598"/>
                </a:cubicBezTo>
                <a:cubicBezTo>
                  <a:pt x="87348" y="239760"/>
                  <a:pt x="52202" y="175937"/>
                  <a:pt x="31747" y="115404"/>
                </a:cubicBezTo>
                <a:cubicBezTo>
                  <a:pt x="20542" y="80171"/>
                  <a:pt x="14804" y="43432"/>
                  <a:pt x="14733" y="6461"/>
                </a:cubicBezTo>
                <a:cubicBezTo>
                  <a:pt x="14733" y="-3318"/>
                  <a:pt x="-44" y="-1323"/>
                  <a:pt x="0" y="7930"/>
                </a:cubicBezTo>
                <a:cubicBezTo>
                  <a:pt x="1184" y="107971"/>
                  <a:pt x="41065" y="213209"/>
                  <a:pt x="119862" y="277470"/>
                </a:cubicBezTo>
                <a:cubicBezTo>
                  <a:pt x="177501" y="318403"/>
                  <a:pt x="263467" y="328116"/>
                  <a:pt x="332705" y="333158"/>
                </a:cubicBezTo>
                <a:cubicBezTo>
                  <a:pt x="322510" y="340196"/>
                  <a:pt x="316437" y="346182"/>
                  <a:pt x="307470" y="353702"/>
                </a:cubicBezTo>
                <a:cubicBezTo>
                  <a:pt x="300301" y="359863"/>
                  <a:pt x="307821" y="372250"/>
                  <a:pt x="315275" y="365848"/>
                </a:cubicBezTo>
                <a:lnTo>
                  <a:pt x="340028" y="344647"/>
                </a:lnTo>
                <a:cubicBezTo>
                  <a:pt x="350048" y="337171"/>
                  <a:pt x="359037" y="328927"/>
                  <a:pt x="349850" y="3164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 name="Google Shape;65;p5"/>
          <p:cNvSpPr/>
          <p:nvPr/>
        </p:nvSpPr>
        <p:spPr>
          <a:xfrm>
            <a:off x="8578274" y="2957429"/>
            <a:ext cx="200902" cy="172792"/>
          </a:xfrm>
          <a:custGeom>
            <a:avLst/>
            <a:gdLst/>
            <a:ahLst/>
            <a:cxnLst/>
            <a:rect l="l" t="t" r="r" b="b"/>
            <a:pathLst>
              <a:path w="95214" h="81892" extrusionOk="0">
                <a:moveTo>
                  <a:pt x="92489" y="65480"/>
                </a:moveTo>
                <a:lnTo>
                  <a:pt x="61028" y="43753"/>
                </a:lnTo>
                <a:cubicBezTo>
                  <a:pt x="70521" y="33157"/>
                  <a:pt x="80036" y="22580"/>
                  <a:pt x="89530" y="12028"/>
                </a:cubicBezTo>
                <a:cubicBezTo>
                  <a:pt x="96107" y="4771"/>
                  <a:pt x="85145" y="-4635"/>
                  <a:pt x="78567" y="2600"/>
                </a:cubicBezTo>
                <a:lnTo>
                  <a:pt x="48991" y="35487"/>
                </a:lnTo>
                <a:lnTo>
                  <a:pt x="12684" y="10383"/>
                </a:lnTo>
                <a:cubicBezTo>
                  <a:pt x="5098" y="5144"/>
                  <a:pt x="-4856" y="16610"/>
                  <a:pt x="2687" y="21872"/>
                </a:cubicBezTo>
                <a:lnTo>
                  <a:pt x="38796" y="46844"/>
                </a:lnTo>
                <a:lnTo>
                  <a:pt x="18275" y="69865"/>
                </a:lnTo>
                <a:cubicBezTo>
                  <a:pt x="11697" y="77122"/>
                  <a:pt x="22660" y="86527"/>
                  <a:pt x="29237" y="79292"/>
                </a:cubicBezTo>
                <a:lnTo>
                  <a:pt x="50942" y="55175"/>
                </a:lnTo>
                <a:lnTo>
                  <a:pt x="82601" y="77100"/>
                </a:lnTo>
                <a:cubicBezTo>
                  <a:pt x="90078" y="82296"/>
                  <a:pt x="100119" y="70829"/>
                  <a:pt x="92489" y="654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66;p5"/>
          <p:cNvSpPr/>
          <p:nvPr/>
        </p:nvSpPr>
        <p:spPr>
          <a:xfrm>
            <a:off x="4853896" y="4607301"/>
            <a:ext cx="851649" cy="155161"/>
          </a:xfrm>
          <a:custGeom>
            <a:avLst/>
            <a:gdLst/>
            <a:ahLst/>
            <a:cxnLst/>
            <a:rect l="l" t="t" r="r" b="b"/>
            <a:pathLst>
              <a:path w="403625" h="73536" extrusionOk="0">
                <a:moveTo>
                  <a:pt x="402034" y="57995"/>
                </a:moveTo>
                <a:cubicBezTo>
                  <a:pt x="349920" y="-4643"/>
                  <a:pt x="347223" y="-12273"/>
                  <a:pt x="293815" y="54948"/>
                </a:cubicBezTo>
                <a:cubicBezTo>
                  <a:pt x="244682" y="-17404"/>
                  <a:pt x="251829" y="2986"/>
                  <a:pt x="191361" y="49225"/>
                </a:cubicBezTo>
                <a:cubicBezTo>
                  <a:pt x="145320" y="-15189"/>
                  <a:pt x="150911" y="-15343"/>
                  <a:pt x="96669" y="42648"/>
                </a:cubicBezTo>
                <a:cubicBezTo>
                  <a:pt x="86321" y="25893"/>
                  <a:pt x="71785" y="12113"/>
                  <a:pt x="54508" y="2657"/>
                </a:cubicBezTo>
                <a:cubicBezTo>
                  <a:pt x="43897" y="-1442"/>
                  <a:pt x="13290" y="41442"/>
                  <a:pt x="2152" y="49554"/>
                </a:cubicBezTo>
                <a:cubicBezTo>
                  <a:pt x="-4644" y="56548"/>
                  <a:pt x="6230" y="65932"/>
                  <a:pt x="12983" y="58982"/>
                </a:cubicBezTo>
                <a:lnTo>
                  <a:pt x="52009" y="18838"/>
                </a:lnTo>
                <a:cubicBezTo>
                  <a:pt x="82462" y="34426"/>
                  <a:pt x="86825" y="72531"/>
                  <a:pt x="100243" y="59552"/>
                </a:cubicBezTo>
                <a:lnTo>
                  <a:pt x="120852" y="38307"/>
                </a:lnTo>
                <a:cubicBezTo>
                  <a:pt x="130455" y="27871"/>
                  <a:pt x="145298" y="3447"/>
                  <a:pt x="155800" y="26621"/>
                </a:cubicBezTo>
                <a:cubicBezTo>
                  <a:pt x="197105" y="84085"/>
                  <a:pt x="181473" y="72663"/>
                  <a:pt x="233785" y="33330"/>
                </a:cubicBezTo>
                <a:cubicBezTo>
                  <a:pt x="249659" y="14036"/>
                  <a:pt x="257223" y="29405"/>
                  <a:pt x="267264" y="44731"/>
                </a:cubicBezTo>
                <a:lnTo>
                  <a:pt x="286843" y="71040"/>
                </a:lnTo>
                <a:cubicBezTo>
                  <a:pt x="300195" y="86058"/>
                  <a:pt x="326855" y="28594"/>
                  <a:pt x="341106" y="23990"/>
                </a:cubicBezTo>
                <a:cubicBezTo>
                  <a:pt x="357462" y="17522"/>
                  <a:pt x="377238" y="56614"/>
                  <a:pt x="389493" y="66611"/>
                </a:cubicBezTo>
                <a:cubicBezTo>
                  <a:pt x="395632" y="73671"/>
                  <a:pt x="408020" y="64945"/>
                  <a:pt x="402034" y="5799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67;p5"/>
          <p:cNvSpPr/>
          <p:nvPr/>
        </p:nvSpPr>
        <p:spPr>
          <a:xfrm>
            <a:off x="8526304" y="347275"/>
            <a:ext cx="132428" cy="91243"/>
          </a:xfrm>
          <a:custGeom>
            <a:avLst/>
            <a:gdLst/>
            <a:ahLst/>
            <a:cxnLst/>
            <a:rect l="l" t="t" r="r" b="b"/>
            <a:pathLst>
              <a:path w="62762" h="43243" extrusionOk="0">
                <a:moveTo>
                  <a:pt x="60351" y="30032"/>
                </a:moveTo>
                <a:cubicBezTo>
                  <a:pt x="45705" y="17367"/>
                  <a:pt x="28955" y="7372"/>
                  <a:pt x="10845" y="500"/>
                </a:cubicBezTo>
                <a:cubicBezTo>
                  <a:pt x="2273" y="-2745"/>
                  <a:pt x="-4765" y="10739"/>
                  <a:pt x="4092" y="14093"/>
                </a:cubicBezTo>
                <a:cubicBezTo>
                  <a:pt x="20996" y="20446"/>
                  <a:pt x="36672" y="29731"/>
                  <a:pt x="50353" y="41521"/>
                </a:cubicBezTo>
                <a:cubicBezTo>
                  <a:pt x="57413" y="47594"/>
                  <a:pt x="67410" y="36127"/>
                  <a:pt x="60351" y="3003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half">
  <p:cSld name="TITLE_AND_BODY_1">
    <p:spTree>
      <p:nvGrpSpPr>
        <p:cNvPr id="1" name="Shape 68"/>
        <p:cNvGrpSpPr/>
        <p:nvPr/>
      </p:nvGrpSpPr>
      <p:grpSpPr>
        <a:xfrm>
          <a:off x="0" y="0"/>
          <a:ext cx="0" cy="0"/>
          <a:chOff x="0" y="0"/>
          <a:chExt cx="0" cy="0"/>
        </a:xfrm>
      </p:grpSpPr>
      <p:sp>
        <p:nvSpPr>
          <p:cNvPr id="69" name="Google Shape;69;p6"/>
          <p:cNvSpPr/>
          <p:nvPr/>
        </p:nvSpPr>
        <p:spPr>
          <a:xfrm>
            <a:off x="0" y="0"/>
            <a:ext cx="9144000" cy="5143500"/>
          </a:xfrm>
          <a:prstGeom prst="rect">
            <a:avLst/>
          </a:prstGeom>
          <a:gradFill>
            <a:gsLst>
              <a:gs pos="0">
                <a:schemeClr val="lt1"/>
              </a:gs>
              <a:gs pos="26000">
                <a:schemeClr val="lt1"/>
              </a:gs>
              <a:gs pos="48000">
                <a:srgbClr val="FFFFFF">
                  <a:alpha val="0"/>
                </a:srgbClr>
              </a:gs>
              <a:gs pos="100000">
                <a:srgbClr val="FFFFFF">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6"/>
          <p:cNvSpPr/>
          <p:nvPr/>
        </p:nvSpPr>
        <p:spPr>
          <a:xfrm rot="10800000">
            <a:off x="478120" y="499499"/>
            <a:ext cx="3891580" cy="4389451"/>
          </a:xfrm>
          <a:custGeom>
            <a:avLst/>
            <a:gdLst/>
            <a:ahLst/>
            <a:cxnLst/>
            <a:rect l="l" t="t" r="r" b="b"/>
            <a:pathLst>
              <a:path w="873041" h="513236" extrusionOk="0">
                <a:moveTo>
                  <a:pt x="807026" y="87874"/>
                </a:moveTo>
                <a:cubicBezTo>
                  <a:pt x="687888" y="-12496"/>
                  <a:pt x="94894" y="-27493"/>
                  <a:pt x="35062" y="46020"/>
                </a:cubicBezTo>
                <a:cubicBezTo>
                  <a:pt x="-6967" y="97718"/>
                  <a:pt x="2767" y="252111"/>
                  <a:pt x="1233" y="323344"/>
                </a:cubicBezTo>
                <a:cubicBezTo>
                  <a:pt x="-5849" y="404706"/>
                  <a:pt x="16010" y="492163"/>
                  <a:pt x="108027" y="508036"/>
                </a:cubicBezTo>
                <a:cubicBezTo>
                  <a:pt x="181211" y="520007"/>
                  <a:pt x="256478" y="507488"/>
                  <a:pt x="330298" y="508036"/>
                </a:cubicBezTo>
                <a:cubicBezTo>
                  <a:pt x="482038" y="490497"/>
                  <a:pt x="728667" y="541318"/>
                  <a:pt x="831077" y="410055"/>
                </a:cubicBezTo>
                <a:cubicBezTo>
                  <a:pt x="891479" y="316196"/>
                  <a:pt x="889396" y="168425"/>
                  <a:pt x="807026" y="8787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 name="Google Shape;71;p6"/>
          <p:cNvSpPr/>
          <p:nvPr/>
        </p:nvSpPr>
        <p:spPr>
          <a:xfrm>
            <a:off x="359638" y="371200"/>
            <a:ext cx="3869146" cy="4400299"/>
          </a:xfrm>
          <a:custGeom>
            <a:avLst/>
            <a:gdLst/>
            <a:ahLst/>
            <a:cxnLst/>
            <a:rect l="l" t="t" r="r" b="b"/>
            <a:pathLst>
              <a:path w="1717712" h="1953518" extrusionOk="0">
                <a:moveTo>
                  <a:pt x="1717677" y="1051758"/>
                </a:moveTo>
                <a:cubicBezTo>
                  <a:pt x="1717041" y="813899"/>
                  <a:pt x="1713292" y="575995"/>
                  <a:pt x="1710661" y="338136"/>
                </a:cubicBezTo>
                <a:cubicBezTo>
                  <a:pt x="1721382" y="143007"/>
                  <a:pt x="1668478" y="-11692"/>
                  <a:pt x="1396636" y="695"/>
                </a:cubicBezTo>
                <a:cubicBezTo>
                  <a:pt x="1075945" y="147"/>
                  <a:pt x="626492" y="30556"/>
                  <a:pt x="313102" y="62895"/>
                </a:cubicBezTo>
                <a:cubicBezTo>
                  <a:pt x="228254" y="71248"/>
                  <a:pt x="127029" y="84929"/>
                  <a:pt x="80877" y="166423"/>
                </a:cubicBezTo>
                <a:cubicBezTo>
                  <a:pt x="57506" y="207641"/>
                  <a:pt x="52222" y="256313"/>
                  <a:pt x="47991" y="302574"/>
                </a:cubicBezTo>
                <a:cubicBezTo>
                  <a:pt x="26527" y="536443"/>
                  <a:pt x="5742" y="770773"/>
                  <a:pt x="765" y="1005673"/>
                </a:cubicBezTo>
                <a:cubicBezTo>
                  <a:pt x="-2436" y="1229303"/>
                  <a:pt x="2826" y="1455674"/>
                  <a:pt x="47355" y="1675512"/>
                </a:cubicBezTo>
                <a:cubicBezTo>
                  <a:pt x="105433" y="1930275"/>
                  <a:pt x="294247" y="1910587"/>
                  <a:pt x="507266" y="1924377"/>
                </a:cubicBezTo>
                <a:cubicBezTo>
                  <a:pt x="802152" y="1942663"/>
                  <a:pt x="1097629" y="1958514"/>
                  <a:pt x="1393172" y="1952046"/>
                </a:cubicBezTo>
                <a:cubicBezTo>
                  <a:pt x="1441055" y="1950775"/>
                  <a:pt x="1490210" y="1947420"/>
                  <a:pt x="1535440" y="1930429"/>
                </a:cubicBezTo>
                <a:cubicBezTo>
                  <a:pt x="1677402" y="1878007"/>
                  <a:pt x="1689065" y="1706645"/>
                  <a:pt x="1699874" y="1577005"/>
                </a:cubicBezTo>
                <a:cubicBezTo>
                  <a:pt x="1715068" y="1402398"/>
                  <a:pt x="1718093" y="1226979"/>
                  <a:pt x="1717677" y="1051758"/>
                </a:cubicBezTo>
                <a:close/>
                <a:moveTo>
                  <a:pt x="1684308" y="1587616"/>
                </a:moveTo>
                <a:cubicBezTo>
                  <a:pt x="1671833" y="1818701"/>
                  <a:pt x="1618008" y="1947946"/>
                  <a:pt x="1360789" y="1937861"/>
                </a:cubicBezTo>
                <a:cubicBezTo>
                  <a:pt x="1016574" y="1942663"/>
                  <a:pt x="672358" y="1921374"/>
                  <a:pt x="329042" y="1897608"/>
                </a:cubicBezTo>
                <a:cubicBezTo>
                  <a:pt x="86951" y="1886316"/>
                  <a:pt x="53428" y="1699979"/>
                  <a:pt x="34726" y="1498208"/>
                </a:cubicBezTo>
                <a:cubicBezTo>
                  <a:pt x="-9452" y="1099970"/>
                  <a:pt x="26790" y="698817"/>
                  <a:pt x="62702" y="301390"/>
                </a:cubicBezTo>
                <a:cubicBezTo>
                  <a:pt x="68753" y="111151"/>
                  <a:pt x="183835" y="84798"/>
                  <a:pt x="348357" y="74011"/>
                </a:cubicBezTo>
                <a:cubicBezTo>
                  <a:pt x="645698" y="44939"/>
                  <a:pt x="1089889" y="7404"/>
                  <a:pt x="1389160" y="15363"/>
                </a:cubicBezTo>
                <a:cubicBezTo>
                  <a:pt x="1422529" y="16262"/>
                  <a:pt x="1545876" y="-5817"/>
                  <a:pt x="1635416" y="89906"/>
                </a:cubicBezTo>
                <a:cubicBezTo>
                  <a:pt x="1708337" y="167848"/>
                  <a:pt x="1693692" y="282645"/>
                  <a:pt x="1696388" y="380999"/>
                </a:cubicBezTo>
                <a:cubicBezTo>
                  <a:pt x="1696805" y="783117"/>
                  <a:pt x="1718115" y="1186353"/>
                  <a:pt x="1684242" y="158761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 name="Google Shape;72;p6"/>
          <p:cNvSpPr txBox="1">
            <a:spLocks noGrp="1"/>
          </p:cNvSpPr>
          <p:nvPr>
            <p:ph type="title"/>
          </p:nvPr>
        </p:nvSpPr>
        <p:spPr>
          <a:xfrm>
            <a:off x="883375" y="1004988"/>
            <a:ext cx="2879400" cy="951900"/>
          </a:xfrm>
          <a:prstGeom prst="rect">
            <a:avLst/>
          </a:prstGeom>
        </p:spPr>
        <p:txBody>
          <a:bodyPr spcFirstLastPara="1" wrap="square" lIns="0" tIns="0" rIns="0" bIns="0" anchor="b"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73" name="Google Shape;73;p6"/>
          <p:cNvSpPr txBox="1">
            <a:spLocks noGrp="1"/>
          </p:cNvSpPr>
          <p:nvPr>
            <p:ph type="body" idx="1"/>
          </p:nvPr>
        </p:nvSpPr>
        <p:spPr>
          <a:xfrm>
            <a:off x="883525" y="2078413"/>
            <a:ext cx="2879400" cy="20601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1000"/>
              </a:spcBef>
              <a:spcAft>
                <a:spcPts val="0"/>
              </a:spcAft>
              <a:buSzPts val="2000"/>
              <a:buChar char="✗"/>
              <a:defRPr sz="2000"/>
            </a:lvl2pPr>
            <a:lvl3pPr marL="1371600" lvl="2" indent="-355600" rtl="0">
              <a:spcBef>
                <a:spcPts val="1000"/>
              </a:spcBef>
              <a:spcAft>
                <a:spcPts val="0"/>
              </a:spcAft>
              <a:buSzPts val="2000"/>
              <a:buChar char="■"/>
              <a:defRPr sz="2000"/>
            </a:lvl3pPr>
            <a:lvl4pPr marL="1828800" lvl="3" indent="-355600" rtl="0">
              <a:spcBef>
                <a:spcPts val="1000"/>
              </a:spcBef>
              <a:spcAft>
                <a:spcPts val="0"/>
              </a:spcAft>
              <a:buSzPts val="2000"/>
              <a:buChar char="●"/>
              <a:defRPr sz="2000"/>
            </a:lvl4pPr>
            <a:lvl5pPr marL="2286000" lvl="4" indent="-355600" rtl="0">
              <a:spcBef>
                <a:spcPts val="1000"/>
              </a:spcBef>
              <a:spcAft>
                <a:spcPts val="0"/>
              </a:spcAft>
              <a:buSzPts val="2000"/>
              <a:buChar char="○"/>
              <a:defRPr sz="2000"/>
            </a:lvl5pPr>
            <a:lvl6pPr marL="2743200" lvl="5" indent="-355600" rtl="0">
              <a:spcBef>
                <a:spcPts val="1000"/>
              </a:spcBef>
              <a:spcAft>
                <a:spcPts val="0"/>
              </a:spcAft>
              <a:buSzPts val="2000"/>
              <a:buChar char="■"/>
              <a:defRPr sz="2000"/>
            </a:lvl6pPr>
            <a:lvl7pPr marL="3200400" lvl="6" indent="-355600" rtl="0">
              <a:spcBef>
                <a:spcPts val="1000"/>
              </a:spcBef>
              <a:spcAft>
                <a:spcPts val="0"/>
              </a:spcAft>
              <a:buSzPts val="2000"/>
              <a:buChar char="●"/>
              <a:defRPr sz="2000"/>
            </a:lvl7pPr>
            <a:lvl8pPr marL="3657600" lvl="7" indent="-355600" rtl="0">
              <a:spcBef>
                <a:spcPts val="1000"/>
              </a:spcBef>
              <a:spcAft>
                <a:spcPts val="0"/>
              </a:spcAft>
              <a:buSzPts val="2000"/>
              <a:buChar char="○"/>
              <a:defRPr sz="2000"/>
            </a:lvl8pPr>
            <a:lvl9pPr marL="4114800" lvl="8" indent="-355600" rtl="0">
              <a:spcBef>
                <a:spcPts val="1000"/>
              </a:spcBef>
              <a:spcAft>
                <a:spcPts val="1000"/>
              </a:spcAft>
              <a:buSzPts val="2000"/>
              <a:buChar char="■"/>
              <a:defRPr sz="2000"/>
            </a:lvl9pPr>
          </a:lstStyle>
          <a:p>
            <a:endParaRPr/>
          </a:p>
        </p:txBody>
      </p:sp>
      <p:sp>
        <p:nvSpPr>
          <p:cNvPr id="74" name="Google Shape;74;p6"/>
          <p:cNvSpPr txBox="1">
            <a:spLocks noGrp="1"/>
          </p:cNvSpPr>
          <p:nvPr>
            <p:ph type="sldNum" idx="12"/>
          </p:nvPr>
        </p:nvSpPr>
        <p:spPr>
          <a:xfrm>
            <a:off x="8404375" y="4693376"/>
            <a:ext cx="548700" cy="300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75" name="Google Shape;75;p6"/>
          <p:cNvSpPr/>
          <p:nvPr/>
        </p:nvSpPr>
        <p:spPr>
          <a:xfrm rot="5400000">
            <a:off x="3614542" y="2581686"/>
            <a:ext cx="1377041" cy="66908"/>
          </a:xfrm>
          <a:custGeom>
            <a:avLst/>
            <a:gdLst/>
            <a:ahLst/>
            <a:cxnLst/>
            <a:rect l="l" t="t" r="r" b="b"/>
            <a:pathLst>
              <a:path w="652626" h="31710" extrusionOk="0">
                <a:moveTo>
                  <a:pt x="645179" y="13550"/>
                </a:moveTo>
                <a:cubicBezTo>
                  <a:pt x="432971" y="20774"/>
                  <a:pt x="220527" y="16258"/>
                  <a:pt x="8819" y="23"/>
                </a:cubicBezTo>
                <a:cubicBezTo>
                  <a:pt x="-280" y="-657"/>
                  <a:pt x="-3941" y="13989"/>
                  <a:pt x="5662" y="14712"/>
                </a:cubicBezTo>
                <a:cubicBezTo>
                  <a:pt x="218646" y="31045"/>
                  <a:pt x="432371" y="35612"/>
                  <a:pt x="645859" y="28393"/>
                </a:cubicBezTo>
                <a:cubicBezTo>
                  <a:pt x="655067" y="28043"/>
                  <a:pt x="654914" y="13178"/>
                  <a:pt x="645179" y="1355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 name="Google Shape;76;p6"/>
          <p:cNvSpPr/>
          <p:nvPr/>
        </p:nvSpPr>
        <p:spPr>
          <a:xfrm rot="5400000">
            <a:off x="4155556" y="3522879"/>
            <a:ext cx="263959" cy="31226"/>
          </a:xfrm>
          <a:custGeom>
            <a:avLst/>
            <a:gdLst/>
            <a:ahLst/>
            <a:cxnLst/>
            <a:rect l="l" t="t" r="r" b="b"/>
            <a:pathLst>
              <a:path w="125099" h="14799" extrusionOk="0">
                <a:moveTo>
                  <a:pt x="117661" y="0"/>
                </a:moveTo>
                <a:lnTo>
                  <a:pt x="6833" y="0"/>
                </a:lnTo>
                <a:cubicBezTo>
                  <a:pt x="-2463" y="0"/>
                  <a:pt x="-2288" y="14799"/>
                  <a:pt x="7446" y="14799"/>
                </a:cubicBezTo>
                <a:lnTo>
                  <a:pt x="118275" y="14799"/>
                </a:lnTo>
                <a:cubicBezTo>
                  <a:pt x="127571" y="14887"/>
                  <a:pt x="127374" y="0"/>
                  <a:pt x="117661"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 name="Google Shape;77;p6"/>
          <p:cNvSpPr/>
          <p:nvPr/>
        </p:nvSpPr>
        <p:spPr>
          <a:xfrm rot="10800000">
            <a:off x="542537" y="4490175"/>
            <a:ext cx="290374" cy="231224"/>
          </a:xfrm>
          <a:custGeom>
            <a:avLst/>
            <a:gdLst/>
            <a:ahLst/>
            <a:cxnLst/>
            <a:rect l="l" t="t" r="r" b="b"/>
            <a:pathLst>
              <a:path w="137618" h="109585" extrusionOk="0">
                <a:moveTo>
                  <a:pt x="136999" y="99882"/>
                </a:moveTo>
                <a:cubicBezTo>
                  <a:pt x="113869" y="47085"/>
                  <a:pt x="65635" y="9548"/>
                  <a:pt x="8785" y="104"/>
                </a:cubicBezTo>
                <a:cubicBezTo>
                  <a:pt x="-292" y="-1365"/>
                  <a:pt x="-3910" y="13258"/>
                  <a:pt x="5627" y="14771"/>
                </a:cubicBezTo>
                <a:cubicBezTo>
                  <a:pt x="57435" y="23274"/>
                  <a:pt x="101482" y="57237"/>
                  <a:pt x="122902" y="105166"/>
                </a:cubicBezTo>
                <a:cubicBezTo>
                  <a:pt x="126738" y="113936"/>
                  <a:pt x="140705" y="108323"/>
                  <a:pt x="136999" y="9988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 name="Google Shape;78;p6"/>
          <p:cNvSpPr/>
          <p:nvPr/>
        </p:nvSpPr>
        <p:spPr>
          <a:xfrm rot="5130764">
            <a:off x="247642" y="411835"/>
            <a:ext cx="745888" cy="775329"/>
          </a:xfrm>
          <a:custGeom>
            <a:avLst/>
            <a:gdLst/>
            <a:ahLst/>
            <a:cxnLst/>
            <a:rect l="l" t="t" r="r" b="b"/>
            <a:pathLst>
              <a:path w="353675" h="367635" extrusionOk="0">
                <a:moveTo>
                  <a:pt x="349850" y="316408"/>
                </a:moveTo>
                <a:cubicBezTo>
                  <a:pt x="344216" y="307967"/>
                  <a:pt x="337265" y="300140"/>
                  <a:pt x="331061" y="292094"/>
                </a:cubicBezTo>
                <a:cubicBezTo>
                  <a:pt x="325295" y="284639"/>
                  <a:pt x="312907" y="293387"/>
                  <a:pt x="318542" y="300688"/>
                </a:cubicBezTo>
                <a:cubicBezTo>
                  <a:pt x="320142" y="302661"/>
                  <a:pt x="330951" y="317022"/>
                  <a:pt x="332574" y="318447"/>
                </a:cubicBezTo>
                <a:cubicBezTo>
                  <a:pt x="270198" y="313689"/>
                  <a:pt x="197781" y="305292"/>
                  <a:pt x="142554" y="274598"/>
                </a:cubicBezTo>
                <a:cubicBezTo>
                  <a:pt x="87348" y="239760"/>
                  <a:pt x="52202" y="175937"/>
                  <a:pt x="31747" y="115404"/>
                </a:cubicBezTo>
                <a:cubicBezTo>
                  <a:pt x="20542" y="80171"/>
                  <a:pt x="14804" y="43432"/>
                  <a:pt x="14733" y="6461"/>
                </a:cubicBezTo>
                <a:cubicBezTo>
                  <a:pt x="14733" y="-3318"/>
                  <a:pt x="-44" y="-1323"/>
                  <a:pt x="0" y="7930"/>
                </a:cubicBezTo>
                <a:cubicBezTo>
                  <a:pt x="1184" y="107971"/>
                  <a:pt x="41065" y="213209"/>
                  <a:pt x="119862" y="277470"/>
                </a:cubicBezTo>
                <a:cubicBezTo>
                  <a:pt x="177501" y="318403"/>
                  <a:pt x="263467" y="328116"/>
                  <a:pt x="332705" y="333158"/>
                </a:cubicBezTo>
                <a:cubicBezTo>
                  <a:pt x="322510" y="340196"/>
                  <a:pt x="316437" y="346182"/>
                  <a:pt x="307470" y="353702"/>
                </a:cubicBezTo>
                <a:cubicBezTo>
                  <a:pt x="300301" y="359863"/>
                  <a:pt x="307821" y="372250"/>
                  <a:pt x="315275" y="365848"/>
                </a:cubicBezTo>
                <a:lnTo>
                  <a:pt x="340028" y="344647"/>
                </a:lnTo>
                <a:cubicBezTo>
                  <a:pt x="350048" y="337171"/>
                  <a:pt x="359037" y="328927"/>
                  <a:pt x="349850" y="31640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79;p6"/>
          <p:cNvSpPr/>
          <p:nvPr/>
        </p:nvSpPr>
        <p:spPr>
          <a:xfrm>
            <a:off x="2994774" y="300554"/>
            <a:ext cx="200902" cy="172792"/>
          </a:xfrm>
          <a:custGeom>
            <a:avLst/>
            <a:gdLst/>
            <a:ahLst/>
            <a:cxnLst/>
            <a:rect l="l" t="t" r="r" b="b"/>
            <a:pathLst>
              <a:path w="95214" h="81892" extrusionOk="0">
                <a:moveTo>
                  <a:pt x="92489" y="65480"/>
                </a:moveTo>
                <a:lnTo>
                  <a:pt x="61028" y="43753"/>
                </a:lnTo>
                <a:cubicBezTo>
                  <a:pt x="70521" y="33157"/>
                  <a:pt x="80036" y="22580"/>
                  <a:pt x="89530" y="12028"/>
                </a:cubicBezTo>
                <a:cubicBezTo>
                  <a:pt x="96107" y="4771"/>
                  <a:pt x="85145" y="-4635"/>
                  <a:pt x="78567" y="2600"/>
                </a:cubicBezTo>
                <a:lnTo>
                  <a:pt x="48991" y="35487"/>
                </a:lnTo>
                <a:lnTo>
                  <a:pt x="12684" y="10383"/>
                </a:lnTo>
                <a:cubicBezTo>
                  <a:pt x="5098" y="5144"/>
                  <a:pt x="-4856" y="16610"/>
                  <a:pt x="2687" y="21872"/>
                </a:cubicBezTo>
                <a:lnTo>
                  <a:pt x="38796" y="46844"/>
                </a:lnTo>
                <a:lnTo>
                  <a:pt x="18275" y="69865"/>
                </a:lnTo>
                <a:cubicBezTo>
                  <a:pt x="11697" y="77122"/>
                  <a:pt x="22660" y="86527"/>
                  <a:pt x="29237" y="79292"/>
                </a:cubicBezTo>
                <a:lnTo>
                  <a:pt x="50942" y="55175"/>
                </a:lnTo>
                <a:lnTo>
                  <a:pt x="82601" y="77100"/>
                </a:lnTo>
                <a:cubicBezTo>
                  <a:pt x="90078" y="82296"/>
                  <a:pt x="100119" y="70829"/>
                  <a:pt x="92489" y="6548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80;p6"/>
          <p:cNvSpPr/>
          <p:nvPr/>
        </p:nvSpPr>
        <p:spPr>
          <a:xfrm>
            <a:off x="1495696" y="4628071"/>
            <a:ext cx="851649" cy="155161"/>
          </a:xfrm>
          <a:custGeom>
            <a:avLst/>
            <a:gdLst/>
            <a:ahLst/>
            <a:cxnLst/>
            <a:rect l="l" t="t" r="r" b="b"/>
            <a:pathLst>
              <a:path w="403625" h="73536" extrusionOk="0">
                <a:moveTo>
                  <a:pt x="402034" y="57995"/>
                </a:moveTo>
                <a:cubicBezTo>
                  <a:pt x="349920" y="-4643"/>
                  <a:pt x="347223" y="-12273"/>
                  <a:pt x="293815" y="54948"/>
                </a:cubicBezTo>
                <a:cubicBezTo>
                  <a:pt x="244682" y="-17404"/>
                  <a:pt x="251829" y="2986"/>
                  <a:pt x="191361" y="49225"/>
                </a:cubicBezTo>
                <a:cubicBezTo>
                  <a:pt x="145320" y="-15189"/>
                  <a:pt x="150911" y="-15343"/>
                  <a:pt x="96669" y="42648"/>
                </a:cubicBezTo>
                <a:cubicBezTo>
                  <a:pt x="86321" y="25893"/>
                  <a:pt x="71785" y="12113"/>
                  <a:pt x="54508" y="2657"/>
                </a:cubicBezTo>
                <a:cubicBezTo>
                  <a:pt x="43897" y="-1442"/>
                  <a:pt x="13290" y="41442"/>
                  <a:pt x="2152" y="49554"/>
                </a:cubicBezTo>
                <a:cubicBezTo>
                  <a:pt x="-4644" y="56548"/>
                  <a:pt x="6230" y="65932"/>
                  <a:pt x="12983" y="58982"/>
                </a:cubicBezTo>
                <a:lnTo>
                  <a:pt x="52009" y="18838"/>
                </a:lnTo>
                <a:cubicBezTo>
                  <a:pt x="82462" y="34426"/>
                  <a:pt x="86825" y="72531"/>
                  <a:pt x="100243" y="59552"/>
                </a:cubicBezTo>
                <a:lnTo>
                  <a:pt x="120852" y="38307"/>
                </a:lnTo>
                <a:cubicBezTo>
                  <a:pt x="130455" y="27871"/>
                  <a:pt x="145298" y="3447"/>
                  <a:pt x="155800" y="26621"/>
                </a:cubicBezTo>
                <a:cubicBezTo>
                  <a:pt x="197105" y="84085"/>
                  <a:pt x="181473" y="72663"/>
                  <a:pt x="233785" y="33330"/>
                </a:cubicBezTo>
                <a:cubicBezTo>
                  <a:pt x="249659" y="14036"/>
                  <a:pt x="257223" y="29405"/>
                  <a:pt x="267264" y="44731"/>
                </a:cubicBezTo>
                <a:lnTo>
                  <a:pt x="286843" y="71040"/>
                </a:lnTo>
                <a:cubicBezTo>
                  <a:pt x="300195" y="86058"/>
                  <a:pt x="326855" y="28594"/>
                  <a:pt x="341106" y="23990"/>
                </a:cubicBezTo>
                <a:cubicBezTo>
                  <a:pt x="357462" y="17522"/>
                  <a:pt x="377238" y="56614"/>
                  <a:pt x="389493" y="66611"/>
                </a:cubicBezTo>
                <a:cubicBezTo>
                  <a:pt x="395632" y="73671"/>
                  <a:pt x="408020" y="64945"/>
                  <a:pt x="402034" y="5799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81;p6"/>
          <p:cNvSpPr/>
          <p:nvPr/>
        </p:nvSpPr>
        <p:spPr>
          <a:xfrm rot="10800000">
            <a:off x="545766" y="4680253"/>
            <a:ext cx="132428" cy="91243"/>
          </a:xfrm>
          <a:custGeom>
            <a:avLst/>
            <a:gdLst/>
            <a:ahLst/>
            <a:cxnLst/>
            <a:rect l="l" t="t" r="r" b="b"/>
            <a:pathLst>
              <a:path w="62762" h="43243" extrusionOk="0">
                <a:moveTo>
                  <a:pt x="60351" y="30032"/>
                </a:moveTo>
                <a:cubicBezTo>
                  <a:pt x="45705" y="17367"/>
                  <a:pt x="28955" y="7372"/>
                  <a:pt x="10845" y="500"/>
                </a:cubicBezTo>
                <a:cubicBezTo>
                  <a:pt x="2273" y="-2745"/>
                  <a:pt x="-4765" y="10739"/>
                  <a:pt x="4092" y="14093"/>
                </a:cubicBezTo>
                <a:cubicBezTo>
                  <a:pt x="20996" y="20446"/>
                  <a:pt x="36672" y="29731"/>
                  <a:pt x="50353" y="41521"/>
                </a:cubicBezTo>
                <a:cubicBezTo>
                  <a:pt x="57413" y="47594"/>
                  <a:pt x="67410" y="36127"/>
                  <a:pt x="60351" y="3003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82"/>
        <p:cNvGrpSpPr/>
        <p:nvPr/>
      </p:nvGrpSpPr>
      <p:grpSpPr>
        <a:xfrm>
          <a:off x="0" y="0"/>
          <a:ext cx="0" cy="0"/>
          <a:chOff x="0" y="0"/>
          <a:chExt cx="0" cy="0"/>
        </a:xfrm>
      </p:grpSpPr>
      <p:sp>
        <p:nvSpPr>
          <p:cNvPr id="83" name="Google Shape;83;p7"/>
          <p:cNvSpPr/>
          <p:nvPr/>
        </p:nvSpPr>
        <p:spPr>
          <a:xfrm rot="-884877">
            <a:off x="7997294" y="3564834"/>
            <a:ext cx="912816" cy="928284"/>
          </a:xfrm>
          <a:custGeom>
            <a:avLst/>
            <a:gdLst/>
            <a:ahLst/>
            <a:cxnLst/>
            <a:rect l="l" t="t" r="r" b="b"/>
            <a:pathLst>
              <a:path w="549996" h="559316" extrusionOk="0">
                <a:moveTo>
                  <a:pt x="536665" y="198722"/>
                </a:moveTo>
                <a:cubicBezTo>
                  <a:pt x="507988" y="55467"/>
                  <a:pt x="324589" y="-49573"/>
                  <a:pt x="179295" y="24291"/>
                </a:cubicBezTo>
                <a:cubicBezTo>
                  <a:pt x="17974" y="106420"/>
                  <a:pt x="-81169" y="375917"/>
                  <a:pt x="88111" y="512244"/>
                </a:cubicBezTo>
                <a:cubicBezTo>
                  <a:pt x="141168" y="554536"/>
                  <a:pt x="210888" y="558504"/>
                  <a:pt x="276092" y="557584"/>
                </a:cubicBezTo>
                <a:cubicBezTo>
                  <a:pt x="484178" y="579947"/>
                  <a:pt x="588999" y="381814"/>
                  <a:pt x="536665" y="19872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 name="Google Shape;84;p7"/>
          <p:cNvSpPr/>
          <p:nvPr/>
        </p:nvSpPr>
        <p:spPr>
          <a:xfrm>
            <a:off x="642525" y="331773"/>
            <a:ext cx="6943343" cy="927756"/>
          </a:xfrm>
          <a:custGeom>
            <a:avLst/>
            <a:gdLst/>
            <a:ahLst/>
            <a:cxnLst/>
            <a:rect l="l" t="t" r="r" b="b"/>
            <a:pathLst>
              <a:path w="3290684" h="399035" extrusionOk="0">
                <a:moveTo>
                  <a:pt x="3288221" y="146895"/>
                </a:moveTo>
                <a:cubicBezTo>
                  <a:pt x="3288879" y="83708"/>
                  <a:pt x="3268160" y="25739"/>
                  <a:pt x="3196488" y="21201"/>
                </a:cubicBezTo>
                <a:cubicBezTo>
                  <a:pt x="2907830" y="16005"/>
                  <a:pt x="2618711" y="18197"/>
                  <a:pt x="2329921" y="14777"/>
                </a:cubicBezTo>
                <a:cubicBezTo>
                  <a:pt x="1580495" y="9866"/>
                  <a:pt x="931222" y="0"/>
                  <a:pt x="181841" y="0"/>
                </a:cubicBezTo>
                <a:cubicBezTo>
                  <a:pt x="-44245" y="0"/>
                  <a:pt x="4866" y="162044"/>
                  <a:pt x="3813" y="206244"/>
                </a:cubicBezTo>
                <a:cubicBezTo>
                  <a:pt x="-6272" y="347395"/>
                  <a:pt x="64456" y="394927"/>
                  <a:pt x="198174" y="383395"/>
                </a:cubicBezTo>
                <a:lnTo>
                  <a:pt x="1064019" y="387780"/>
                </a:lnTo>
                <a:lnTo>
                  <a:pt x="2795708" y="396549"/>
                </a:lnTo>
                <a:cubicBezTo>
                  <a:pt x="2909277" y="397119"/>
                  <a:pt x="3023284" y="400671"/>
                  <a:pt x="3136832" y="398128"/>
                </a:cubicBezTo>
                <a:cubicBezTo>
                  <a:pt x="3275790" y="400627"/>
                  <a:pt x="3299512" y="257767"/>
                  <a:pt x="3288221" y="14689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 name="Google Shape;85;p7"/>
          <p:cNvSpPr/>
          <p:nvPr/>
        </p:nvSpPr>
        <p:spPr>
          <a:xfrm>
            <a:off x="368194" y="422127"/>
            <a:ext cx="8379859" cy="4302579"/>
          </a:xfrm>
          <a:custGeom>
            <a:avLst/>
            <a:gdLst/>
            <a:ahLst/>
            <a:cxnLst/>
            <a:rect l="l" t="t" r="r" b="b"/>
            <a:pathLst>
              <a:path w="3971497" h="2039137" extrusionOk="0">
                <a:moveTo>
                  <a:pt x="3947725" y="299512"/>
                </a:moveTo>
                <a:cubicBezTo>
                  <a:pt x="3924134" y="113307"/>
                  <a:pt x="3885284" y="33501"/>
                  <a:pt x="3686450" y="8902"/>
                </a:cubicBezTo>
                <a:cubicBezTo>
                  <a:pt x="3601997" y="-3398"/>
                  <a:pt x="3538196" y="330"/>
                  <a:pt x="3453085" y="1250"/>
                </a:cubicBezTo>
                <a:cubicBezTo>
                  <a:pt x="2545650" y="21443"/>
                  <a:pt x="1638390" y="51765"/>
                  <a:pt x="731371" y="878"/>
                </a:cubicBezTo>
                <a:cubicBezTo>
                  <a:pt x="642467" y="-87"/>
                  <a:pt x="553519" y="1250"/>
                  <a:pt x="464769" y="6534"/>
                </a:cubicBezTo>
                <a:cubicBezTo>
                  <a:pt x="385183" y="11292"/>
                  <a:pt x="302374" y="15304"/>
                  <a:pt x="224563" y="33743"/>
                </a:cubicBezTo>
                <a:cubicBezTo>
                  <a:pt x="159908" y="49090"/>
                  <a:pt x="106653" y="83204"/>
                  <a:pt x="86570" y="149329"/>
                </a:cubicBezTo>
                <a:cubicBezTo>
                  <a:pt x="9067" y="671747"/>
                  <a:pt x="-7925" y="1209227"/>
                  <a:pt x="2994" y="1737127"/>
                </a:cubicBezTo>
                <a:cubicBezTo>
                  <a:pt x="7729" y="2035301"/>
                  <a:pt x="225024" y="2012784"/>
                  <a:pt x="454881" y="2012828"/>
                </a:cubicBezTo>
                <a:cubicBezTo>
                  <a:pt x="1452075" y="2021379"/>
                  <a:pt x="2463170" y="2030543"/>
                  <a:pt x="3459136" y="2039138"/>
                </a:cubicBezTo>
                <a:cubicBezTo>
                  <a:pt x="3468432" y="2039138"/>
                  <a:pt x="3468235" y="2024426"/>
                  <a:pt x="3458544" y="2024339"/>
                </a:cubicBezTo>
                <a:cubicBezTo>
                  <a:pt x="2395752" y="2013552"/>
                  <a:pt x="1331030" y="2008487"/>
                  <a:pt x="268237" y="1995157"/>
                </a:cubicBezTo>
                <a:cubicBezTo>
                  <a:pt x="201871" y="1991167"/>
                  <a:pt x="129981" y="1978933"/>
                  <a:pt x="80870" y="1929997"/>
                </a:cubicBezTo>
                <a:cubicBezTo>
                  <a:pt x="27856" y="1877181"/>
                  <a:pt x="19898" y="1797332"/>
                  <a:pt x="17289" y="1726406"/>
                </a:cubicBezTo>
                <a:cubicBezTo>
                  <a:pt x="11150" y="1553355"/>
                  <a:pt x="12904" y="1379647"/>
                  <a:pt x="17289" y="1206596"/>
                </a:cubicBezTo>
                <a:cubicBezTo>
                  <a:pt x="24962" y="897125"/>
                  <a:pt x="46317" y="588368"/>
                  <a:pt x="81352" y="280328"/>
                </a:cubicBezTo>
                <a:cubicBezTo>
                  <a:pt x="89990" y="206026"/>
                  <a:pt x="89333" y="112868"/>
                  <a:pt x="163591" y="71825"/>
                </a:cubicBezTo>
                <a:cubicBezTo>
                  <a:pt x="194285" y="54286"/>
                  <a:pt x="229825" y="46349"/>
                  <a:pt x="264444" y="40978"/>
                </a:cubicBezTo>
                <a:cubicBezTo>
                  <a:pt x="347341" y="28174"/>
                  <a:pt x="431728" y="22408"/>
                  <a:pt x="515502" y="18746"/>
                </a:cubicBezTo>
                <a:cubicBezTo>
                  <a:pt x="692894" y="11029"/>
                  <a:pt x="870483" y="17869"/>
                  <a:pt x="1047743" y="26113"/>
                </a:cubicBezTo>
                <a:cubicBezTo>
                  <a:pt x="1755029" y="63845"/>
                  <a:pt x="2462863" y="37711"/>
                  <a:pt x="3170346" y="20654"/>
                </a:cubicBezTo>
                <a:cubicBezTo>
                  <a:pt x="3346028" y="20478"/>
                  <a:pt x="3500947" y="3289"/>
                  <a:pt x="3675948" y="22605"/>
                </a:cubicBezTo>
                <a:cubicBezTo>
                  <a:pt x="3819576" y="42556"/>
                  <a:pt x="3893001" y="73821"/>
                  <a:pt x="3920034" y="229880"/>
                </a:cubicBezTo>
                <a:cubicBezTo>
                  <a:pt x="4003348" y="663591"/>
                  <a:pt x="3918609" y="1093707"/>
                  <a:pt x="3926392" y="1543489"/>
                </a:cubicBezTo>
                <a:cubicBezTo>
                  <a:pt x="3926568" y="1553092"/>
                  <a:pt x="3940665" y="1547436"/>
                  <a:pt x="3940490" y="1538337"/>
                </a:cubicBezTo>
                <a:cubicBezTo>
                  <a:pt x="3933321" y="1127383"/>
                  <a:pt x="4008215" y="711694"/>
                  <a:pt x="3947725" y="29951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 name="Google Shape;86;p7"/>
          <p:cNvSpPr txBox="1">
            <a:spLocks noGrp="1"/>
          </p:cNvSpPr>
          <p:nvPr>
            <p:ph type="title"/>
          </p:nvPr>
        </p:nvSpPr>
        <p:spPr>
          <a:xfrm>
            <a:off x="883375" y="683600"/>
            <a:ext cx="6426300" cy="396300"/>
          </a:xfrm>
          <a:prstGeom prst="rect">
            <a:avLst/>
          </a:prstGeom>
        </p:spPr>
        <p:txBody>
          <a:bodyPr spcFirstLastPara="1" wrap="square" lIns="0" tIns="0" rIns="0" bIns="0" anchor="ctr"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87" name="Google Shape;87;p7"/>
          <p:cNvSpPr txBox="1">
            <a:spLocks noGrp="1"/>
          </p:cNvSpPr>
          <p:nvPr>
            <p:ph type="body" idx="1"/>
          </p:nvPr>
        </p:nvSpPr>
        <p:spPr>
          <a:xfrm>
            <a:off x="1188175" y="1506350"/>
            <a:ext cx="3002700" cy="27621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1000"/>
              </a:spcBef>
              <a:spcAft>
                <a:spcPts val="0"/>
              </a:spcAft>
              <a:buSzPts val="2000"/>
              <a:buChar char="✗"/>
              <a:defRPr sz="2000"/>
            </a:lvl2pPr>
            <a:lvl3pPr marL="1371600" lvl="2" indent="-355600" rtl="0">
              <a:spcBef>
                <a:spcPts val="1000"/>
              </a:spcBef>
              <a:spcAft>
                <a:spcPts val="0"/>
              </a:spcAft>
              <a:buSzPts val="2000"/>
              <a:buChar char="■"/>
              <a:defRPr sz="2000"/>
            </a:lvl3pPr>
            <a:lvl4pPr marL="1828800" lvl="3" indent="-355600" rtl="0">
              <a:spcBef>
                <a:spcPts val="1000"/>
              </a:spcBef>
              <a:spcAft>
                <a:spcPts val="0"/>
              </a:spcAft>
              <a:buSzPts val="2000"/>
              <a:buChar char="●"/>
              <a:defRPr sz="2000"/>
            </a:lvl4pPr>
            <a:lvl5pPr marL="2286000" lvl="4" indent="-355600" rtl="0">
              <a:spcBef>
                <a:spcPts val="1000"/>
              </a:spcBef>
              <a:spcAft>
                <a:spcPts val="0"/>
              </a:spcAft>
              <a:buSzPts val="2000"/>
              <a:buChar char="○"/>
              <a:defRPr sz="2000"/>
            </a:lvl5pPr>
            <a:lvl6pPr marL="2743200" lvl="5" indent="-355600" rtl="0">
              <a:spcBef>
                <a:spcPts val="1000"/>
              </a:spcBef>
              <a:spcAft>
                <a:spcPts val="0"/>
              </a:spcAft>
              <a:buSzPts val="2000"/>
              <a:buChar char="■"/>
              <a:defRPr sz="2000"/>
            </a:lvl6pPr>
            <a:lvl7pPr marL="3200400" lvl="6" indent="-355600" rtl="0">
              <a:spcBef>
                <a:spcPts val="1000"/>
              </a:spcBef>
              <a:spcAft>
                <a:spcPts val="0"/>
              </a:spcAft>
              <a:buSzPts val="2000"/>
              <a:buChar char="●"/>
              <a:defRPr sz="2000"/>
            </a:lvl7pPr>
            <a:lvl8pPr marL="3657600" lvl="7" indent="-355600" rtl="0">
              <a:spcBef>
                <a:spcPts val="1000"/>
              </a:spcBef>
              <a:spcAft>
                <a:spcPts val="0"/>
              </a:spcAft>
              <a:buSzPts val="2000"/>
              <a:buChar char="○"/>
              <a:defRPr sz="2000"/>
            </a:lvl8pPr>
            <a:lvl9pPr marL="4114800" lvl="8" indent="-355600" rtl="0">
              <a:spcBef>
                <a:spcPts val="1000"/>
              </a:spcBef>
              <a:spcAft>
                <a:spcPts val="1000"/>
              </a:spcAft>
              <a:buSzPts val="2000"/>
              <a:buChar char="■"/>
              <a:defRPr sz="2000"/>
            </a:lvl9pPr>
          </a:lstStyle>
          <a:p>
            <a:endParaRPr/>
          </a:p>
        </p:txBody>
      </p:sp>
      <p:sp>
        <p:nvSpPr>
          <p:cNvPr id="88" name="Google Shape;88;p7"/>
          <p:cNvSpPr txBox="1">
            <a:spLocks noGrp="1"/>
          </p:cNvSpPr>
          <p:nvPr>
            <p:ph type="body" idx="2"/>
          </p:nvPr>
        </p:nvSpPr>
        <p:spPr>
          <a:xfrm>
            <a:off x="4611864" y="1506350"/>
            <a:ext cx="3002700" cy="2762100"/>
          </a:xfrm>
          <a:prstGeom prst="rect">
            <a:avLst/>
          </a:prstGeom>
        </p:spPr>
        <p:txBody>
          <a:bodyPr spcFirstLastPara="1" wrap="square" lIns="0" tIns="0" rIns="0" bIns="0" anchor="t" anchorCtr="0">
            <a:noAutofit/>
          </a:bodyPr>
          <a:lstStyle>
            <a:lvl1pPr marL="457200" lvl="0" indent="-355600" rtl="0">
              <a:spcBef>
                <a:spcPts val="0"/>
              </a:spcBef>
              <a:spcAft>
                <a:spcPts val="0"/>
              </a:spcAft>
              <a:buSzPts val="2000"/>
              <a:buChar char="✗"/>
              <a:defRPr sz="2000"/>
            </a:lvl1pPr>
            <a:lvl2pPr marL="914400" lvl="1" indent="-355600" rtl="0">
              <a:spcBef>
                <a:spcPts val="1000"/>
              </a:spcBef>
              <a:spcAft>
                <a:spcPts val="0"/>
              </a:spcAft>
              <a:buSzPts val="2000"/>
              <a:buChar char="✗"/>
              <a:defRPr sz="2000"/>
            </a:lvl2pPr>
            <a:lvl3pPr marL="1371600" lvl="2" indent="-355600" rtl="0">
              <a:spcBef>
                <a:spcPts val="1000"/>
              </a:spcBef>
              <a:spcAft>
                <a:spcPts val="0"/>
              </a:spcAft>
              <a:buSzPts val="2000"/>
              <a:buChar char="■"/>
              <a:defRPr sz="2000"/>
            </a:lvl3pPr>
            <a:lvl4pPr marL="1828800" lvl="3" indent="-355600" rtl="0">
              <a:spcBef>
                <a:spcPts val="1000"/>
              </a:spcBef>
              <a:spcAft>
                <a:spcPts val="0"/>
              </a:spcAft>
              <a:buSzPts val="2000"/>
              <a:buChar char="●"/>
              <a:defRPr sz="2000"/>
            </a:lvl4pPr>
            <a:lvl5pPr marL="2286000" lvl="4" indent="-355600" rtl="0">
              <a:spcBef>
                <a:spcPts val="1000"/>
              </a:spcBef>
              <a:spcAft>
                <a:spcPts val="0"/>
              </a:spcAft>
              <a:buSzPts val="2000"/>
              <a:buChar char="○"/>
              <a:defRPr sz="2000"/>
            </a:lvl5pPr>
            <a:lvl6pPr marL="2743200" lvl="5" indent="-355600" rtl="0">
              <a:spcBef>
                <a:spcPts val="1000"/>
              </a:spcBef>
              <a:spcAft>
                <a:spcPts val="0"/>
              </a:spcAft>
              <a:buSzPts val="2000"/>
              <a:buChar char="■"/>
              <a:defRPr sz="2000"/>
            </a:lvl6pPr>
            <a:lvl7pPr marL="3200400" lvl="6" indent="-355600" rtl="0">
              <a:spcBef>
                <a:spcPts val="1000"/>
              </a:spcBef>
              <a:spcAft>
                <a:spcPts val="0"/>
              </a:spcAft>
              <a:buSzPts val="2000"/>
              <a:buChar char="●"/>
              <a:defRPr sz="2000"/>
            </a:lvl7pPr>
            <a:lvl8pPr marL="3657600" lvl="7" indent="-355600" rtl="0">
              <a:spcBef>
                <a:spcPts val="1000"/>
              </a:spcBef>
              <a:spcAft>
                <a:spcPts val="0"/>
              </a:spcAft>
              <a:buSzPts val="2000"/>
              <a:buChar char="○"/>
              <a:defRPr sz="2000"/>
            </a:lvl8pPr>
            <a:lvl9pPr marL="4114800" lvl="8" indent="-355600" rtl="0">
              <a:spcBef>
                <a:spcPts val="1000"/>
              </a:spcBef>
              <a:spcAft>
                <a:spcPts val="1000"/>
              </a:spcAft>
              <a:buSzPts val="2000"/>
              <a:buChar char="■"/>
              <a:defRPr sz="2000"/>
            </a:lvl9pPr>
          </a:lstStyle>
          <a:p>
            <a:endParaRPr/>
          </a:p>
        </p:txBody>
      </p:sp>
      <p:sp>
        <p:nvSpPr>
          <p:cNvPr id="89" name="Google Shape;89;p7"/>
          <p:cNvSpPr txBox="1">
            <a:spLocks noGrp="1"/>
          </p:cNvSpPr>
          <p:nvPr>
            <p:ph type="sldNum" idx="12"/>
          </p:nvPr>
        </p:nvSpPr>
        <p:spPr>
          <a:xfrm>
            <a:off x="8404375" y="4693376"/>
            <a:ext cx="548700" cy="300300"/>
          </a:xfrm>
          <a:prstGeom prst="rect">
            <a:avLst/>
          </a:prstGeom>
        </p:spPr>
        <p:txBody>
          <a:bodyPr spcFirstLastPara="1" wrap="square" lIns="0" tIns="0" rIns="0" bIns="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90" name="Google Shape;90;p7"/>
          <p:cNvSpPr/>
          <p:nvPr/>
        </p:nvSpPr>
        <p:spPr>
          <a:xfrm>
            <a:off x="8138824" y="237026"/>
            <a:ext cx="739006" cy="927984"/>
          </a:xfrm>
          <a:custGeom>
            <a:avLst/>
            <a:gdLst/>
            <a:ahLst/>
            <a:cxnLst/>
            <a:rect l="l" t="t" r="r" b="b"/>
            <a:pathLst>
              <a:path w="385904" h="484587" extrusionOk="0">
                <a:moveTo>
                  <a:pt x="316148" y="219239"/>
                </a:moveTo>
                <a:cubicBezTo>
                  <a:pt x="261491" y="116194"/>
                  <a:pt x="157744" y="32311"/>
                  <a:pt x="38101" y="26786"/>
                </a:cubicBezTo>
                <a:cubicBezTo>
                  <a:pt x="47463" y="22510"/>
                  <a:pt x="56935" y="18432"/>
                  <a:pt x="66471" y="14530"/>
                </a:cubicBezTo>
                <a:cubicBezTo>
                  <a:pt x="75241" y="10978"/>
                  <a:pt x="71273" y="-3010"/>
                  <a:pt x="62086" y="586"/>
                </a:cubicBezTo>
                <a:cubicBezTo>
                  <a:pt x="42552" y="8566"/>
                  <a:pt x="23390" y="17336"/>
                  <a:pt x="4578" y="26895"/>
                </a:cubicBezTo>
                <a:cubicBezTo>
                  <a:pt x="-2854" y="30645"/>
                  <a:pt x="-508" y="42440"/>
                  <a:pt x="6398" y="41585"/>
                </a:cubicBezTo>
                <a:cubicBezTo>
                  <a:pt x="7473" y="41870"/>
                  <a:pt x="8591" y="41957"/>
                  <a:pt x="9709" y="41826"/>
                </a:cubicBezTo>
                <a:cubicBezTo>
                  <a:pt x="22162" y="48710"/>
                  <a:pt x="33190" y="57875"/>
                  <a:pt x="42267" y="68837"/>
                </a:cubicBezTo>
                <a:cubicBezTo>
                  <a:pt x="48231" y="76094"/>
                  <a:pt x="60618" y="67368"/>
                  <a:pt x="54786" y="60265"/>
                </a:cubicBezTo>
                <a:cubicBezTo>
                  <a:pt x="49217" y="53468"/>
                  <a:pt x="42990" y="47241"/>
                  <a:pt x="36216" y="41650"/>
                </a:cubicBezTo>
                <a:cubicBezTo>
                  <a:pt x="257544" y="58730"/>
                  <a:pt x="357411" y="281133"/>
                  <a:pt x="371135" y="478147"/>
                </a:cubicBezTo>
                <a:cubicBezTo>
                  <a:pt x="372034" y="487859"/>
                  <a:pt x="386723" y="485952"/>
                  <a:pt x="385869" y="476678"/>
                </a:cubicBezTo>
                <a:cubicBezTo>
                  <a:pt x="377756" y="387730"/>
                  <a:pt x="358704" y="298409"/>
                  <a:pt x="316148" y="2192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 name="Google Shape;91;p7"/>
          <p:cNvSpPr/>
          <p:nvPr/>
        </p:nvSpPr>
        <p:spPr>
          <a:xfrm>
            <a:off x="8547668" y="2847045"/>
            <a:ext cx="262123" cy="231108"/>
          </a:xfrm>
          <a:custGeom>
            <a:avLst/>
            <a:gdLst/>
            <a:ahLst/>
            <a:cxnLst/>
            <a:rect l="l" t="t" r="r" b="b"/>
            <a:pathLst>
              <a:path w="124229" h="109530" extrusionOk="0">
                <a:moveTo>
                  <a:pt x="79291" y="1720"/>
                </a:moveTo>
                <a:cubicBezTo>
                  <a:pt x="8212" y="-15360"/>
                  <a:pt x="-40965" y="100205"/>
                  <a:pt x="47829" y="108799"/>
                </a:cubicBezTo>
                <a:cubicBezTo>
                  <a:pt x="119983" y="119191"/>
                  <a:pt x="160785" y="15554"/>
                  <a:pt x="79291" y="1720"/>
                </a:cubicBezTo>
                <a:close/>
                <a:moveTo>
                  <a:pt x="106609" y="64095"/>
                </a:moveTo>
                <a:cubicBezTo>
                  <a:pt x="93827" y="96675"/>
                  <a:pt x="39761" y="106168"/>
                  <a:pt x="18275" y="78083"/>
                </a:cubicBezTo>
                <a:cubicBezTo>
                  <a:pt x="2292" y="46095"/>
                  <a:pt x="38489" y="11651"/>
                  <a:pt x="70390" y="15247"/>
                </a:cubicBezTo>
                <a:cubicBezTo>
                  <a:pt x="97620" y="15401"/>
                  <a:pt x="116651" y="36974"/>
                  <a:pt x="106609" y="6409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 name="Google Shape;92;p7"/>
          <p:cNvSpPr/>
          <p:nvPr/>
        </p:nvSpPr>
        <p:spPr>
          <a:xfrm>
            <a:off x="4426766" y="4724706"/>
            <a:ext cx="888148" cy="61490"/>
          </a:xfrm>
          <a:custGeom>
            <a:avLst/>
            <a:gdLst/>
            <a:ahLst/>
            <a:cxnLst/>
            <a:rect l="l" t="t" r="r" b="b"/>
            <a:pathLst>
              <a:path w="420923" h="29142" extrusionOk="0">
                <a:moveTo>
                  <a:pt x="413489" y="13189"/>
                </a:moveTo>
                <a:cubicBezTo>
                  <a:pt x="278455" y="16526"/>
                  <a:pt x="143334" y="12132"/>
                  <a:pt x="8805" y="34"/>
                </a:cubicBezTo>
                <a:cubicBezTo>
                  <a:pt x="-293" y="-799"/>
                  <a:pt x="-3933" y="13847"/>
                  <a:pt x="5670" y="14702"/>
                </a:cubicBezTo>
                <a:cubicBezTo>
                  <a:pt x="141449" y="26940"/>
                  <a:pt x="277798" y="31404"/>
                  <a:pt x="414081" y="28076"/>
                </a:cubicBezTo>
                <a:cubicBezTo>
                  <a:pt x="423377" y="27769"/>
                  <a:pt x="423223" y="12970"/>
                  <a:pt x="413489" y="131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 name="Google Shape;93;p7"/>
          <p:cNvSpPr/>
          <p:nvPr/>
        </p:nvSpPr>
        <p:spPr>
          <a:xfrm>
            <a:off x="5368771" y="4755508"/>
            <a:ext cx="86890" cy="31179"/>
          </a:xfrm>
          <a:custGeom>
            <a:avLst/>
            <a:gdLst/>
            <a:ahLst/>
            <a:cxnLst/>
            <a:rect l="l" t="t" r="r" b="b"/>
            <a:pathLst>
              <a:path w="41180" h="14777" extrusionOk="0">
                <a:moveTo>
                  <a:pt x="33693" y="0"/>
                </a:moveTo>
                <a:lnTo>
                  <a:pt x="6835" y="0"/>
                </a:lnTo>
                <a:cubicBezTo>
                  <a:pt x="-2461" y="0"/>
                  <a:pt x="-2286" y="14777"/>
                  <a:pt x="7427" y="14777"/>
                </a:cubicBezTo>
                <a:lnTo>
                  <a:pt x="34307" y="14777"/>
                </a:lnTo>
                <a:cubicBezTo>
                  <a:pt x="43669" y="14777"/>
                  <a:pt x="43471" y="0"/>
                  <a:pt x="33693"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 name="Google Shape;94;p7"/>
          <p:cNvSpPr/>
          <p:nvPr/>
        </p:nvSpPr>
        <p:spPr>
          <a:xfrm>
            <a:off x="5538652" y="4755173"/>
            <a:ext cx="299728" cy="40681"/>
          </a:xfrm>
          <a:custGeom>
            <a:avLst/>
            <a:gdLst/>
            <a:ahLst/>
            <a:cxnLst/>
            <a:rect l="l" t="t" r="r" b="b"/>
            <a:pathLst>
              <a:path w="142051" h="19280" extrusionOk="0">
                <a:moveTo>
                  <a:pt x="136384" y="4500"/>
                </a:moveTo>
                <a:lnTo>
                  <a:pt x="8783" y="5"/>
                </a:lnTo>
                <a:cubicBezTo>
                  <a:pt x="-272" y="-323"/>
                  <a:pt x="-3933" y="14344"/>
                  <a:pt x="5648" y="14695"/>
                </a:cubicBezTo>
                <a:lnTo>
                  <a:pt x="133227" y="19277"/>
                </a:lnTo>
                <a:cubicBezTo>
                  <a:pt x="142282" y="19518"/>
                  <a:pt x="146031" y="4851"/>
                  <a:pt x="136384" y="450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 name="Google Shape;95;p7"/>
          <p:cNvSpPr/>
          <p:nvPr/>
        </p:nvSpPr>
        <p:spPr>
          <a:xfrm>
            <a:off x="325536" y="1027644"/>
            <a:ext cx="113330" cy="954049"/>
          </a:xfrm>
          <a:custGeom>
            <a:avLst/>
            <a:gdLst/>
            <a:ahLst/>
            <a:cxnLst/>
            <a:rect l="l" t="t" r="r" b="b"/>
            <a:pathLst>
              <a:path w="53711" h="452156" extrusionOk="0">
                <a:moveTo>
                  <a:pt x="39194" y="6047"/>
                </a:moveTo>
                <a:cubicBezTo>
                  <a:pt x="16217" y="151582"/>
                  <a:pt x="8039" y="298805"/>
                  <a:pt x="15" y="445744"/>
                </a:cubicBezTo>
                <a:cubicBezTo>
                  <a:pt x="-533" y="455478"/>
                  <a:pt x="14244" y="453439"/>
                  <a:pt x="14748" y="444275"/>
                </a:cubicBezTo>
                <a:cubicBezTo>
                  <a:pt x="22707" y="298586"/>
                  <a:pt x="30819" y="152678"/>
                  <a:pt x="53598" y="8393"/>
                </a:cubicBezTo>
                <a:cubicBezTo>
                  <a:pt x="55133" y="-1298"/>
                  <a:pt x="40597" y="-3271"/>
                  <a:pt x="39194" y="60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 name="Google Shape;96;p7"/>
          <p:cNvSpPr/>
          <p:nvPr/>
        </p:nvSpPr>
        <p:spPr>
          <a:xfrm>
            <a:off x="257001" y="1121076"/>
            <a:ext cx="80437" cy="399039"/>
          </a:xfrm>
          <a:custGeom>
            <a:avLst/>
            <a:gdLst/>
            <a:ahLst/>
            <a:cxnLst/>
            <a:rect l="l" t="t" r="r" b="b"/>
            <a:pathLst>
              <a:path w="38122" h="189118" extrusionOk="0">
                <a:moveTo>
                  <a:pt x="23673" y="6072"/>
                </a:moveTo>
                <a:cubicBezTo>
                  <a:pt x="15809" y="64288"/>
                  <a:pt x="7945" y="122498"/>
                  <a:pt x="82" y="180701"/>
                </a:cubicBezTo>
                <a:cubicBezTo>
                  <a:pt x="-1212" y="190414"/>
                  <a:pt x="13237" y="192409"/>
                  <a:pt x="14486" y="183047"/>
                </a:cubicBezTo>
                <a:cubicBezTo>
                  <a:pt x="22364" y="124844"/>
                  <a:pt x="30213" y="66634"/>
                  <a:pt x="38033" y="8418"/>
                </a:cubicBezTo>
                <a:cubicBezTo>
                  <a:pt x="39393" y="-1295"/>
                  <a:pt x="24879" y="-3290"/>
                  <a:pt x="23673" y="607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EB048-4781-452C-AAFB-9743C227F87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152EA0F-5A6C-4678-BF0F-712827D86F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0FC70B1-F3D6-4A24-AA9E-18CC4EE0E5FF}"/>
              </a:ext>
            </a:extLst>
          </p:cNvPr>
          <p:cNvSpPr>
            <a:spLocks noGrp="1"/>
          </p:cNvSpPr>
          <p:nvPr>
            <p:ph type="dt" sz="half" idx="10"/>
          </p:nvPr>
        </p:nvSpPr>
        <p:spPr/>
        <p:txBody>
          <a:bodyPr/>
          <a:lstStyle/>
          <a:p>
            <a:fld id="{78682BD1-FD83-4BA9-AEBE-C35B00B4048F}" type="datetimeFigureOut">
              <a:rPr lang="en-AU" smtClean="0"/>
              <a:t>13/02/2024</a:t>
            </a:fld>
            <a:endParaRPr lang="en-AU"/>
          </a:p>
        </p:txBody>
      </p:sp>
      <p:sp>
        <p:nvSpPr>
          <p:cNvPr id="5" name="Footer Placeholder 4">
            <a:extLst>
              <a:ext uri="{FF2B5EF4-FFF2-40B4-BE49-F238E27FC236}">
                <a16:creationId xmlns:a16="http://schemas.microsoft.com/office/drawing/2014/main" id="{5A86A632-67B9-4AA0-9507-D85D41825073}"/>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709C49F-C4CA-4EAC-AD55-40F378FF74B8}"/>
              </a:ext>
            </a:extLst>
          </p:cNvPr>
          <p:cNvSpPr>
            <a:spLocks noGrp="1"/>
          </p:cNvSpPr>
          <p:nvPr>
            <p:ph type="sldNum" sz="quarter" idx="12"/>
          </p:nvPr>
        </p:nvSpPr>
        <p:spPr/>
        <p:txBody>
          <a:bodyPr/>
          <a:lstStyle/>
          <a:p>
            <a:fld id="{DC55306A-DFCC-4737-BC4D-707C39EBEEB0}" type="slidenum">
              <a:rPr lang="en-AU" smtClean="0"/>
              <a:t>‹#›</a:t>
            </a:fld>
            <a:endParaRPr lang="en-AU"/>
          </a:p>
        </p:txBody>
      </p:sp>
    </p:spTree>
    <p:extLst>
      <p:ext uri="{BB962C8B-B14F-4D97-AF65-F5344CB8AC3E}">
        <p14:creationId xmlns:p14="http://schemas.microsoft.com/office/powerpoint/2010/main" val="34584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B7BE2-4826-4E45-97F7-CCF9D2F6C71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5579457-0C21-4A6B-8928-322F5E872B6A}"/>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F4B95105-210E-48B8-BF5E-C35360547A01}"/>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13E8A25B-95C5-44F6-8798-B5B7351C9D2B}"/>
              </a:ext>
            </a:extLst>
          </p:cNvPr>
          <p:cNvSpPr>
            <a:spLocks noGrp="1"/>
          </p:cNvSpPr>
          <p:nvPr>
            <p:ph type="dt" sz="half" idx="10"/>
          </p:nvPr>
        </p:nvSpPr>
        <p:spPr/>
        <p:txBody>
          <a:bodyPr/>
          <a:lstStyle/>
          <a:p>
            <a:fld id="{78682BD1-FD83-4BA9-AEBE-C35B00B4048F}" type="datetimeFigureOut">
              <a:rPr lang="en-AU" smtClean="0"/>
              <a:t>13/02/2024</a:t>
            </a:fld>
            <a:endParaRPr lang="en-AU"/>
          </a:p>
        </p:txBody>
      </p:sp>
      <p:sp>
        <p:nvSpPr>
          <p:cNvPr id="6" name="Footer Placeholder 5">
            <a:extLst>
              <a:ext uri="{FF2B5EF4-FFF2-40B4-BE49-F238E27FC236}">
                <a16:creationId xmlns:a16="http://schemas.microsoft.com/office/drawing/2014/main" id="{5E87B1C2-FF7F-4B6B-A957-DC3BB8A5630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255DAB3-6FD4-43A9-9AB1-4AC75B4927F4}"/>
              </a:ext>
            </a:extLst>
          </p:cNvPr>
          <p:cNvSpPr>
            <a:spLocks noGrp="1"/>
          </p:cNvSpPr>
          <p:nvPr>
            <p:ph type="sldNum" sz="quarter" idx="12"/>
          </p:nvPr>
        </p:nvSpPr>
        <p:spPr/>
        <p:txBody>
          <a:bodyPr/>
          <a:lstStyle/>
          <a:p>
            <a:fld id="{DC55306A-DFCC-4737-BC4D-707C39EBEEB0}" type="slidenum">
              <a:rPr lang="en-AU" smtClean="0"/>
              <a:t>‹#›</a:t>
            </a:fld>
            <a:endParaRPr lang="en-AU"/>
          </a:p>
        </p:txBody>
      </p:sp>
    </p:spTree>
    <p:extLst>
      <p:ext uri="{BB962C8B-B14F-4D97-AF65-F5344CB8AC3E}">
        <p14:creationId xmlns:p14="http://schemas.microsoft.com/office/powerpoint/2010/main" val="33444226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6270B5-9A5A-694A-B974-09018805AF82}"/>
              </a:ext>
            </a:extLst>
          </p:cNvPr>
          <p:cNvSpPr>
            <a:spLocks noGrp="1"/>
          </p:cNvSpPr>
          <p:nvPr>
            <p:ph type="dt" sz="half" idx="10"/>
          </p:nvPr>
        </p:nvSpPr>
        <p:spPr/>
        <p:txBody>
          <a:bodyPr/>
          <a:lstStyle/>
          <a:p>
            <a:fld id="{FBDE862B-DCF5-3D49-BDE7-145C8C175210}" type="datetimeFigureOut">
              <a:rPr lang="en-US" smtClean="0"/>
              <a:t>2/13/2024</a:t>
            </a:fld>
            <a:endParaRPr lang="en-US"/>
          </a:p>
        </p:txBody>
      </p:sp>
      <p:sp>
        <p:nvSpPr>
          <p:cNvPr id="3" name="Footer Placeholder 2">
            <a:extLst>
              <a:ext uri="{FF2B5EF4-FFF2-40B4-BE49-F238E27FC236}">
                <a16:creationId xmlns:a16="http://schemas.microsoft.com/office/drawing/2014/main" id="{168DD51E-F58F-B046-A91A-D16B3D9160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A2B5AE-A52D-A649-BD4D-793CC9E99972}"/>
              </a:ext>
            </a:extLst>
          </p:cNvPr>
          <p:cNvSpPr>
            <a:spLocks noGrp="1"/>
          </p:cNvSpPr>
          <p:nvPr>
            <p:ph type="sldNum" sz="quarter" idx="12"/>
          </p:nvPr>
        </p:nvSpPr>
        <p:spPr/>
        <p:txBody>
          <a:bodyPr/>
          <a:lstStyle/>
          <a:p>
            <a:fld id="{A1BEDAD0-5C73-0347-AD99-7654E3306D9E}" type="slidenum">
              <a:rPr lang="en-US" smtClean="0"/>
              <a:t>‹#›</a:t>
            </a:fld>
            <a:endParaRPr lang="en-US"/>
          </a:p>
        </p:txBody>
      </p:sp>
    </p:spTree>
    <p:extLst>
      <p:ext uri="{BB962C8B-B14F-4D97-AF65-F5344CB8AC3E}">
        <p14:creationId xmlns:p14="http://schemas.microsoft.com/office/powerpoint/2010/main" val="2417180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83375" y="683600"/>
            <a:ext cx="6426300" cy="396300"/>
          </a:xfrm>
          <a:prstGeom prst="rect">
            <a:avLst/>
          </a:prstGeom>
          <a:noFill/>
          <a:ln>
            <a:noFill/>
          </a:ln>
        </p:spPr>
        <p:txBody>
          <a:bodyPr spcFirstLastPara="1" wrap="square" lIns="0" tIns="0" rIns="0" bIns="0" anchor="ctr" anchorCtr="0">
            <a:noAutofit/>
          </a:bodyPr>
          <a:lstStyle>
            <a:lvl1pPr lvl="0" rtl="0">
              <a:lnSpc>
                <a:spcPct val="90000"/>
              </a:lnSpc>
              <a:spcBef>
                <a:spcPts val="0"/>
              </a:spcBef>
              <a:spcAft>
                <a:spcPts val="0"/>
              </a:spcAft>
              <a:buClr>
                <a:schemeClr val="dk1"/>
              </a:buClr>
              <a:buSzPts val="3400"/>
              <a:buFont typeface="Amatic SC"/>
              <a:buNone/>
              <a:defRPr sz="3400" b="1">
                <a:solidFill>
                  <a:schemeClr val="dk1"/>
                </a:solidFill>
                <a:latin typeface="Amatic SC"/>
                <a:ea typeface="Amatic SC"/>
                <a:cs typeface="Amatic SC"/>
                <a:sym typeface="Amatic SC"/>
              </a:defRPr>
            </a:lvl1pPr>
            <a:lvl2pPr lvl="1" rtl="0">
              <a:lnSpc>
                <a:spcPct val="90000"/>
              </a:lnSpc>
              <a:spcBef>
                <a:spcPts val="0"/>
              </a:spcBef>
              <a:spcAft>
                <a:spcPts val="0"/>
              </a:spcAft>
              <a:buClr>
                <a:schemeClr val="dk1"/>
              </a:buClr>
              <a:buSzPts val="3400"/>
              <a:buFont typeface="Amatic SC"/>
              <a:buNone/>
              <a:defRPr sz="3400" b="1">
                <a:solidFill>
                  <a:schemeClr val="dk1"/>
                </a:solidFill>
                <a:latin typeface="Amatic SC"/>
                <a:ea typeface="Amatic SC"/>
                <a:cs typeface="Amatic SC"/>
                <a:sym typeface="Amatic SC"/>
              </a:defRPr>
            </a:lvl2pPr>
            <a:lvl3pPr lvl="2" rtl="0">
              <a:lnSpc>
                <a:spcPct val="90000"/>
              </a:lnSpc>
              <a:spcBef>
                <a:spcPts val="0"/>
              </a:spcBef>
              <a:spcAft>
                <a:spcPts val="0"/>
              </a:spcAft>
              <a:buClr>
                <a:schemeClr val="dk1"/>
              </a:buClr>
              <a:buSzPts val="3400"/>
              <a:buFont typeface="Amatic SC"/>
              <a:buNone/>
              <a:defRPr sz="3400" b="1">
                <a:solidFill>
                  <a:schemeClr val="dk1"/>
                </a:solidFill>
                <a:latin typeface="Amatic SC"/>
                <a:ea typeface="Amatic SC"/>
                <a:cs typeface="Amatic SC"/>
                <a:sym typeface="Amatic SC"/>
              </a:defRPr>
            </a:lvl3pPr>
            <a:lvl4pPr lvl="3" rtl="0">
              <a:lnSpc>
                <a:spcPct val="90000"/>
              </a:lnSpc>
              <a:spcBef>
                <a:spcPts val="0"/>
              </a:spcBef>
              <a:spcAft>
                <a:spcPts val="0"/>
              </a:spcAft>
              <a:buClr>
                <a:schemeClr val="dk1"/>
              </a:buClr>
              <a:buSzPts val="3400"/>
              <a:buFont typeface="Amatic SC"/>
              <a:buNone/>
              <a:defRPr sz="3400" b="1">
                <a:solidFill>
                  <a:schemeClr val="dk1"/>
                </a:solidFill>
                <a:latin typeface="Amatic SC"/>
                <a:ea typeface="Amatic SC"/>
                <a:cs typeface="Amatic SC"/>
                <a:sym typeface="Amatic SC"/>
              </a:defRPr>
            </a:lvl4pPr>
            <a:lvl5pPr lvl="4" rtl="0">
              <a:lnSpc>
                <a:spcPct val="90000"/>
              </a:lnSpc>
              <a:spcBef>
                <a:spcPts val="0"/>
              </a:spcBef>
              <a:spcAft>
                <a:spcPts val="0"/>
              </a:spcAft>
              <a:buClr>
                <a:schemeClr val="dk1"/>
              </a:buClr>
              <a:buSzPts val="3400"/>
              <a:buFont typeface="Amatic SC"/>
              <a:buNone/>
              <a:defRPr sz="3400" b="1">
                <a:solidFill>
                  <a:schemeClr val="dk1"/>
                </a:solidFill>
                <a:latin typeface="Amatic SC"/>
                <a:ea typeface="Amatic SC"/>
                <a:cs typeface="Amatic SC"/>
                <a:sym typeface="Amatic SC"/>
              </a:defRPr>
            </a:lvl5pPr>
            <a:lvl6pPr lvl="5" rtl="0">
              <a:lnSpc>
                <a:spcPct val="90000"/>
              </a:lnSpc>
              <a:spcBef>
                <a:spcPts val="0"/>
              </a:spcBef>
              <a:spcAft>
                <a:spcPts val="0"/>
              </a:spcAft>
              <a:buClr>
                <a:schemeClr val="dk1"/>
              </a:buClr>
              <a:buSzPts val="3400"/>
              <a:buFont typeface="Amatic SC"/>
              <a:buNone/>
              <a:defRPr sz="3400" b="1">
                <a:solidFill>
                  <a:schemeClr val="dk1"/>
                </a:solidFill>
                <a:latin typeface="Amatic SC"/>
                <a:ea typeface="Amatic SC"/>
                <a:cs typeface="Amatic SC"/>
                <a:sym typeface="Amatic SC"/>
              </a:defRPr>
            </a:lvl6pPr>
            <a:lvl7pPr lvl="6" rtl="0">
              <a:lnSpc>
                <a:spcPct val="90000"/>
              </a:lnSpc>
              <a:spcBef>
                <a:spcPts val="0"/>
              </a:spcBef>
              <a:spcAft>
                <a:spcPts val="0"/>
              </a:spcAft>
              <a:buClr>
                <a:schemeClr val="dk1"/>
              </a:buClr>
              <a:buSzPts val="3400"/>
              <a:buFont typeface="Amatic SC"/>
              <a:buNone/>
              <a:defRPr sz="3400" b="1">
                <a:solidFill>
                  <a:schemeClr val="dk1"/>
                </a:solidFill>
                <a:latin typeface="Amatic SC"/>
                <a:ea typeface="Amatic SC"/>
                <a:cs typeface="Amatic SC"/>
                <a:sym typeface="Amatic SC"/>
              </a:defRPr>
            </a:lvl7pPr>
            <a:lvl8pPr lvl="7" rtl="0">
              <a:lnSpc>
                <a:spcPct val="90000"/>
              </a:lnSpc>
              <a:spcBef>
                <a:spcPts val="0"/>
              </a:spcBef>
              <a:spcAft>
                <a:spcPts val="0"/>
              </a:spcAft>
              <a:buClr>
                <a:schemeClr val="dk1"/>
              </a:buClr>
              <a:buSzPts val="3400"/>
              <a:buFont typeface="Amatic SC"/>
              <a:buNone/>
              <a:defRPr sz="3400" b="1">
                <a:solidFill>
                  <a:schemeClr val="dk1"/>
                </a:solidFill>
                <a:latin typeface="Amatic SC"/>
                <a:ea typeface="Amatic SC"/>
                <a:cs typeface="Amatic SC"/>
                <a:sym typeface="Amatic SC"/>
              </a:defRPr>
            </a:lvl8pPr>
            <a:lvl9pPr lvl="8" rtl="0">
              <a:lnSpc>
                <a:spcPct val="90000"/>
              </a:lnSpc>
              <a:spcBef>
                <a:spcPts val="0"/>
              </a:spcBef>
              <a:spcAft>
                <a:spcPts val="0"/>
              </a:spcAft>
              <a:buClr>
                <a:schemeClr val="dk1"/>
              </a:buClr>
              <a:buSzPts val="3400"/>
              <a:buFont typeface="Amatic SC"/>
              <a:buNone/>
              <a:defRPr sz="3400" b="1">
                <a:solidFill>
                  <a:schemeClr val="dk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1188175" y="1506350"/>
            <a:ext cx="6426300" cy="2840400"/>
          </a:xfrm>
          <a:prstGeom prst="rect">
            <a:avLst/>
          </a:prstGeom>
          <a:noFill/>
          <a:ln>
            <a:noFill/>
          </a:ln>
        </p:spPr>
        <p:txBody>
          <a:bodyPr spcFirstLastPara="1" wrap="square" lIns="0" tIns="0" rIns="0" bIns="0" anchor="t" anchorCtr="0">
            <a:noAutofit/>
          </a:bodyPr>
          <a:lstStyle>
            <a:lvl1pPr marL="457200" lvl="0" indent="-368300" rtl="0">
              <a:lnSpc>
                <a:spcPct val="100000"/>
              </a:lnSpc>
              <a:spcBef>
                <a:spcPts val="0"/>
              </a:spcBef>
              <a:spcAft>
                <a:spcPts val="0"/>
              </a:spcAft>
              <a:buClr>
                <a:schemeClr val="accent1"/>
              </a:buClr>
              <a:buSzPts val="2200"/>
              <a:buFont typeface="Nunito"/>
              <a:buChar char="✗"/>
              <a:defRPr sz="2200">
                <a:solidFill>
                  <a:schemeClr val="dk1"/>
                </a:solidFill>
                <a:latin typeface="Nunito"/>
                <a:ea typeface="Nunito"/>
                <a:cs typeface="Nunito"/>
                <a:sym typeface="Nunito"/>
              </a:defRPr>
            </a:lvl1pPr>
            <a:lvl2pPr marL="914400" lvl="1" indent="-368300" rtl="0">
              <a:lnSpc>
                <a:spcPct val="100000"/>
              </a:lnSpc>
              <a:spcBef>
                <a:spcPts val="1000"/>
              </a:spcBef>
              <a:spcAft>
                <a:spcPts val="0"/>
              </a:spcAft>
              <a:buClr>
                <a:schemeClr val="dk2"/>
              </a:buClr>
              <a:buSzPts val="2200"/>
              <a:buFont typeface="Nunito"/>
              <a:buChar char="✗"/>
              <a:defRPr sz="2200">
                <a:solidFill>
                  <a:schemeClr val="dk1"/>
                </a:solidFill>
                <a:latin typeface="Nunito"/>
                <a:ea typeface="Nunito"/>
                <a:cs typeface="Nunito"/>
                <a:sym typeface="Nunito"/>
              </a:defRPr>
            </a:lvl2pPr>
            <a:lvl3pPr marL="1371600" lvl="2" indent="-368300" rtl="0">
              <a:lnSpc>
                <a:spcPct val="100000"/>
              </a:lnSpc>
              <a:spcBef>
                <a:spcPts val="1000"/>
              </a:spcBef>
              <a:spcAft>
                <a:spcPts val="0"/>
              </a:spcAft>
              <a:buClr>
                <a:schemeClr val="dk1"/>
              </a:buClr>
              <a:buSzPts val="2200"/>
              <a:buFont typeface="Nunito"/>
              <a:buChar char="■"/>
              <a:defRPr sz="2200">
                <a:solidFill>
                  <a:schemeClr val="dk1"/>
                </a:solidFill>
                <a:latin typeface="Nunito"/>
                <a:ea typeface="Nunito"/>
                <a:cs typeface="Nunito"/>
                <a:sym typeface="Nunito"/>
              </a:defRPr>
            </a:lvl3pPr>
            <a:lvl4pPr marL="1828800" lvl="3" indent="-368300" rtl="0">
              <a:lnSpc>
                <a:spcPct val="100000"/>
              </a:lnSpc>
              <a:spcBef>
                <a:spcPts val="1000"/>
              </a:spcBef>
              <a:spcAft>
                <a:spcPts val="0"/>
              </a:spcAft>
              <a:buClr>
                <a:schemeClr val="dk1"/>
              </a:buClr>
              <a:buSzPts val="2200"/>
              <a:buFont typeface="Nunito"/>
              <a:buChar char="●"/>
              <a:defRPr sz="2200">
                <a:solidFill>
                  <a:schemeClr val="dk1"/>
                </a:solidFill>
                <a:latin typeface="Nunito"/>
                <a:ea typeface="Nunito"/>
                <a:cs typeface="Nunito"/>
                <a:sym typeface="Nunito"/>
              </a:defRPr>
            </a:lvl4pPr>
            <a:lvl5pPr marL="2286000" lvl="4" indent="-368300" rtl="0">
              <a:lnSpc>
                <a:spcPct val="100000"/>
              </a:lnSpc>
              <a:spcBef>
                <a:spcPts val="1000"/>
              </a:spcBef>
              <a:spcAft>
                <a:spcPts val="0"/>
              </a:spcAft>
              <a:buClr>
                <a:schemeClr val="dk1"/>
              </a:buClr>
              <a:buSzPts val="2200"/>
              <a:buFont typeface="Nunito"/>
              <a:buChar char="○"/>
              <a:defRPr sz="2200">
                <a:solidFill>
                  <a:schemeClr val="dk1"/>
                </a:solidFill>
                <a:latin typeface="Nunito"/>
                <a:ea typeface="Nunito"/>
                <a:cs typeface="Nunito"/>
                <a:sym typeface="Nunito"/>
              </a:defRPr>
            </a:lvl5pPr>
            <a:lvl6pPr marL="2743200" lvl="5" indent="-368300" rtl="0">
              <a:lnSpc>
                <a:spcPct val="100000"/>
              </a:lnSpc>
              <a:spcBef>
                <a:spcPts val="1000"/>
              </a:spcBef>
              <a:spcAft>
                <a:spcPts val="0"/>
              </a:spcAft>
              <a:buClr>
                <a:schemeClr val="dk1"/>
              </a:buClr>
              <a:buSzPts val="2200"/>
              <a:buFont typeface="Nunito"/>
              <a:buChar char="■"/>
              <a:defRPr sz="2200">
                <a:solidFill>
                  <a:schemeClr val="dk1"/>
                </a:solidFill>
                <a:latin typeface="Nunito"/>
                <a:ea typeface="Nunito"/>
                <a:cs typeface="Nunito"/>
                <a:sym typeface="Nunito"/>
              </a:defRPr>
            </a:lvl6pPr>
            <a:lvl7pPr marL="3200400" lvl="6" indent="-368300" rtl="0">
              <a:lnSpc>
                <a:spcPct val="100000"/>
              </a:lnSpc>
              <a:spcBef>
                <a:spcPts val="1000"/>
              </a:spcBef>
              <a:spcAft>
                <a:spcPts val="0"/>
              </a:spcAft>
              <a:buClr>
                <a:schemeClr val="dk1"/>
              </a:buClr>
              <a:buSzPts val="2200"/>
              <a:buFont typeface="Nunito"/>
              <a:buChar char="●"/>
              <a:defRPr sz="2200">
                <a:solidFill>
                  <a:schemeClr val="dk1"/>
                </a:solidFill>
                <a:latin typeface="Nunito"/>
                <a:ea typeface="Nunito"/>
                <a:cs typeface="Nunito"/>
                <a:sym typeface="Nunito"/>
              </a:defRPr>
            </a:lvl7pPr>
            <a:lvl8pPr marL="3657600" lvl="7" indent="-368300" rtl="0">
              <a:lnSpc>
                <a:spcPct val="100000"/>
              </a:lnSpc>
              <a:spcBef>
                <a:spcPts val="1000"/>
              </a:spcBef>
              <a:spcAft>
                <a:spcPts val="0"/>
              </a:spcAft>
              <a:buClr>
                <a:schemeClr val="dk1"/>
              </a:buClr>
              <a:buSzPts val="2200"/>
              <a:buFont typeface="Nunito"/>
              <a:buChar char="○"/>
              <a:defRPr sz="2200">
                <a:solidFill>
                  <a:schemeClr val="dk1"/>
                </a:solidFill>
                <a:latin typeface="Nunito"/>
                <a:ea typeface="Nunito"/>
                <a:cs typeface="Nunito"/>
                <a:sym typeface="Nunito"/>
              </a:defRPr>
            </a:lvl8pPr>
            <a:lvl9pPr marL="4114800" lvl="8" indent="-368300" rtl="0">
              <a:lnSpc>
                <a:spcPct val="100000"/>
              </a:lnSpc>
              <a:spcBef>
                <a:spcPts val="1000"/>
              </a:spcBef>
              <a:spcAft>
                <a:spcPts val="1000"/>
              </a:spcAft>
              <a:buClr>
                <a:schemeClr val="dk1"/>
              </a:buClr>
              <a:buSzPts val="2200"/>
              <a:buFont typeface="Nunito"/>
              <a:buChar char="■"/>
              <a:defRPr sz="2200">
                <a:solidFill>
                  <a:schemeClr val="dk1"/>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04375" y="4693376"/>
            <a:ext cx="548700" cy="300300"/>
          </a:xfrm>
          <a:prstGeom prst="rect">
            <a:avLst/>
          </a:prstGeom>
          <a:noFill/>
          <a:ln>
            <a:noFill/>
          </a:ln>
        </p:spPr>
        <p:txBody>
          <a:bodyPr spcFirstLastPara="1" wrap="square" lIns="0" tIns="0" rIns="0" bIns="0" anchor="ctr" anchorCtr="0">
            <a:noAutofit/>
          </a:bodyPr>
          <a:lstStyle>
            <a:lvl1pPr lvl="0" algn="r" rtl="0">
              <a:buNone/>
              <a:defRPr sz="1500" b="1">
                <a:solidFill>
                  <a:schemeClr val="dk2"/>
                </a:solidFill>
                <a:latin typeface="Amatic SC"/>
                <a:ea typeface="Amatic SC"/>
                <a:cs typeface="Amatic SC"/>
                <a:sym typeface="Amatic SC"/>
              </a:defRPr>
            </a:lvl1pPr>
            <a:lvl2pPr lvl="1" algn="r" rtl="0">
              <a:buNone/>
              <a:defRPr sz="1500" b="1">
                <a:solidFill>
                  <a:schemeClr val="dk2"/>
                </a:solidFill>
                <a:latin typeface="Amatic SC"/>
                <a:ea typeface="Amatic SC"/>
                <a:cs typeface="Amatic SC"/>
                <a:sym typeface="Amatic SC"/>
              </a:defRPr>
            </a:lvl2pPr>
            <a:lvl3pPr lvl="2" algn="r" rtl="0">
              <a:buNone/>
              <a:defRPr sz="1500" b="1">
                <a:solidFill>
                  <a:schemeClr val="dk2"/>
                </a:solidFill>
                <a:latin typeface="Amatic SC"/>
                <a:ea typeface="Amatic SC"/>
                <a:cs typeface="Amatic SC"/>
                <a:sym typeface="Amatic SC"/>
              </a:defRPr>
            </a:lvl3pPr>
            <a:lvl4pPr lvl="3" algn="r" rtl="0">
              <a:buNone/>
              <a:defRPr sz="1500" b="1">
                <a:solidFill>
                  <a:schemeClr val="dk2"/>
                </a:solidFill>
                <a:latin typeface="Amatic SC"/>
                <a:ea typeface="Amatic SC"/>
                <a:cs typeface="Amatic SC"/>
                <a:sym typeface="Amatic SC"/>
              </a:defRPr>
            </a:lvl4pPr>
            <a:lvl5pPr lvl="4" algn="r" rtl="0">
              <a:buNone/>
              <a:defRPr sz="1500" b="1">
                <a:solidFill>
                  <a:schemeClr val="dk2"/>
                </a:solidFill>
                <a:latin typeface="Amatic SC"/>
                <a:ea typeface="Amatic SC"/>
                <a:cs typeface="Amatic SC"/>
                <a:sym typeface="Amatic SC"/>
              </a:defRPr>
            </a:lvl5pPr>
            <a:lvl6pPr lvl="5" algn="r" rtl="0">
              <a:buNone/>
              <a:defRPr sz="1500" b="1">
                <a:solidFill>
                  <a:schemeClr val="dk2"/>
                </a:solidFill>
                <a:latin typeface="Amatic SC"/>
                <a:ea typeface="Amatic SC"/>
                <a:cs typeface="Amatic SC"/>
                <a:sym typeface="Amatic SC"/>
              </a:defRPr>
            </a:lvl6pPr>
            <a:lvl7pPr lvl="6" algn="r" rtl="0">
              <a:buNone/>
              <a:defRPr sz="1500" b="1">
                <a:solidFill>
                  <a:schemeClr val="dk2"/>
                </a:solidFill>
                <a:latin typeface="Amatic SC"/>
                <a:ea typeface="Amatic SC"/>
                <a:cs typeface="Amatic SC"/>
                <a:sym typeface="Amatic SC"/>
              </a:defRPr>
            </a:lvl7pPr>
            <a:lvl8pPr lvl="7" algn="r" rtl="0">
              <a:buNone/>
              <a:defRPr sz="1500" b="1">
                <a:solidFill>
                  <a:schemeClr val="dk2"/>
                </a:solidFill>
                <a:latin typeface="Amatic SC"/>
                <a:ea typeface="Amatic SC"/>
                <a:cs typeface="Amatic SC"/>
                <a:sym typeface="Amatic SC"/>
              </a:defRPr>
            </a:lvl8pPr>
            <a:lvl9pPr lvl="8" algn="r" rtl="0">
              <a:buNone/>
              <a:defRPr sz="1500" b="1">
                <a:solidFill>
                  <a:schemeClr val="dk2"/>
                </a:solidFill>
                <a:latin typeface="Amatic SC"/>
                <a:ea typeface="Amatic SC"/>
                <a:cs typeface="Amatic SC"/>
                <a:sym typeface="Amatic SC"/>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62" r:id="rId5"/>
    <p:sldLayoutId id="2147483663" r:id="rId6"/>
    <p:sldLayoutId id="2147483664"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video" Target="https://www.youtube.com/embed/LO3i1EJE6DI?feature=oembed" TargetMode="Externa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0.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0.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video" Target="https://www.youtube.com/embed/h3nhM9UlJjc?start=2&amp;feature=oembed" TargetMode="External"/><Relationship Id="rId4" Type="http://schemas.openxmlformats.org/officeDocument/2006/relationships/image" Target="../media/image14.jpeg"/></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0.sv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6.sv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4D4C4FB-9A59-4E45-A5E0-D4D20DF8795E}"/>
              </a:ext>
            </a:extLst>
          </p:cNvPr>
          <p:cNvSpPr>
            <a:spLocks noGrp="1"/>
          </p:cNvSpPr>
          <p:nvPr>
            <p:ph type="body" idx="1"/>
          </p:nvPr>
        </p:nvSpPr>
        <p:spPr>
          <a:xfrm>
            <a:off x="985421" y="1067075"/>
            <a:ext cx="3764132" cy="3009349"/>
          </a:xfrm>
        </p:spPr>
        <p:txBody>
          <a:bodyPr/>
          <a:lstStyle/>
          <a:p>
            <a:pPr marL="50800" indent="0">
              <a:buNone/>
            </a:pPr>
            <a:r>
              <a:rPr lang="en-AU" sz="3600" dirty="0">
                <a:latin typeface="Amasis MT Pro Black" panose="02040A04050005020304" pitchFamily="18" charset="0"/>
              </a:rPr>
              <a:t>CONSENT</a:t>
            </a:r>
          </a:p>
          <a:p>
            <a:pPr marL="50800" indent="0">
              <a:buNone/>
            </a:pPr>
            <a:endParaRPr lang="en-AU" sz="2000" dirty="0">
              <a:latin typeface="Amasis MT Pro Black" panose="02040A04050005020304" pitchFamily="18" charset="0"/>
            </a:endParaRPr>
          </a:p>
          <a:p>
            <a:pPr marL="50800" indent="0">
              <a:buNone/>
            </a:pPr>
            <a:r>
              <a:rPr lang="en-AU" sz="2000" dirty="0">
                <a:latin typeface="Amasis MT Pro Black" panose="02040A04050005020304" pitchFamily="18" charset="0"/>
              </a:rPr>
              <a:t>Year 7 Health – 2024 </a:t>
            </a:r>
          </a:p>
          <a:p>
            <a:pPr marL="50800" indent="0">
              <a:buNone/>
            </a:pPr>
            <a:r>
              <a:rPr lang="en-AU" sz="2000" dirty="0">
                <a:latin typeface="Amasis MT Pro Black" panose="02040A04050005020304" pitchFamily="18" charset="0"/>
              </a:rPr>
              <a:t>Lesson 3</a:t>
            </a:r>
          </a:p>
        </p:txBody>
      </p:sp>
      <p:pic>
        <p:nvPicPr>
          <p:cNvPr id="4" name="Picture 3" descr="Graphical user interface, application&#10;&#10;Description automatically generated">
            <a:extLst>
              <a:ext uri="{FF2B5EF4-FFF2-40B4-BE49-F238E27FC236}">
                <a16:creationId xmlns:a16="http://schemas.microsoft.com/office/drawing/2014/main" id="{3D661504-7A42-1BA2-0407-5DFC0426CFF7}"/>
              </a:ext>
            </a:extLst>
          </p:cNvPr>
          <p:cNvPicPr>
            <a:picLocks noChangeAspect="1"/>
          </p:cNvPicPr>
          <p:nvPr/>
        </p:nvPicPr>
        <p:blipFill>
          <a:blip r:embed="rId2"/>
          <a:stretch>
            <a:fillRect/>
          </a:stretch>
        </p:blipFill>
        <p:spPr>
          <a:xfrm>
            <a:off x="5024486" y="1355691"/>
            <a:ext cx="2432115" cy="2432115"/>
          </a:xfrm>
          <a:prstGeom prst="rect">
            <a:avLst/>
          </a:prstGeom>
        </p:spPr>
      </p:pic>
    </p:spTree>
    <p:extLst>
      <p:ext uri="{BB962C8B-B14F-4D97-AF65-F5344CB8AC3E}">
        <p14:creationId xmlns:p14="http://schemas.microsoft.com/office/powerpoint/2010/main" val="2317421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3A178-6B24-1786-059C-C173E0B710B1}"/>
              </a:ext>
            </a:extLst>
          </p:cNvPr>
          <p:cNvSpPr>
            <a:spLocks noGrp="1"/>
          </p:cNvSpPr>
          <p:nvPr>
            <p:ph type="title"/>
          </p:nvPr>
        </p:nvSpPr>
        <p:spPr>
          <a:xfrm>
            <a:off x="883375" y="683600"/>
            <a:ext cx="6426300" cy="396300"/>
          </a:xfrm>
        </p:spPr>
        <p:txBody>
          <a:bodyPr wrap="square" anchor="ctr">
            <a:normAutofit/>
          </a:bodyPr>
          <a:lstStyle/>
          <a:p>
            <a:r>
              <a:rPr lang="en-US" sz="2600"/>
              <a:t>Today’s Focus</a:t>
            </a:r>
          </a:p>
        </p:txBody>
      </p:sp>
      <p:sp>
        <p:nvSpPr>
          <p:cNvPr id="4" name="Slide Number Placeholder 3">
            <a:extLst>
              <a:ext uri="{FF2B5EF4-FFF2-40B4-BE49-F238E27FC236}">
                <a16:creationId xmlns:a16="http://schemas.microsoft.com/office/drawing/2014/main" id="{1F19FDF3-B076-F888-4682-150C35335331}"/>
              </a:ext>
            </a:extLst>
          </p:cNvPr>
          <p:cNvSpPr>
            <a:spLocks noGrp="1"/>
          </p:cNvSpPr>
          <p:nvPr>
            <p:ph type="sldNum" sz="quarter" idx="12"/>
          </p:nvPr>
        </p:nvSpPr>
        <p:spPr>
          <a:xfrm>
            <a:off x="8404375" y="4693376"/>
            <a:ext cx="548700" cy="300300"/>
          </a:xfrm>
        </p:spPr>
        <p:txBody>
          <a:bodyPr wrap="square" anchor="ctr">
            <a:normAutofit/>
          </a:bodyPr>
          <a:lstStyle/>
          <a:p>
            <a:pPr marL="0" lvl="0" indent="0" rtl="0">
              <a:lnSpc>
                <a:spcPct val="90000"/>
              </a:lnSpc>
              <a:spcBef>
                <a:spcPts val="0"/>
              </a:spcBef>
              <a:spcAft>
                <a:spcPts val="600"/>
              </a:spcAft>
              <a:buNone/>
            </a:pPr>
            <a:fld id="{00000000-1234-1234-1234-123412341234}" type="slidenum">
              <a:rPr lang="en" smtClean="0"/>
              <a:pPr marL="0" lvl="0" indent="0" rtl="0">
                <a:lnSpc>
                  <a:spcPct val="90000"/>
                </a:lnSpc>
                <a:spcBef>
                  <a:spcPts val="0"/>
                </a:spcBef>
                <a:spcAft>
                  <a:spcPts val="600"/>
                </a:spcAft>
                <a:buNone/>
              </a:pPr>
              <a:t>2</a:t>
            </a:fld>
            <a:endParaRPr lang="en"/>
          </a:p>
        </p:txBody>
      </p:sp>
      <p:graphicFrame>
        <p:nvGraphicFramePr>
          <p:cNvPr id="14" name="Text Placeholder 2">
            <a:extLst>
              <a:ext uri="{FF2B5EF4-FFF2-40B4-BE49-F238E27FC236}">
                <a16:creationId xmlns:a16="http://schemas.microsoft.com/office/drawing/2014/main" id="{9FE63D54-5EC8-4C8F-665F-B894BA3C3ECB}"/>
              </a:ext>
            </a:extLst>
          </p:cNvPr>
          <p:cNvGraphicFramePr/>
          <p:nvPr>
            <p:extLst>
              <p:ext uri="{D42A27DB-BD31-4B8C-83A1-F6EECF244321}">
                <p14:modId xmlns:p14="http://schemas.microsoft.com/office/powerpoint/2010/main" val="3662814517"/>
              </p:ext>
            </p:extLst>
          </p:nvPr>
        </p:nvGraphicFramePr>
        <p:xfrm>
          <a:off x="1188175" y="1506350"/>
          <a:ext cx="6426300" cy="2840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30000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5471" y="1618487"/>
            <a:ext cx="8691716" cy="3389423"/>
          </a:xfrm>
        </p:spPr>
        <p:txBody>
          <a:bodyPr>
            <a:normAutofit/>
          </a:bodyPr>
          <a:lstStyle/>
          <a:p>
            <a:r>
              <a:rPr lang="en-AU" sz="1600" dirty="0"/>
              <a:t>In the first 5 minutes of each lesson, you will complete your revision page, you will find these throughout your booklet. </a:t>
            </a:r>
          </a:p>
          <a:p>
            <a:r>
              <a:rPr lang="en-AU" sz="1600" dirty="0"/>
              <a:t>The revision page consists of three questions. </a:t>
            </a:r>
            <a:r>
              <a:rPr lang="en-AU" sz="1600" b="1" dirty="0"/>
              <a:t>It will need to be completed in detail. One-word answers will not be accepted.</a:t>
            </a:r>
          </a:p>
          <a:p>
            <a:endParaRPr lang="en-AU" sz="1600" b="1" dirty="0"/>
          </a:p>
          <a:p>
            <a:pPr marL="0" indent="0">
              <a:buNone/>
            </a:pPr>
            <a:r>
              <a:rPr lang="en-AU" sz="1600" dirty="0"/>
              <a:t>The three questions :</a:t>
            </a:r>
          </a:p>
          <a:p>
            <a:pPr marL="342900" indent="-342900">
              <a:buAutoNum type="arabicPeriod"/>
            </a:pPr>
            <a:r>
              <a:rPr lang="en-AU" sz="1600" dirty="0"/>
              <a:t>What two concepts or ideas did I learn in class last week?</a:t>
            </a:r>
          </a:p>
          <a:p>
            <a:pPr marL="342900" indent="-342900">
              <a:buAutoNum type="arabicPeriod"/>
            </a:pPr>
            <a:r>
              <a:rPr lang="en-AU" sz="1600" dirty="0"/>
              <a:t>What did I find interesting about last week’s lesson? Provide a specific example. </a:t>
            </a:r>
          </a:p>
          <a:p>
            <a:pPr marL="342900" indent="-342900">
              <a:buAutoNum type="arabicPeriod"/>
            </a:pPr>
            <a:r>
              <a:rPr lang="en-AU" sz="1600" dirty="0"/>
              <a:t>Any questions or new words you have learnt?</a:t>
            </a:r>
          </a:p>
          <a:p>
            <a:pPr marL="342900" indent="-342900">
              <a:buAutoNum type="arabicPeriod"/>
            </a:pPr>
            <a:endParaRPr lang="en-AU" sz="1600" dirty="0"/>
          </a:p>
          <a:p>
            <a:pPr marL="0" indent="0" algn="ctr">
              <a:buNone/>
            </a:pPr>
            <a:r>
              <a:rPr lang="en-AU" sz="1600" b="1" i="1" dirty="0"/>
              <a:t>The teacher will go over this each lesson with you to see what you have learnt. It is a great way for you to revisit content and test your memory. </a:t>
            </a:r>
          </a:p>
        </p:txBody>
      </p:sp>
      <p:pic>
        <p:nvPicPr>
          <p:cNvPr id="4" name="Picture 3"/>
          <p:cNvPicPr>
            <a:picLocks noChangeAspect="1"/>
          </p:cNvPicPr>
          <p:nvPr/>
        </p:nvPicPr>
        <p:blipFill>
          <a:blip r:embed="rId3"/>
          <a:stretch>
            <a:fillRect/>
          </a:stretch>
        </p:blipFill>
        <p:spPr>
          <a:xfrm>
            <a:off x="902189" y="135589"/>
            <a:ext cx="7058025" cy="1215437"/>
          </a:xfrm>
          <a:prstGeom prst="rect">
            <a:avLst/>
          </a:prstGeom>
        </p:spPr>
      </p:pic>
      <p:sp>
        <p:nvSpPr>
          <p:cNvPr id="5" name="TextBox 4">
            <a:extLst>
              <a:ext uri="{FF2B5EF4-FFF2-40B4-BE49-F238E27FC236}">
                <a16:creationId xmlns:a16="http://schemas.microsoft.com/office/drawing/2014/main" id="{BFE69EE0-210D-133D-4491-BF874B470D8B}"/>
              </a:ext>
            </a:extLst>
          </p:cNvPr>
          <p:cNvSpPr txBox="1"/>
          <p:nvPr/>
        </p:nvSpPr>
        <p:spPr>
          <a:xfrm>
            <a:off x="4030626" y="1341489"/>
            <a:ext cx="698324" cy="253916"/>
          </a:xfrm>
          <a:prstGeom prst="rect">
            <a:avLst/>
          </a:prstGeom>
          <a:noFill/>
        </p:spPr>
        <p:txBody>
          <a:bodyPr wrap="square">
            <a:spAutoFit/>
          </a:bodyPr>
          <a:lstStyle/>
          <a:p>
            <a:r>
              <a:rPr lang="en-AU" sz="1050" dirty="0"/>
              <a:t>(pg.25)</a:t>
            </a:r>
          </a:p>
        </p:txBody>
      </p:sp>
    </p:spTree>
    <p:extLst>
      <p:ext uri="{BB962C8B-B14F-4D97-AF65-F5344CB8AC3E}">
        <p14:creationId xmlns:p14="http://schemas.microsoft.com/office/powerpoint/2010/main" val="2035976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2085F-7BC2-4479-B727-65FD8D2FA0A4}"/>
              </a:ext>
            </a:extLst>
          </p:cNvPr>
          <p:cNvSpPr>
            <a:spLocks noGrp="1"/>
          </p:cNvSpPr>
          <p:nvPr>
            <p:ph type="title"/>
          </p:nvPr>
        </p:nvSpPr>
        <p:spPr>
          <a:xfrm>
            <a:off x="866899" y="638292"/>
            <a:ext cx="6426300" cy="396300"/>
          </a:xfrm>
        </p:spPr>
        <p:txBody>
          <a:bodyPr/>
          <a:lstStyle/>
          <a:p>
            <a:r>
              <a:rPr lang="en-AU" sz="2800" b="1" dirty="0">
                <a:solidFill>
                  <a:srgbClr val="FFFFFF"/>
                </a:solidFill>
              </a:rPr>
              <a:t>HOOK: Everyday Consent </a:t>
            </a:r>
            <a:r>
              <a:rPr lang="en-AU" sz="2800" dirty="0"/>
              <a:t>(Pg. 26)</a:t>
            </a:r>
            <a:endParaRPr lang="en-AU" sz="2800" dirty="0">
              <a:highlight>
                <a:srgbClr val="FF0000"/>
              </a:highlight>
            </a:endParaRPr>
          </a:p>
        </p:txBody>
      </p:sp>
      <p:sp>
        <p:nvSpPr>
          <p:cNvPr id="3" name="Text Placeholder 2">
            <a:extLst>
              <a:ext uri="{FF2B5EF4-FFF2-40B4-BE49-F238E27FC236}">
                <a16:creationId xmlns:a16="http://schemas.microsoft.com/office/drawing/2014/main" id="{D7FD7DB8-E816-45FB-B244-3604EF794162}"/>
              </a:ext>
            </a:extLst>
          </p:cNvPr>
          <p:cNvSpPr>
            <a:spLocks noGrp="1"/>
          </p:cNvSpPr>
          <p:nvPr>
            <p:ph type="body" idx="1"/>
          </p:nvPr>
        </p:nvSpPr>
        <p:spPr>
          <a:xfrm>
            <a:off x="490151" y="1490385"/>
            <a:ext cx="7805352" cy="2762100"/>
          </a:xfrm>
        </p:spPr>
        <p:txBody>
          <a:bodyPr/>
          <a:lstStyle/>
          <a:p>
            <a:pPr marL="101600" indent="0">
              <a:buNone/>
            </a:pPr>
            <a:r>
              <a:rPr lang="en-AU" dirty="0"/>
              <a:t>Watch the video on the next slide and answer the questions below:</a:t>
            </a:r>
          </a:p>
          <a:p>
            <a:pPr marL="101600" indent="0">
              <a:buNone/>
            </a:pPr>
            <a:endParaRPr lang="en-AU" dirty="0"/>
          </a:p>
          <a:p>
            <a:r>
              <a:rPr lang="en-AU" sz="1600" dirty="0"/>
              <a:t>What does Percy do without permission?</a:t>
            </a:r>
          </a:p>
          <a:p>
            <a:endParaRPr lang="en-AU" sz="1600" dirty="0"/>
          </a:p>
          <a:p>
            <a:r>
              <a:rPr lang="en-AU" sz="1600" dirty="0"/>
              <a:t>How do the other people in the video feel when Percy does not ask for permission?</a:t>
            </a:r>
          </a:p>
          <a:p>
            <a:endParaRPr lang="en-AU" sz="1600" dirty="0"/>
          </a:p>
          <a:p>
            <a:r>
              <a:rPr lang="en-AU" sz="1600" dirty="0"/>
              <a:t>How do you know the people feel that way?</a:t>
            </a:r>
          </a:p>
          <a:p>
            <a:pPr marL="101600" indent="0">
              <a:buNone/>
            </a:pPr>
            <a:endParaRPr lang="en-AU" sz="1600" dirty="0"/>
          </a:p>
          <a:p>
            <a:r>
              <a:rPr lang="en-AU" sz="1600" dirty="0"/>
              <a:t>Why is it important to ask for permission?</a:t>
            </a:r>
          </a:p>
        </p:txBody>
      </p:sp>
      <p:sp>
        <p:nvSpPr>
          <p:cNvPr id="5" name="Slide Number Placeholder 4">
            <a:extLst>
              <a:ext uri="{FF2B5EF4-FFF2-40B4-BE49-F238E27FC236}">
                <a16:creationId xmlns:a16="http://schemas.microsoft.com/office/drawing/2014/main" id="{CD1B90CC-CFD7-4FD5-A380-57DC0B75D3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pic>
        <p:nvPicPr>
          <p:cNvPr id="7" name="Graphic 6" descr="Man holding sign">
            <a:extLst>
              <a:ext uri="{FF2B5EF4-FFF2-40B4-BE49-F238E27FC236}">
                <a16:creationId xmlns:a16="http://schemas.microsoft.com/office/drawing/2014/main" id="{52463E33-1E1C-4E0F-AC40-EC16A2FD69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57046" y="3420352"/>
            <a:ext cx="796873" cy="1664266"/>
          </a:xfrm>
          <a:prstGeom prst="rect">
            <a:avLst/>
          </a:prstGeom>
        </p:spPr>
      </p:pic>
      <p:sp>
        <p:nvSpPr>
          <p:cNvPr id="4" name="TextBox 3">
            <a:extLst>
              <a:ext uri="{FF2B5EF4-FFF2-40B4-BE49-F238E27FC236}">
                <a16:creationId xmlns:a16="http://schemas.microsoft.com/office/drawing/2014/main" id="{62D961C6-7E6B-A28C-26B4-4B8D46649A7E}"/>
              </a:ext>
            </a:extLst>
          </p:cNvPr>
          <p:cNvSpPr txBox="1"/>
          <p:nvPr/>
        </p:nvSpPr>
        <p:spPr>
          <a:xfrm>
            <a:off x="8032052" y="3885961"/>
            <a:ext cx="846859" cy="307777"/>
          </a:xfrm>
          <a:prstGeom prst="rect">
            <a:avLst/>
          </a:prstGeom>
          <a:noFill/>
        </p:spPr>
        <p:txBody>
          <a:bodyPr wrap="square" rtlCol="0">
            <a:spAutoFit/>
          </a:bodyPr>
          <a:lstStyle/>
          <a:p>
            <a:pPr algn="ctr"/>
            <a:r>
              <a:rPr lang="en-AU" dirty="0"/>
              <a:t>Hook</a:t>
            </a:r>
          </a:p>
        </p:txBody>
      </p:sp>
    </p:spTree>
    <p:extLst>
      <p:ext uri="{BB962C8B-B14F-4D97-AF65-F5344CB8AC3E}">
        <p14:creationId xmlns:p14="http://schemas.microsoft.com/office/powerpoint/2010/main" val="1302778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0759055-79C9-4905-AF45-9946ECE622D0}"/>
              </a:ext>
            </a:extLst>
          </p:cNvPr>
          <p:cNvSpPr>
            <a:spLocks noGrp="1"/>
          </p:cNvSpPr>
          <p:nvPr>
            <p:ph type="body" idx="1"/>
          </p:nvPr>
        </p:nvSpPr>
        <p:spPr>
          <a:xfrm>
            <a:off x="1508354" y="0"/>
            <a:ext cx="5715300" cy="436028"/>
          </a:xfrm>
        </p:spPr>
        <p:txBody>
          <a:bodyPr/>
          <a:lstStyle/>
          <a:p>
            <a:r>
              <a:rPr lang="en-AU" sz="1800" dirty="0">
                <a:highlight>
                  <a:srgbClr val="FFFF00"/>
                </a:highlight>
              </a:rPr>
              <a:t>Play to 2:20 ONLY</a:t>
            </a:r>
          </a:p>
        </p:txBody>
      </p:sp>
      <p:sp>
        <p:nvSpPr>
          <p:cNvPr id="3" name="Slide Number Placeholder 2">
            <a:extLst>
              <a:ext uri="{FF2B5EF4-FFF2-40B4-BE49-F238E27FC236}">
                <a16:creationId xmlns:a16="http://schemas.microsoft.com/office/drawing/2014/main" id="{DBAC1D34-5184-4B0A-BE2D-8F1D6AB1941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pic>
        <p:nvPicPr>
          <p:cNvPr id="4" name="Online Media 3" title="What is Consent?">
            <a:hlinkClick r:id="" action="ppaction://media"/>
            <a:extLst>
              <a:ext uri="{FF2B5EF4-FFF2-40B4-BE49-F238E27FC236}">
                <a16:creationId xmlns:a16="http://schemas.microsoft.com/office/drawing/2014/main" id="{8D16EE75-0EA5-43AB-98FB-1E2DF0449B31}"/>
              </a:ext>
            </a:extLst>
          </p:cNvPr>
          <p:cNvPicPr>
            <a:picLocks noRot="1" noChangeAspect="1"/>
          </p:cNvPicPr>
          <p:nvPr>
            <a:videoFile r:link="rId1"/>
          </p:nvPr>
        </p:nvPicPr>
        <p:blipFill>
          <a:blip r:embed="rId4"/>
          <a:stretch>
            <a:fillRect/>
          </a:stretch>
        </p:blipFill>
        <p:spPr>
          <a:xfrm>
            <a:off x="1541848" y="803875"/>
            <a:ext cx="6060303" cy="3424071"/>
          </a:xfrm>
          <a:prstGeom prst="rect">
            <a:avLst/>
          </a:prstGeom>
        </p:spPr>
      </p:pic>
    </p:spTree>
    <p:extLst>
      <p:ext uri="{BB962C8B-B14F-4D97-AF65-F5344CB8AC3E}">
        <p14:creationId xmlns:p14="http://schemas.microsoft.com/office/powerpoint/2010/main" val="2528075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2085F-7BC2-4479-B727-65FD8D2FA0A4}"/>
              </a:ext>
            </a:extLst>
          </p:cNvPr>
          <p:cNvSpPr>
            <a:spLocks noGrp="1"/>
          </p:cNvSpPr>
          <p:nvPr>
            <p:ph type="title"/>
          </p:nvPr>
        </p:nvSpPr>
        <p:spPr/>
        <p:txBody>
          <a:bodyPr/>
          <a:lstStyle/>
          <a:p>
            <a:r>
              <a:rPr lang="en-AU" b="1" dirty="0">
                <a:solidFill>
                  <a:srgbClr val="FFFFFF"/>
                </a:solidFill>
              </a:rPr>
              <a:t>POST </a:t>
            </a:r>
            <a:r>
              <a:rPr lang="en-AU" dirty="0">
                <a:solidFill>
                  <a:srgbClr val="FFFFFF"/>
                </a:solidFill>
              </a:rPr>
              <a:t>IT SLAM </a:t>
            </a:r>
            <a:endParaRPr lang="en-AU" dirty="0"/>
          </a:p>
        </p:txBody>
      </p:sp>
      <p:sp>
        <p:nvSpPr>
          <p:cNvPr id="3" name="Text Placeholder 2">
            <a:extLst>
              <a:ext uri="{FF2B5EF4-FFF2-40B4-BE49-F238E27FC236}">
                <a16:creationId xmlns:a16="http://schemas.microsoft.com/office/drawing/2014/main" id="{D7FD7DB8-E816-45FB-B244-3604EF794162}"/>
              </a:ext>
            </a:extLst>
          </p:cNvPr>
          <p:cNvSpPr>
            <a:spLocks noGrp="1"/>
          </p:cNvSpPr>
          <p:nvPr>
            <p:ph type="body" idx="1"/>
          </p:nvPr>
        </p:nvSpPr>
        <p:spPr>
          <a:xfrm>
            <a:off x="430746" y="1490385"/>
            <a:ext cx="7702378" cy="2762100"/>
          </a:xfrm>
        </p:spPr>
        <p:txBody>
          <a:bodyPr/>
          <a:lstStyle/>
          <a:p>
            <a:r>
              <a:rPr lang="en-AU" dirty="0"/>
              <a:t>Everyone will receive a sticky note. </a:t>
            </a:r>
          </a:p>
          <a:p>
            <a:endParaRPr lang="en-AU" dirty="0"/>
          </a:p>
          <a:p>
            <a:r>
              <a:rPr lang="en-AU" dirty="0"/>
              <a:t>Optional to write your name.</a:t>
            </a:r>
          </a:p>
          <a:p>
            <a:endParaRPr lang="en-AU" dirty="0"/>
          </a:p>
          <a:p>
            <a:r>
              <a:rPr lang="en-AU" dirty="0"/>
              <a:t>You have 2 minutes to answer the question below and stick your sticky note on the board:</a:t>
            </a:r>
          </a:p>
          <a:p>
            <a:pPr marL="101600" indent="0">
              <a:buNone/>
            </a:pPr>
            <a:endParaRPr lang="en-AU" dirty="0"/>
          </a:p>
          <a:p>
            <a:pPr marL="101600" indent="0" algn="ctr">
              <a:buNone/>
            </a:pPr>
            <a:r>
              <a:rPr lang="en-AU" b="1" i="1" dirty="0"/>
              <a:t>WHAT IS CONSENT?</a:t>
            </a:r>
          </a:p>
          <a:p>
            <a:endParaRPr lang="en-AU" dirty="0"/>
          </a:p>
        </p:txBody>
      </p:sp>
      <p:sp>
        <p:nvSpPr>
          <p:cNvPr id="5" name="Slide Number Placeholder 4">
            <a:extLst>
              <a:ext uri="{FF2B5EF4-FFF2-40B4-BE49-F238E27FC236}">
                <a16:creationId xmlns:a16="http://schemas.microsoft.com/office/drawing/2014/main" id="{CD1B90CC-CFD7-4FD5-A380-57DC0B75D3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pic>
        <p:nvPicPr>
          <p:cNvPr id="7" name="Graphic 6" descr="Man holding sign">
            <a:extLst>
              <a:ext uri="{FF2B5EF4-FFF2-40B4-BE49-F238E27FC236}">
                <a16:creationId xmlns:a16="http://schemas.microsoft.com/office/drawing/2014/main" id="{52463E33-1E1C-4E0F-AC40-EC16A2FD69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57046" y="3420352"/>
            <a:ext cx="796873" cy="1664266"/>
          </a:xfrm>
          <a:prstGeom prst="rect">
            <a:avLst/>
          </a:prstGeom>
        </p:spPr>
      </p:pic>
      <p:sp>
        <p:nvSpPr>
          <p:cNvPr id="8" name="TextBox 7">
            <a:extLst>
              <a:ext uri="{FF2B5EF4-FFF2-40B4-BE49-F238E27FC236}">
                <a16:creationId xmlns:a16="http://schemas.microsoft.com/office/drawing/2014/main" id="{8DFFDE78-1080-4BCF-9120-30453EA7FC84}"/>
              </a:ext>
            </a:extLst>
          </p:cNvPr>
          <p:cNvSpPr txBox="1"/>
          <p:nvPr/>
        </p:nvSpPr>
        <p:spPr>
          <a:xfrm>
            <a:off x="8032052" y="3885961"/>
            <a:ext cx="846859" cy="307777"/>
          </a:xfrm>
          <a:prstGeom prst="rect">
            <a:avLst/>
          </a:prstGeom>
          <a:noFill/>
        </p:spPr>
        <p:txBody>
          <a:bodyPr wrap="square" rtlCol="0">
            <a:spAutoFit/>
          </a:bodyPr>
          <a:lstStyle/>
          <a:p>
            <a:pPr algn="ctr"/>
            <a:r>
              <a:rPr lang="en-AU" dirty="0"/>
              <a:t>Consent</a:t>
            </a:r>
          </a:p>
        </p:txBody>
      </p:sp>
    </p:spTree>
    <p:extLst>
      <p:ext uri="{BB962C8B-B14F-4D97-AF65-F5344CB8AC3E}">
        <p14:creationId xmlns:p14="http://schemas.microsoft.com/office/powerpoint/2010/main" val="4219582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lose-up of stacked books">
            <a:extLst>
              <a:ext uri="{FF2B5EF4-FFF2-40B4-BE49-F238E27FC236}">
                <a16:creationId xmlns:a16="http://schemas.microsoft.com/office/drawing/2014/main" id="{626B949D-C7D2-0DD2-B2C7-8CF0F10B5CE5}"/>
              </a:ext>
            </a:extLst>
          </p:cNvPr>
          <p:cNvPicPr>
            <a:picLocks noChangeAspect="1"/>
          </p:cNvPicPr>
          <p:nvPr/>
        </p:nvPicPr>
        <p:blipFill rotWithShape="1">
          <a:blip r:embed="rId3">
            <a:alphaModFix amt="50000"/>
          </a:blip>
          <a:srcRect l="29"/>
          <a:stretch/>
        </p:blipFill>
        <p:spPr>
          <a:xfrm>
            <a:off x="0" y="0"/>
            <a:ext cx="9141292" cy="5143493"/>
          </a:xfrm>
          <a:prstGeom prst="rect">
            <a:avLst/>
          </a:prstGeom>
        </p:spPr>
      </p:pic>
      <p:sp>
        <p:nvSpPr>
          <p:cNvPr id="2" name="Title 1">
            <a:extLst>
              <a:ext uri="{FF2B5EF4-FFF2-40B4-BE49-F238E27FC236}">
                <a16:creationId xmlns:a16="http://schemas.microsoft.com/office/drawing/2014/main" id="{F433DA74-51AB-10AF-C7EE-A5136B1C6EEB}"/>
              </a:ext>
            </a:extLst>
          </p:cNvPr>
          <p:cNvSpPr>
            <a:spLocks noGrp="1"/>
          </p:cNvSpPr>
          <p:nvPr>
            <p:ph type="title"/>
          </p:nvPr>
        </p:nvSpPr>
        <p:spPr>
          <a:xfrm>
            <a:off x="857251" y="755650"/>
            <a:ext cx="7429499" cy="819150"/>
          </a:xfrm>
        </p:spPr>
        <p:txBody>
          <a:bodyPr>
            <a:normAutofit/>
          </a:bodyPr>
          <a:lstStyle/>
          <a:p>
            <a:pPr algn="ctr"/>
            <a:r>
              <a:rPr lang="en-US" dirty="0"/>
              <a:t>GLOSSARY: 						</a:t>
            </a:r>
            <a:r>
              <a:rPr lang="en-AU" dirty="0"/>
              <a:t>(Pg. 5)</a:t>
            </a:r>
            <a:endParaRPr lang="en-US" dirty="0"/>
          </a:p>
        </p:txBody>
      </p:sp>
      <p:sp>
        <p:nvSpPr>
          <p:cNvPr id="3" name="Content Placeholder 2">
            <a:extLst>
              <a:ext uri="{FF2B5EF4-FFF2-40B4-BE49-F238E27FC236}">
                <a16:creationId xmlns:a16="http://schemas.microsoft.com/office/drawing/2014/main" id="{515B7809-64A7-0A0A-96F5-BB881313458C}"/>
              </a:ext>
            </a:extLst>
          </p:cNvPr>
          <p:cNvSpPr>
            <a:spLocks noGrp="1"/>
          </p:cNvSpPr>
          <p:nvPr>
            <p:ph idx="1"/>
          </p:nvPr>
        </p:nvSpPr>
        <p:spPr>
          <a:xfrm>
            <a:off x="857251" y="1689101"/>
            <a:ext cx="7429499" cy="2590799"/>
          </a:xfrm>
        </p:spPr>
        <p:txBody>
          <a:bodyPr anchor="ctr">
            <a:normAutofit lnSpcReduction="10000"/>
          </a:bodyPr>
          <a:lstStyle/>
          <a:p>
            <a:pPr>
              <a:lnSpc>
                <a:spcPct val="110000"/>
              </a:lnSpc>
            </a:pPr>
            <a:r>
              <a:rPr lang="en-US" dirty="0"/>
              <a:t>At the front of your books is your glossary. Turn to your glossary and add the following words and their definitions:</a:t>
            </a:r>
          </a:p>
          <a:p>
            <a:pPr>
              <a:lnSpc>
                <a:spcPct val="110000"/>
              </a:lnSpc>
            </a:pPr>
            <a:endParaRPr lang="en-US" dirty="0"/>
          </a:p>
          <a:p>
            <a:pPr>
              <a:lnSpc>
                <a:spcPct val="110000"/>
              </a:lnSpc>
            </a:pPr>
            <a:r>
              <a:rPr lang="en-US" b="1" i="1" dirty="0"/>
              <a:t>Consent</a:t>
            </a:r>
          </a:p>
          <a:p>
            <a:pPr lvl="1">
              <a:lnSpc>
                <a:spcPct val="110000"/>
              </a:lnSpc>
            </a:pPr>
            <a:r>
              <a:rPr lang="en-US" dirty="0"/>
              <a:t>Consent is permission for something to happen, or an agreement to do something. </a:t>
            </a:r>
          </a:p>
        </p:txBody>
      </p:sp>
    </p:spTree>
    <p:extLst>
      <p:ext uri="{BB962C8B-B14F-4D97-AF65-F5344CB8AC3E}">
        <p14:creationId xmlns:p14="http://schemas.microsoft.com/office/powerpoint/2010/main" val="1415223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69F5A1B-A69D-B712-274E-4A9BD00DA556}"/>
              </a:ext>
            </a:extLst>
          </p:cNvPr>
          <p:cNvSpPr>
            <a:spLocks noGrp="1"/>
          </p:cNvSpPr>
          <p:nvPr>
            <p:ph type="sldNum" sz="quarter" idx="12"/>
          </p:nvPr>
        </p:nvSpPr>
        <p:spPr/>
        <p:txBody>
          <a:bodyPr/>
          <a:lstStyle/>
          <a:p>
            <a:fld id="{DC55306A-DFCC-4737-BC4D-707C39EBEEB0}" type="slidenum">
              <a:rPr lang="en-AU" smtClean="0"/>
              <a:t>8</a:t>
            </a:fld>
            <a:endParaRPr lang="en-AU"/>
          </a:p>
        </p:txBody>
      </p:sp>
      <p:sp>
        <p:nvSpPr>
          <p:cNvPr id="6" name="Content Placeholder 5">
            <a:extLst>
              <a:ext uri="{FF2B5EF4-FFF2-40B4-BE49-F238E27FC236}">
                <a16:creationId xmlns:a16="http://schemas.microsoft.com/office/drawing/2014/main" id="{22D9BF71-328D-58FF-E15F-663C9E279489}"/>
              </a:ext>
            </a:extLst>
          </p:cNvPr>
          <p:cNvSpPr>
            <a:spLocks noGrp="1"/>
          </p:cNvSpPr>
          <p:nvPr>
            <p:ph idx="1"/>
          </p:nvPr>
        </p:nvSpPr>
        <p:spPr/>
        <p:txBody>
          <a:bodyPr/>
          <a:lstStyle/>
          <a:p>
            <a:endParaRPr lang="en-US" dirty="0"/>
          </a:p>
        </p:txBody>
      </p:sp>
      <p:sp>
        <p:nvSpPr>
          <p:cNvPr id="8" name="Title 7">
            <a:extLst>
              <a:ext uri="{FF2B5EF4-FFF2-40B4-BE49-F238E27FC236}">
                <a16:creationId xmlns:a16="http://schemas.microsoft.com/office/drawing/2014/main" id="{67F2826E-298C-1229-48A4-52AD240F7262}"/>
              </a:ext>
            </a:extLst>
          </p:cNvPr>
          <p:cNvSpPr>
            <a:spLocks noGrp="1"/>
          </p:cNvSpPr>
          <p:nvPr>
            <p:ph type="title"/>
          </p:nvPr>
        </p:nvSpPr>
        <p:spPr/>
        <p:txBody>
          <a:bodyPr/>
          <a:lstStyle/>
          <a:p>
            <a:endParaRPr lang="en-US"/>
          </a:p>
        </p:txBody>
      </p:sp>
      <p:sp>
        <p:nvSpPr>
          <p:cNvPr id="9" name="Oval 8">
            <a:extLst>
              <a:ext uri="{FF2B5EF4-FFF2-40B4-BE49-F238E27FC236}">
                <a16:creationId xmlns:a16="http://schemas.microsoft.com/office/drawing/2014/main" id="{47C02568-DBB0-F31D-C0F1-F318218E310B}"/>
              </a:ext>
            </a:extLst>
          </p:cNvPr>
          <p:cNvSpPr/>
          <p:nvPr/>
        </p:nvSpPr>
        <p:spPr>
          <a:xfrm>
            <a:off x="555689" y="542938"/>
            <a:ext cx="1653348" cy="1366684"/>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106387BB-32E3-D333-A303-8D82DF9039B9}"/>
              </a:ext>
            </a:extLst>
          </p:cNvPr>
          <p:cNvSpPr/>
          <p:nvPr/>
        </p:nvSpPr>
        <p:spPr>
          <a:xfrm>
            <a:off x="2639198" y="1079900"/>
            <a:ext cx="1653348" cy="1366684"/>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193EC2D3-9157-65B0-36A1-51CB959D1916}"/>
              </a:ext>
            </a:extLst>
          </p:cNvPr>
          <p:cNvSpPr/>
          <p:nvPr/>
        </p:nvSpPr>
        <p:spPr>
          <a:xfrm>
            <a:off x="555689" y="2367050"/>
            <a:ext cx="1653348" cy="1366684"/>
          </a:xfrm>
          <a:prstGeom prst="ellipse">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6D55DBD-9384-ED0E-C867-60B73AB76A64}"/>
              </a:ext>
            </a:extLst>
          </p:cNvPr>
          <p:cNvSpPr/>
          <p:nvPr/>
        </p:nvSpPr>
        <p:spPr>
          <a:xfrm>
            <a:off x="2639198" y="3047868"/>
            <a:ext cx="1653348" cy="1366684"/>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a:extLst>
              <a:ext uri="{FF2B5EF4-FFF2-40B4-BE49-F238E27FC236}">
                <a16:creationId xmlns:a16="http://schemas.microsoft.com/office/drawing/2014/main" id="{1FA10EFE-0A4B-66C2-6555-B718DE5D2F05}"/>
              </a:ext>
            </a:extLst>
          </p:cNvPr>
          <p:cNvSpPr/>
          <p:nvPr/>
        </p:nvSpPr>
        <p:spPr>
          <a:xfrm>
            <a:off x="4722707" y="2446584"/>
            <a:ext cx="1803610" cy="6246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6C605DB-18B7-19E2-6DF4-9B2975EF0D45}"/>
              </a:ext>
            </a:extLst>
          </p:cNvPr>
          <p:cNvSpPr/>
          <p:nvPr/>
        </p:nvSpPr>
        <p:spPr>
          <a:xfrm>
            <a:off x="7082747" y="0"/>
            <a:ext cx="884017" cy="5262979"/>
          </a:xfrm>
          <a:prstGeom prst="rect">
            <a:avLst/>
          </a:prstGeom>
          <a:noFill/>
        </p:spPr>
        <p:txBody>
          <a:bodyPr wrap="square" lIns="91440" tIns="45720" rIns="91440" bIns="45720">
            <a:spAutoFit/>
          </a:bodyPr>
          <a:lstStyle/>
          <a:p>
            <a:pPr algn="ctr"/>
            <a:r>
              <a:rPr lang="en-GB" sz="48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latin typeface="Ink Free" panose="03080402000500000000" pitchFamily="66" charset="0"/>
              </a:rPr>
              <a:t>CONSENT</a:t>
            </a:r>
          </a:p>
        </p:txBody>
      </p:sp>
      <p:sp>
        <p:nvSpPr>
          <p:cNvPr id="16" name="TextBox 15">
            <a:extLst>
              <a:ext uri="{FF2B5EF4-FFF2-40B4-BE49-F238E27FC236}">
                <a16:creationId xmlns:a16="http://schemas.microsoft.com/office/drawing/2014/main" id="{087CCDD1-F12A-9AD9-8A16-0F7BDA67BEF6}"/>
              </a:ext>
            </a:extLst>
          </p:cNvPr>
          <p:cNvSpPr txBox="1"/>
          <p:nvPr/>
        </p:nvSpPr>
        <p:spPr>
          <a:xfrm>
            <a:off x="693640" y="774286"/>
            <a:ext cx="1377446" cy="892552"/>
          </a:xfrm>
          <a:prstGeom prst="rect">
            <a:avLst/>
          </a:prstGeom>
          <a:noFill/>
        </p:spPr>
        <p:txBody>
          <a:bodyPr wrap="square" rtlCol="0">
            <a:spAutoFit/>
          </a:bodyPr>
          <a:lstStyle/>
          <a:p>
            <a:pPr algn="ctr"/>
            <a:r>
              <a:rPr lang="en-US" sz="2000" b="1" dirty="0">
                <a:latin typeface="Ink Free" panose="03080402000500000000" pitchFamily="66" charset="0"/>
              </a:rPr>
              <a:t>The</a:t>
            </a:r>
          </a:p>
          <a:p>
            <a:pPr algn="ctr"/>
            <a:r>
              <a:rPr lang="en-US" sz="3200" b="1" dirty="0">
                <a:latin typeface="Ink Free" panose="03080402000500000000" pitchFamily="66" charset="0"/>
              </a:rPr>
              <a:t>WHAT</a:t>
            </a:r>
          </a:p>
        </p:txBody>
      </p:sp>
      <p:sp>
        <p:nvSpPr>
          <p:cNvPr id="17" name="TextBox 16">
            <a:extLst>
              <a:ext uri="{FF2B5EF4-FFF2-40B4-BE49-F238E27FC236}">
                <a16:creationId xmlns:a16="http://schemas.microsoft.com/office/drawing/2014/main" id="{B5FBF510-F1DC-37B6-1C9C-3850A6C5F6D4}"/>
              </a:ext>
            </a:extLst>
          </p:cNvPr>
          <p:cNvSpPr txBox="1"/>
          <p:nvPr/>
        </p:nvSpPr>
        <p:spPr>
          <a:xfrm>
            <a:off x="2777149" y="1301141"/>
            <a:ext cx="1377446" cy="892552"/>
          </a:xfrm>
          <a:prstGeom prst="rect">
            <a:avLst/>
          </a:prstGeom>
          <a:noFill/>
        </p:spPr>
        <p:txBody>
          <a:bodyPr wrap="square" rtlCol="0">
            <a:spAutoFit/>
          </a:bodyPr>
          <a:lstStyle/>
          <a:p>
            <a:pPr algn="ctr"/>
            <a:r>
              <a:rPr lang="en-US" sz="2000" b="1" dirty="0">
                <a:latin typeface="Ink Free" panose="03080402000500000000" pitchFamily="66" charset="0"/>
              </a:rPr>
              <a:t>The</a:t>
            </a:r>
          </a:p>
          <a:p>
            <a:pPr algn="ctr"/>
            <a:r>
              <a:rPr lang="en-US" sz="3200" b="1" dirty="0">
                <a:latin typeface="Ink Free" panose="03080402000500000000" pitchFamily="66" charset="0"/>
              </a:rPr>
              <a:t>WHEN</a:t>
            </a:r>
          </a:p>
        </p:txBody>
      </p:sp>
      <p:sp>
        <p:nvSpPr>
          <p:cNvPr id="18" name="TextBox 17">
            <a:extLst>
              <a:ext uri="{FF2B5EF4-FFF2-40B4-BE49-F238E27FC236}">
                <a16:creationId xmlns:a16="http://schemas.microsoft.com/office/drawing/2014/main" id="{B39662A7-1D86-F945-AE1D-6378B525EBD1}"/>
              </a:ext>
            </a:extLst>
          </p:cNvPr>
          <p:cNvSpPr txBox="1"/>
          <p:nvPr/>
        </p:nvSpPr>
        <p:spPr>
          <a:xfrm>
            <a:off x="693640" y="2601592"/>
            <a:ext cx="1377446" cy="892552"/>
          </a:xfrm>
          <a:prstGeom prst="rect">
            <a:avLst/>
          </a:prstGeom>
          <a:noFill/>
        </p:spPr>
        <p:txBody>
          <a:bodyPr wrap="square" rtlCol="0">
            <a:spAutoFit/>
          </a:bodyPr>
          <a:lstStyle/>
          <a:p>
            <a:pPr algn="ctr"/>
            <a:r>
              <a:rPr lang="en-US" sz="2000" b="1" dirty="0">
                <a:latin typeface="Ink Free" panose="03080402000500000000" pitchFamily="66" charset="0"/>
              </a:rPr>
              <a:t>The</a:t>
            </a:r>
          </a:p>
          <a:p>
            <a:pPr algn="ctr"/>
            <a:r>
              <a:rPr lang="en-US" sz="3200" b="1" dirty="0">
                <a:latin typeface="Ink Free" panose="03080402000500000000" pitchFamily="66" charset="0"/>
              </a:rPr>
              <a:t>HOW</a:t>
            </a:r>
          </a:p>
        </p:txBody>
      </p:sp>
      <p:sp>
        <p:nvSpPr>
          <p:cNvPr id="19" name="TextBox 18">
            <a:extLst>
              <a:ext uri="{FF2B5EF4-FFF2-40B4-BE49-F238E27FC236}">
                <a16:creationId xmlns:a16="http://schemas.microsoft.com/office/drawing/2014/main" id="{3F651611-AF8C-D65F-4332-E0FB96508B5A}"/>
              </a:ext>
            </a:extLst>
          </p:cNvPr>
          <p:cNvSpPr txBox="1"/>
          <p:nvPr/>
        </p:nvSpPr>
        <p:spPr>
          <a:xfrm>
            <a:off x="2777149" y="3284934"/>
            <a:ext cx="1377446" cy="892552"/>
          </a:xfrm>
          <a:prstGeom prst="rect">
            <a:avLst/>
          </a:prstGeom>
          <a:noFill/>
        </p:spPr>
        <p:txBody>
          <a:bodyPr wrap="square" rtlCol="0">
            <a:spAutoFit/>
          </a:bodyPr>
          <a:lstStyle/>
          <a:p>
            <a:pPr algn="ctr"/>
            <a:r>
              <a:rPr lang="en-US" sz="2000" b="1" dirty="0">
                <a:latin typeface="Ink Free" panose="03080402000500000000" pitchFamily="66" charset="0"/>
              </a:rPr>
              <a:t>The</a:t>
            </a:r>
          </a:p>
          <a:p>
            <a:pPr algn="ctr"/>
            <a:r>
              <a:rPr lang="en-US" sz="3200" b="1" dirty="0">
                <a:latin typeface="Ink Free" panose="03080402000500000000" pitchFamily="66" charset="0"/>
              </a:rPr>
              <a:t>WHY</a:t>
            </a:r>
          </a:p>
        </p:txBody>
      </p:sp>
      <p:sp>
        <p:nvSpPr>
          <p:cNvPr id="20" name="TextBox 19">
            <a:extLst>
              <a:ext uri="{FF2B5EF4-FFF2-40B4-BE49-F238E27FC236}">
                <a16:creationId xmlns:a16="http://schemas.microsoft.com/office/drawing/2014/main" id="{9FFE328F-DC97-0061-0518-55CED1A95674}"/>
              </a:ext>
            </a:extLst>
          </p:cNvPr>
          <p:cNvSpPr txBox="1"/>
          <p:nvPr/>
        </p:nvSpPr>
        <p:spPr>
          <a:xfrm>
            <a:off x="4756071" y="2571750"/>
            <a:ext cx="1457916" cy="400110"/>
          </a:xfrm>
          <a:prstGeom prst="rect">
            <a:avLst/>
          </a:prstGeom>
          <a:noFill/>
        </p:spPr>
        <p:txBody>
          <a:bodyPr wrap="square" rtlCol="0">
            <a:spAutoFit/>
          </a:bodyPr>
          <a:lstStyle/>
          <a:p>
            <a:pPr algn="ctr"/>
            <a:r>
              <a:rPr lang="en-US" sz="2000" b="1" dirty="0">
                <a:latin typeface="Ink Free" panose="03080402000500000000" pitchFamily="66" charset="0"/>
              </a:rPr>
              <a:t>Of</a:t>
            </a:r>
            <a:endParaRPr lang="en-US" sz="3200" b="1" dirty="0">
              <a:latin typeface="Ink Free" panose="03080402000500000000" pitchFamily="66" charset="0"/>
            </a:endParaRPr>
          </a:p>
        </p:txBody>
      </p:sp>
    </p:spTree>
    <p:extLst>
      <p:ext uri="{BB962C8B-B14F-4D97-AF65-F5344CB8AC3E}">
        <p14:creationId xmlns:p14="http://schemas.microsoft.com/office/powerpoint/2010/main" val="2357689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2085F-7BC2-4479-B727-65FD8D2FA0A4}"/>
              </a:ext>
            </a:extLst>
          </p:cNvPr>
          <p:cNvSpPr>
            <a:spLocks noGrp="1"/>
          </p:cNvSpPr>
          <p:nvPr>
            <p:ph type="title"/>
          </p:nvPr>
        </p:nvSpPr>
        <p:spPr/>
        <p:txBody>
          <a:bodyPr/>
          <a:lstStyle/>
          <a:p>
            <a:r>
              <a:rPr lang="en-AU" b="1" dirty="0">
                <a:solidFill>
                  <a:srgbClr val="FF0000"/>
                </a:solidFill>
              </a:rPr>
              <a:t>What</a:t>
            </a:r>
            <a:r>
              <a:rPr lang="en-AU" b="1" dirty="0">
                <a:solidFill>
                  <a:srgbClr val="FFFFFF"/>
                </a:solidFill>
              </a:rPr>
              <a:t> is consent? </a:t>
            </a:r>
            <a:r>
              <a:rPr lang="en-AU" dirty="0"/>
              <a:t>(Pg. 27)</a:t>
            </a:r>
            <a:endParaRPr lang="en-AU" dirty="0">
              <a:highlight>
                <a:srgbClr val="FF0000"/>
              </a:highlight>
            </a:endParaRPr>
          </a:p>
        </p:txBody>
      </p:sp>
      <p:sp>
        <p:nvSpPr>
          <p:cNvPr id="3" name="Text Placeholder 2">
            <a:extLst>
              <a:ext uri="{FF2B5EF4-FFF2-40B4-BE49-F238E27FC236}">
                <a16:creationId xmlns:a16="http://schemas.microsoft.com/office/drawing/2014/main" id="{D7FD7DB8-E816-45FB-B244-3604EF794162}"/>
              </a:ext>
            </a:extLst>
          </p:cNvPr>
          <p:cNvSpPr>
            <a:spLocks noGrp="1"/>
          </p:cNvSpPr>
          <p:nvPr>
            <p:ph type="body" idx="1"/>
          </p:nvPr>
        </p:nvSpPr>
        <p:spPr>
          <a:xfrm>
            <a:off x="421319" y="1490385"/>
            <a:ext cx="7702378" cy="2762100"/>
          </a:xfrm>
        </p:spPr>
        <p:txBody>
          <a:bodyPr/>
          <a:lstStyle/>
          <a:p>
            <a:r>
              <a:rPr lang="en-AU" dirty="0"/>
              <a:t>Consent is permission for something to happen, or an agreement to do something.</a:t>
            </a:r>
          </a:p>
          <a:p>
            <a:endParaRPr lang="en-AU" dirty="0"/>
          </a:p>
          <a:p>
            <a:r>
              <a:rPr lang="en-AU" dirty="0"/>
              <a:t>Consent applies to everything and everyone. </a:t>
            </a:r>
          </a:p>
          <a:p>
            <a:pPr lvl="1"/>
            <a:r>
              <a:rPr lang="en-AU" dirty="0"/>
              <a:t>When you want to interact with someone’s body or property, you must get their consent and when someone wishes to do the same to you, they must get your consent first.</a:t>
            </a:r>
          </a:p>
          <a:p>
            <a:endParaRPr lang="en-AU" dirty="0"/>
          </a:p>
        </p:txBody>
      </p:sp>
      <p:sp>
        <p:nvSpPr>
          <p:cNvPr id="5" name="Slide Number Placeholder 4">
            <a:extLst>
              <a:ext uri="{FF2B5EF4-FFF2-40B4-BE49-F238E27FC236}">
                <a16:creationId xmlns:a16="http://schemas.microsoft.com/office/drawing/2014/main" id="{CD1B90CC-CFD7-4FD5-A380-57DC0B75D3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pic>
        <p:nvPicPr>
          <p:cNvPr id="7" name="Graphic 6" descr="Man holding sign">
            <a:extLst>
              <a:ext uri="{FF2B5EF4-FFF2-40B4-BE49-F238E27FC236}">
                <a16:creationId xmlns:a16="http://schemas.microsoft.com/office/drawing/2014/main" id="{52463E33-1E1C-4E0F-AC40-EC16A2FD69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57046" y="3420352"/>
            <a:ext cx="796873" cy="1664266"/>
          </a:xfrm>
          <a:prstGeom prst="rect">
            <a:avLst/>
          </a:prstGeom>
        </p:spPr>
      </p:pic>
      <p:sp>
        <p:nvSpPr>
          <p:cNvPr id="8" name="TextBox 7">
            <a:extLst>
              <a:ext uri="{FF2B5EF4-FFF2-40B4-BE49-F238E27FC236}">
                <a16:creationId xmlns:a16="http://schemas.microsoft.com/office/drawing/2014/main" id="{8DFFDE78-1080-4BCF-9120-30453EA7FC84}"/>
              </a:ext>
            </a:extLst>
          </p:cNvPr>
          <p:cNvSpPr txBox="1"/>
          <p:nvPr/>
        </p:nvSpPr>
        <p:spPr>
          <a:xfrm>
            <a:off x="8032052" y="3885961"/>
            <a:ext cx="846859" cy="307777"/>
          </a:xfrm>
          <a:prstGeom prst="rect">
            <a:avLst/>
          </a:prstGeom>
          <a:noFill/>
        </p:spPr>
        <p:txBody>
          <a:bodyPr wrap="square" rtlCol="0">
            <a:spAutoFit/>
          </a:bodyPr>
          <a:lstStyle/>
          <a:p>
            <a:r>
              <a:rPr lang="en-AU" dirty="0"/>
              <a:t>Consent</a:t>
            </a:r>
          </a:p>
        </p:txBody>
      </p:sp>
    </p:spTree>
    <p:extLst>
      <p:ext uri="{BB962C8B-B14F-4D97-AF65-F5344CB8AC3E}">
        <p14:creationId xmlns:p14="http://schemas.microsoft.com/office/powerpoint/2010/main" val="4048680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11B73-9C2D-4EFE-59C8-11025FDADAD3}"/>
              </a:ext>
            </a:extLst>
          </p:cNvPr>
          <p:cNvSpPr>
            <a:spLocks noGrp="1"/>
          </p:cNvSpPr>
          <p:nvPr>
            <p:ph type="title"/>
          </p:nvPr>
        </p:nvSpPr>
        <p:spPr>
          <a:xfrm>
            <a:off x="883374" y="683600"/>
            <a:ext cx="7327371" cy="396300"/>
          </a:xfrm>
        </p:spPr>
        <p:txBody>
          <a:bodyPr/>
          <a:lstStyle/>
          <a:p>
            <a:r>
              <a:rPr lang="en-US" dirty="0"/>
              <a:t>Activity 1: </a:t>
            </a:r>
            <a:r>
              <a:rPr lang="en-US" dirty="0">
                <a:solidFill>
                  <a:srgbClr val="00B050"/>
                </a:solidFill>
              </a:rPr>
              <a:t>WHEN</a:t>
            </a:r>
            <a:r>
              <a:rPr lang="en-US" dirty="0"/>
              <a:t> TO ASK FOR CONSENT Brainstorm </a:t>
            </a:r>
            <a:r>
              <a:rPr lang="en-AU" dirty="0"/>
              <a:t>(Pg. 27)</a:t>
            </a:r>
            <a:endParaRPr lang="en-US" dirty="0"/>
          </a:p>
        </p:txBody>
      </p:sp>
      <p:sp>
        <p:nvSpPr>
          <p:cNvPr id="3" name="Text Placeholder 2">
            <a:extLst>
              <a:ext uri="{FF2B5EF4-FFF2-40B4-BE49-F238E27FC236}">
                <a16:creationId xmlns:a16="http://schemas.microsoft.com/office/drawing/2014/main" id="{5E567972-BB4F-93E2-088B-37F12031E0EE}"/>
              </a:ext>
            </a:extLst>
          </p:cNvPr>
          <p:cNvSpPr>
            <a:spLocks noGrp="1"/>
          </p:cNvSpPr>
          <p:nvPr>
            <p:ph type="body" idx="1"/>
          </p:nvPr>
        </p:nvSpPr>
        <p:spPr>
          <a:xfrm>
            <a:off x="648929" y="1394250"/>
            <a:ext cx="7472516" cy="3065650"/>
          </a:xfrm>
        </p:spPr>
        <p:txBody>
          <a:bodyPr/>
          <a:lstStyle/>
          <a:p>
            <a:r>
              <a:rPr lang="en-US" sz="1800" dirty="0"/>
              <a:t>Students work in groups of 2-4.</a:t>
            </a:r>
          </a:p>
          <a:p>
            <a:r>
              <a:rPr lang="en-US" sz="1800" dirty="0"/>
              <a:t>Each group receives a piece of A3 paper.</a:t>
            </a:r>
          </a:p>
          <a:p>
            <a:endParaRPr lang="en-US" sz="1800" dirty="0"/>
          </a:p>
          <a:p>
            <a:r>
              <a:rPr lang="en-US" sz="1800" dirty="0"/>
              <a:t>Draw a brainstorm with the following bubbles:</a:t>
            </a:r>
          </a:p>
          <a:p>
            <a:pPr lvl="1"/>
            <a:r>
              <a:rPr lang="en-US" sz="1800" dirty="0"/>
              <a:t>ONLINE Scenarios</a:t>
            </a:r>
          </a:p>
          <a:p>
            <a:pPr lvl="1"/>
            <a:r>
              <a:rPr lang="en-US" sz="1800" dirty="0"/>
              <a:t>Other LIFE Scenarios</a:t>
            </a:r>
          </a:p>
          <a:p>
            <a:pPr lvl="1"/>
            <a:r>
              <a:rPr lang="en-US" sz="1800" dirty="0"/>
              <a:t>Scenarios related to our BODY</a:t>
            </a:r>
          </a:p>
          <a:p>
            <a:pPr lvl="1"/>
            <a:endParaRPr lang="en-US" sz="1800" dirty="0"/>
          </a:p>
          <a:p>
            <a:r>
              <a:rPr lang="en-US" sz="1800" dirty="0"/>
              <a:t>You have 2 minutes. Once completed, all group members to place your hands on your heads. </a:t>
            </a:r>
          </a:p>
        </p:txBody>
      </p:sp>
      <p:sp>
        <p:nvSpPr>
          <p:cNvPr id="4" name="Slide Number Placeholder 3">
            <a:extLst>
              <a:ext uri="{FF2B5EF4-FFF2-40B4-BE49-F238E27FC236}">
                <a16:creationId xmlns:a16="http://schemas.microsoft.com/office/drawing/2014/main" id="{63D7DF29-9855-480B-12CE-AA9797D36C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extLst>
      <p:ext uri="{BB962C8B-B14F-4D97-AF65-F5344CB8AC3E}">
        <p14:creationId xmlns:p14="http://schemas.microsoft.com/office/powerpoint/2010/main" val="1392947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loud 3">
            <a:extLst>
              <a:ext uri="{FF2B5EF4-FFF2-40B4-BE49-F238E27FC236}">
                <a16:creationId xmlns:a16="http://schemas.microsoft.com/office/drawing/2014/main" id="{F0D9F6FB-8882-E6AE-435E-7CEFC6483B74}"/>
              </a:ext>
            </a:extLst>
          </p:cNvPr>
          <p:cNvSpPr/>
          <p:nvPr/>
        </p:nvSpPr>
        <p:spPr>
          <a:xfrm>
            <a:off x="3103056" y="1756135"/>
            <a:ext cx="2123870" cy="1134128"/>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 name="TextBox 4">
            <a:extLst>
              <a:ext uri="{FF2B5EF4-FFF2-40B4-BE49-F238E27FC236}">
                <a16:creationId xmlns:a16="http://schemas.microsoft.com/office/drawing/2014/main" id="{9266D790-BCF5-A9F7-16D0-4B7283B2E161}"/>
              </a:ext>
            </a:extLst>
          </p:cNvPr>
          <p:cNvSpPr txBox="1"/>
          <p:nvPr/>
        </p:nvSpPr>
        <p:spPr>
          <a:xfrm>
            <a:off x="3336209" y="2002531"/>
            <a:ext cx="1591573" cy="646331"/>
          </a:xfrm>
          <a:prstGeom prst="rect">
            <a:avLst/>
          </a:prstGeom>
          <a:noFill/>
        </p:spPr>
        <p:txBody>
          <a:bodyPr wrap="square" rtlCol="0">
            <a:spAutoFit/>
          </a:bodyPr>
          <a:lstStyle/>
          <a:p>
            <a:pPr algn="ctr"/>
            <a:r>
              <a:rPr lang="en-US" sz="1800" dirty="0">
                <a:latin typeface="Bradley Hand" pitchFamily="2" charset="77"/>
              </a:rPr>
              <a:t>When to ask for Consent</a:t>
            </a:r>
          </a:p>
        </p:txBody>
      </p:sp>
      <p:cxnSp>
        <p:nvCxnSpPr>
          <p:cNvPr id="7" name="Straight Arrow Connector 6">
            <a:extLst>
              <a:ext uri="{FF2B5EF4-FFF2-40B4-BE49-F238E27FC236}">
                <a16:creationId xmlns:a16="http://schemas.microsoft.com/office/drawing/2014/main" id="{DCD9AEA2-53E2-1985-204E-9E2A47E56F0D}"/>
              </a:ext>
            </a:extLst>
          </p:cNvPr>
          <p:cNvCxnSpPr>
            <a:cxnSpLocks/>
          </p:cNvCxnSpPr>
          <p:nvPr/>
        </p:nvCxnSpPr>
        <p:spPr>
          <a:xfrm flipV="1">
            <a:off x="4954661" y="1410510"/>
            <a:ext cx="994413" cy="530870"/>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51311E99-6E89-FBD0-D67F-1593221CFB35}"/>
              </a:ext>
            </a:extLst>
          </p:cNvPr>
          <p:cNvCxnSpPr>
            <a:cxnSpLocks/>
          </p:cNvCxnSpPr>
          <p:nvPr/>
        </p:nvCxnSpPr>
        <p:spPr>
          <a:xfrm flipH="1" flipV="1">
            <a:off x="2289475" y="1530197"/>
            <a:ext cx="1046734" cy="639021"/>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B441236-37C3-8E23-83A1-5732EBA61406}"/>
              </a:ext>
            </a:extLst>
          </p:cNvPr>
          <p:cNvCxnSpPr>
            <a:cxnSpLocks/>
            <a:endCxn id="6" idx="0"/>
          </p:cNvCxnSpPr>
          <p:nvPr/>
        </p:nvCxnSpPr>
        <p:spPr>
          <a:xfrm>
            <a:off x="4495676" y="2716412"/>
            <a:ext cx="174137" cy="787358"/>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4BF1A75-5B4C-9053-1F8B-15AFED029713}"/>
              </a:ext>
            </a:extLst>
          </p:cNvPr>
          <p:cNvSpPr txBox="1"/>
          <p:nvPr/>
        </p:nvSpPr>
        <p:spPr>
          <a:xfrm>
            <a:off x="1666777" y="1117279"/>
            <a:ext cx="1240288" cy="415498"/>
          </a:xfrm>
          <a:prstGeom prst="rect">
            <a:avLst/>
          </a:prstGeom>
          <a:noFill/>
          <a:ln w="19050">
            <a:solidFill>
              <a:schemeClr val="accent4">
                <a:lumMod val="60000"/>
                <a:lumOff val="40000"/>
              </a:schemeClr>
            </a:solidFill>
          </a:ln>
        </p:spPr>
        <p:txBody>
          <a:bodyPr wrap="square" rtlCol="0">
            <a:spAutoFit/>
          </a:bodyPr>
          <a:lstStyle/>
          <a:p>
            <a:pPr algn="ctr"/>
            <a:r>
              <a:rPr lang="en-US" sz="1050" dirty="0"/>
              <a:t>ONLINE Scenarios</a:t>
            </a:r>
          </a:p>
        </p:txBody>
      </p:sp>
      <p:sp>
        <p:nvSpPr>
          <p:cNvPr id="2" name="TextBox 1">
            <a:extLst>
              <a:ext uri="{FF2B5EF4-FFF2-40B4-BE49-F238E27FC236}">
                <a16:creationId xmlns:a16="http://schemas.microsoft.com/office/drawing/2014/main" id="{D2780419-A028-F5D9-A05E-678E19A98D9E}"/>
              </a:ext>
            </a:extLst>
          </p:cNvPr>
          <p:cNvSpPr txBox="1"/>
          <p:nvPr/>
        </p:nvSpPr>
        <p:spPr>
          <a:xfrm>
            <a:off x="5951628" y="1173028"/>
            <a:ext cx="1668372" cy="253916"/>
          </a:xfrm>
          <a:prstGeom prst="rect">
            <a:avLst/>
          </a:prstGeom>
          <a:noFill/>
          <a:ln w="19050">
            <a:solidFill>
              <a:schemeClr val="accent4">
                <a:lumMod val="60000"/>
                <a:lumOff val="40000"/>
              </a:schemeClr>
            </a:solidFill>
          </a:ln>
        </p:spPr>
        <p:txBody>
          <a:bodyPr wrap="square" rtlCol="0">
            <a:spAutoFit/>
          </a:bodyPr>
          <a:lstStyle/>
          <a:p>
            <a:pPr algn="ctr"/>
            <a:r>
              <a:rPr lang="en-US" sz="1050" dirty="0"/>
              <a:t>Other LIFE scenarios</a:t>
            </a:r>
          </a:p>
        </p:txBody>
      </p:sp>
      <p:sp>
        <p:nvSpPr>
          <p:cNvPr id="6" name="TextBox 5">
            <a:extLst>
              <a:ext uri="{FF2B5EF4-FFF2-40B4-BE49-F238E27FC236}">
                <a16:creationId xmlns:a16="http://schemas.microsoft.com/office/drawing/2014/main" id="{B3EA641D-1B36-E579-20DF-9279724B74D4}"/>
              </a:ext>
            </a:extLst>
          </p:cNvPr>
          <p:cNvSpPr txBox="1"/>
          <p:nvPr/>
        </p:nvSpPr>
        <p:spPr>
          <a:xfrm>
            <a:off x="3569512" y="3503770"/>
            <a:ext cx="2200601" cy="253916"/>
          </a:xfrm>
          <a:prstGeom prst="rect">
            <a:avLst/>
          </a:prstGeom>
          <a:noFill/>
          <a:ln w="19050">
            <a:solidFill>
              <a:schemeClr val="accent4">
                <a:lumMod val="60000"/>
                <a:lumOff val="40000"/>
              </a:schemeClr>
            </a:solidFill>
          </a:ln>
        </p:spPr>
        <p:txBody>
          <a:bodyPr wrap="square" rtlCol="0">
            <a:spAutoFit/>
          </a:bodyPr>
          <a:lstStyle/>
          <a:p>
            <a:pPr algn="ctr"/>
            <a:r>
              <a:rPr lang="en-US" sz="1050" dirty="0"/>
              <a:t>Scenarios related to our BODY</a:t>
            </a:r>
          </a:p>
        </p:txBody>
      </p:sp>
      <p:cxnSp>
        <p:nvCxnSpPr>
          <p:cNvPr id="34" name="Straight Arrow Connector 33">
            <a:extLst>
              <a:ext uri="{FF2B5EF4-FFF2-40B4-BE49-F238E27FC236}">
                <a16:creationId xmlns:a16="http://schemas.microsoft.com/office/drawing/2014/main" id="{BCE28A21-93A9-91E2-F0C5-F47ABF1E75AA}"/>
              </a:ext>
            </a:extLst>
          </p:cNvPr>
          <p:cNvCxnSpPr>
            <a:cxnSpLocks/>
            <a:stCxn id="20" idx="1"/>
          </p:cNvCxnSpPr>
          <p:nvPr/>
        </p:nvCxnSpPr>
        <p:spPr>
          <a:xfrm flipH="1" flipV="1">
            <a:off x="1263521" y="1196858"/>
            <a:ext cx="403256" cy="12817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0C26B12-4DFD-7D0F-6F85-CBA787F8C91B}"/>
              </a:ext>
            </a:extLst>
          </p:cNvPr>
          <p:cNvCxnSpPr>
            <a:cxnSpLocks/>
            <a:stCxn id="20" idx="0"/>
          </p:cNvCxnSpPr>
          <p:nvPr/>
        </p:nvCxnSpPr>
        <p:spPr>
          <a:xfrm flipV="1">
            <a:off x="2286921" y="688506"/>
            <a:ext cx="661122" cy="4287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6723998-283A-89A4-6B94-FDFFFC76EEF7}"/>
              </a:ext>
            </a:extLst>
          </p:cNvPr>
          <p:cNvCxnSpPr>
            <a:cxnSpLocks/>
            <a:stCxn id="20" idx="0"/>
          </p:cNvCxnSpPr>
          <p:nvPr/>
        </p:nvCxnSpPr>
        <p:spPr>
          <a:xfrm flipH="1" flipV="1">
            <a:off x="1411968" y="581525"/>
            <a:ext cx="874953" cy="53575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337CAA78-BE9A-F3F8-5169-F7764B8756B3}"/>
              </a:ext>
            </a:extLst>
          </p:cNvPr>
          <p:cNvCxnSpPr>
            <a:cxnSpLocks/>
          </p:cNvCxnSpPr>
          <p:nvPr/>
        </p:nvCxnSpPr>
        <p:spPr>
          <a:xfrm>
            <a:off x="2278668" y="1535293"/>
            <a:ext cx="49231" cy="7608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3102BE9D-30EC-CD0C-8228-E1AC412F3B3F}"/>
              </a:ext>
            </a:extLst>
          </p:cNvPr>
          <p:cNvCxnSpPr>
            <a:cxnSpLocks/>
            <a:stCxn id="20" idx="2"/>
          </p:cNvCxnSpPr>
          <p:nvPr/>
        </p:nvCxnSpPr>
        <p:spPr>
          <a:xfrm flipH="1">
            <a:off x="1263521" y="1532777"/>
            <a:ext cx="1023400" cy="22335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1CE7853D-BEF3-C5AC-E770-7C5A84547254}"/>
              </a:ext>
            </a:extLst>
          </p:cNvPr>
          <p:cNvSpPr txBox="1"/>
          <p:nvPr/>
        </p:nvSpPr>
        <p:spPr>
          <a:xfrm>
            <a:off x="6381646" y="3919268"/>
            <a:ext cx="2762354" cy="1169551"/>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pPr algn="ctr"/>
            <a:r>
              <a:rPr lang="en-US" sz="1400" dirty="0"/>
              <a:t>Draw this brainstorm onto your page.</a:t>
            </a:r>
          </a:p>
          <a:p>
            <a:pPr algn="ctr"/>
            <a:r>
              <a:rPr lang="en-US" sz="1400" dirty="0"/>
              <a:t>Once completed, all group members to place your hands on your heads. </a:t>
            </a:r>
          </a:p>
        </p:txBody>
      </p:sp>
      <p:cxnSp>
        <p:nvCxnSpPr>
          <p:cNvPr id="38" name="Straight Arrow Connector 37">
            <a:extLst>
              <a:ext uri="{FF2B5EF4-FFF2-40B4-BE49-F238E27FC236}">
                <a16:creationId xmlns:a16="http://schemas.microsoft.com/office/drawing/2014/main" id="{C1B9E0CB-3A98-05E1-9627-EB729D31AC02}"/>
              </a:ext>
            </a:extLst>
          </p:cNvPr>
          <p:cNvCxnSpPr>
            <a:cxnSpLocks/>
          </p:cNvCxnSpPr>
          <p:nvPr/>
        </p:nvCxnSpPr>
        <p:spPr>
          <a:xfrm flipV="1">
            <a:off x="2907065" y="871608"/>
            <a:ext cx="1118900" cy="45342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3C9D320-5D5C-7647-8472-F1D081929422}"/>
              </a:ext>
            </a:extLst>
          </p:cNvPr>
          <p:cNvCxnSpPr>
            <a:cxnSpLocks/>
          </p:cNvCxnSpPr>
          <p:nvPr/>
        </p:nvCxnSpPr>
        <p:spPr>
          <a:xfrm>
            <a:off x="2907065" y="1325028"/>
            <a:ext cx="477913" cy="12224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6727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11B73-9C2D-4EFE-59C8-11025FDADAD3}"/>
              </a:ext>
            </a:extLst>
          </p:cNvPr>
          <p:cNvSpPr>
            <a:spLocks noGrp="1"/>
          </p:cNvSpPr>
          <p:nvPr>
            <p:ph type="title"/>
          </p:nvPr>
        </p:nvSpPr>
        <p:spPr>
          <a:xfrm>
            <a:off x="883375" y="683600"/>
            <a:ext cx="7472516" cy="396300"/>
          </a:xfrm>
        </p:spPr>
        <p:txBody>
          <a:bodyPr/>
          <a:lstStyle/>
          <a:p>
            <a:r>
              <a:rPr lang="en-US" dirty="0"/>
              <a:t>Activity 1: </a:t>
            </a:r>
            <a:r>
              <a:rPr lang="en-US" dirty="0">
                <a:solidFill>
                  <a:srgbClr val="00B050"/>
                </a:solidFill>
              </a:rPr>
              <a:t>WHEN</a:t>
            </a:r>
            <a:r>
              <a:rPr lang="en-US" dirty="0"/>
              <a:t> TO ASK FOR CONSENT Brainstorm </a:t>
            </a:r>
            <a:r>
              <a:rPr lang="en-AU" dirty="0"/>
              <a:t>(Pg. 27)</a:t>
            </a:r>
            <a:endParaRPr lang="en-US" dirty="0"/>
          </a:p>
        </p:txBody>
      </p:sp>
      <p:sp>
        <p:nvSpPr>
          <p:cNvPr id="3" name="Text Placeholder 2">
            <a:extLst>
              <a:ext uri="{FF2B5EF4-FFF2-40B4-BE49-F238E27FC236}">
                <a16:creationId xmlns:a16="http://schemas.microsoft.com/office/drawing/2014/main" id="{5E567972-BB4F-93E2-088B-37F12031E0EE}"/>
              </a:ext>
            </a:extLst>
          </p:cNvPr>
          <p:cNvSpPr>
            <a:spLocks noGrp="1"/>
          </p:cNvSpPr>
          <p:nvPr>
            <p:ph type="body" idx="1"/>
          </p:nvPr>
        </p:nvSpPr>
        <p:spPr>
          <a:xfrm>
            <a:off x="648929" y="1506350"/>
            <a:ext cx="7472516" cy="3065650"/>
          </a:xfrm>
        </p:spPr>
        <p:txBody>
          <a:bodyPr/>
          <a:lstStyle/>
          <a:p>
            <a:r>
              <a:rPr lang="en-US" dirty="0"/>
              <a:t>Working together, brainstorm:</a:t>
            </a:r>
          </a:p>
          <a:p>
            <a:endParaRPr lang="en-US" dirty="0"/>
          </a:p>
          <a:p>
            <a:endParaRPr lang="en-US" dirty="0"/>
          </a:p>
          <a:p>
            <a:pPr marL="88900" indent="0" algn="ctr">
              <a:buNone/>
            </a:pPr>
            <a:r>
              <a:rPr lang="en-US" i="1" dirty="0"/>
              <a:t>Examples of </a:t>
            </a:r>
            <a:r>
              <a:rPr lang="en-US" b="1" i="1" u="sng" dirty="0"/>
              <a:t>ONLINE SCENARIOS</a:t>
            </a:r>
            <a:r>
              <a:rPr lang="en-US" b="1" i="1" dirty="0"/>
              <a:t> </a:t>
            </a:r>
            <a:r>
              <a:rPr lang="en-US" i="1" dirty="0"/>
              <a:t>where Consent should be asked for/given. </a:t>
            </a:r>
          </a:p>
          <a:p>
            <a:pPr lvl="1"/>
            <a:endParaRPr lang="en-US" dirty="0"/>
          </a:p>
          <a:p>
            <a:r>
              <a:rPr lang="en-US" dirty="0"/>
              <a:t>You have 3 minutes. </a:t>
            </a:r>
          </a:p>
        </p:txBody>
      </p:sp>
      <p:sp>
        <p:nvSpPr>
          <p:cNvPr id="4" name="Slide Number Placeholder 3">
            <a:extLst>
              <a:ext uri="{FF2B5EF4-FFF2-40B4-BE49-F238E27FC236}">
                <a16:creationId xmlns:a16="http://schemas.microsoft.com/office/drawing/2014/main" id="{63D7DF29-9855-480B-12CE-AA9797D36C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Tree>
    <p:extLst>
      <p:ext uri="{BB962C8B-B14F-4D97-AF65-F5344CB8AC3E}">
        <p14:creationId xmlns:p14="http://schemas.microsoft.com/office/powerpoint/2010/main" val="2491206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loud 3">
            <a:extLst>
              <a:ext uri="{FF2B5EF4-FFF2-40B4-BE49-F238E27FC236}">
                <a16:creationId xmlns:a16="http://schemas.microsoft.com/office/drawing/2014/main" id="{F0D9F6FB-8882-E6AE-435E-7CEFC6483B74}"/>
              </a:ext>
            </a:extLst>
          </p:cNvPr>
          <p:cNvSpPr/>
          <p:nvPr/>
        </p:nvSpPr>
        <p:spPr>
          <a:xfrm>
            <a:off x="3103056" y="1756135"/>
            <a:ext cx="2123870" cy="1134128"/>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 name="TextBox 4">
            <a:extLst>
              <a:ext uri="{FF2B5EF4-FFF2-40B4-BE49-F238E27FC236}">
                <a16:creationId xmlns:a16="http://schemas.microsoft.com/office/drawing/2014/main" id="{9266D790-BCF5-A9F7-16D0-4B7283B2E161}"/>
              </a:ext>
            </a:extLst>
          </p:cNvPr>
          <p:cNvSpPr txBox="1"/>
          <p:nvPr/>
        </p:nvSpPr>
        <p:spPr>
          <a:xfrm>
            <a:off x="3336209" y="2002531"/>
            <a:ext cx="1591573" cy="646331"/>
          </a:xfrm>
          <a:prstGeom prst="rect">
            <a:avLst/>
          </a:prstGeom>
          <a:noFill/>
        </p:spPr>
        <p:txBody>
          <a:bodyPr wrap="square" rtlCol="0">
            <a:spAutoFit/>
          </a:bodyPr>
          <a:lstStyle/>
          <a:p>
            <a:pPr algn="ctr"/>
            <a:r>
              <a:rPr lang="en-US" sz="1800" dirty="0">
                <a:latin typeface="Bradley Hand" pitchFamily="2" charset="77"/>
              </a:rPr>
              <a:t>When to ask for Consent</a:t>
            </a:r>
          </a:p>
        </p:txBody>
      </p:sp>
      <p:cxnSp>
        <p:nvCxnSpPr>
          <p:cNvPr id="11" name="Straight Arrow Connector 10">
            <a:extLst>
              <a:ext uri="{FF2B5EF4-FFF2-40B4-BE49-F238E27FC236}">
                <a16:creationId xmlns:a16="http://schemas.microsoft.com/office/drawing/2014/main" id="{51311E99-6E89-FBD0-D67F-1593221CFB35}"/>
              </a:ext>
            </a:extLst>
          </p:cNvPr>
          <p:cNvCxnSpPr>
            <a:cxnSpLocks/>
          </p:cNvCxnSpPr>
          <p:nvPr/>
        </p:nvCxnSpPr>
        <p:spPr>
          <a:xfrm flipH="1" flipV="1">
            <a:off x="2289475" y="1530197"/>
            <a:ext cx="1046734" cy="654088"/>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4BF1A75-5B4C-9053-1F8B-15AFED029713}"/>
              </a:ext>
            </a:extLst>
          </p:cNvPr>
          <p:cNvSpPr txBox="1"/>
          <p:nvPr/>
        </p:nvSpPr>
        <p:spPr>
          <a:xfrm>
            <a:off x="1666777" y="1117279"/>
            <a:ext cx="1240288" cy="415498"/>
          </a:xfrm>
          <a:prstGeom prst="rect">
            <a:avLst/>
          </a:prstGeom>
          <a:noFill/>
          <a:ln w="19050">
            <a:solidFill>
              <a:schemeClr val="accent4">
                <a:lumMod val="60000"/>
                <a:lumOff val="40000"/>
              </a:schemeClr>
            </a:solidFill>
          </a:ln>
        </p:spPr>
        <p:txBody>
          <a:bodyPr wrap="square" rtlCol="0">
            <a:spAutoFit/>
          </a:bodyPr>
          <a:lstStyle/>
          <a:p>
            <a:pPr algn="ctr"/>
            <a:r>
              <a:rPr lang="en-US" sz="1050" dirty="0"/>
              <a:t>ONLINE Scenarios</a:t>
            </a:r>
          </a:p>
        </p:txBody>
      </p:sp>
      <p:sp>
        <p:nvSpPr>
          <p:cNvPr id="21" name="TextBox 20">
            <a:extLst>
              <a:ext uri="{FF2B5EF4-FFF2-40B4-BE49-F238E27FC236}">
                <a16:creationId xmlns:a16="http://schemas.microsoft.com/office/drawing/2014/main" id="{44A96EE0-CE31-BD1F-BE1D-11A996905558}"/>
              </a:ext>
            </a:extLst>
          </p:cNvPr>
          <p:cNvSpPr txBox="1"/>
          <p:nvPr/>
        </p:nvSpPr>
        <p:spPr>
          <a:xfrm>
            <a:off x="2546910" y="276338"/>
            <a:ext cx="1570641" cy="577081"/>
          </a:xfrm>
          <a:prstGeom prst="rect">
            <a:avLst/>
          </a:prstGeom>
          <a:noFill/>
        </p:spPr>
        <p:txBody>
          <a:bodyPr wrap="square" rtlCol="0">
            <a:spAutoFit/>
          </a:bodyPr>
          <a:lstStyle/>
          <a:p>
            <a:pPr algn="ctr"/>
            <a:r>
              <a:rPr lang="en-US" sz="1050" dirty="0"/>
              <a:t>When sharing someone’s personal details.</a:t>
            </a:r>
          </a:p>
        </p:txBody>
      </p:sp>
      <p:sp>
        <p:nvSpPr>
          <p:cNvPr id="22" name="TextBox 21">
            <a:extLst>
              <a:ext uri="{FF2B5EF4-FFF2-40B4-BE49-F238E27FC236}">
                <a16:creationId xmlns:a16="http://schemas.microsoft.com/office/drawing/2014/main" id="{1B696E4B-BBFE-07A5-B275-BA8F821A1E67}"/>
              </a:ext>
            </a:extLst>
          </p:cNvPr>
          <p:cNvSpPr txBox="1"/>
          <p:nvPr/>
        </p:nvSpPr>
        <p:spPr>
          <a:xfrm>
            <a:off x="109803" y="1768787"/>
            <a:ext cx="1661292" cy="415498"/>
          </a:xfrm>
          <a:prstGeom prst="rect">
            <a:avLst/>
          </a:prstGeom>
          <a:noFill/>
        </p:spPr>
        <p:txBody>
          <a:bodyPr wrap="square" rtlCol="0">
            <a:spAutoFit/>
          </a:bodyPr>
          <a:lstStyle/>
          <a:p>
            <a:pPr algn="ctr"/>
            <a:r>
              <a:rPr lang="en-US" sz="1050" dirty="0"/>
              <a:t>Creating an account or signing up for something</a:t>
            </a:r>
          </a:p>
        </p:txBody>
      </p:sp>
      <p:sp>
        <p:nvSpPr>
          <p:cNvPr id="23" name="TextBox 22">
            <a:extLst>
              <a:ext uri="{FF2B5EF4-FFF2-40B4-BE49-F238E27FC236}">
                <a16:creationId xmlns:a16="http://schemas.microsoft.com/office/drawing/2014/main" id="{F4C201E2-C101-7CE1-4ABA-9F8C112C1B27}"/>
              </a:ext>
            </a:extLst>
          </p:cNvPr>
          <p:cNvSpPr txBox="1"/>
          <p:nvPr/>
        </p:nvSpPr>
        <p:spPr>
          <a:xfrm>
            <a:off x="61956" y="828738"/>
            <a:ext cx="1315672" cy="577081"/>
          </a:xfrm>
          <a:prstGeom prst="rect">
            <a:avLst/>
          </a:prstGeom>
          <a:noFill/>
        </p:spPr>
        <p:txBody>
          <a:bodyPr wrap="square" rtlCol="0">
            <a:spAutoFit/>
          </a:bodyPr>
          <a:lstStyle/>
          <a:p>
            <a:pPr algn="ctr"/>
            <a:r>
              <a:rPr lang="en-US" sz="1050" dirty="0"/>
              <a:t>When posting a picture with someone else.</a:t>
            </a:r>
          </a:p>
        </p:txBody>
      </p:sp>
      <p:sp>
        <p:nvSpPr>
          <p:cNvPr id="28" name="TextBox 27">
            <a:extLst>
              <a:ext uri="{FF2B5EF4-FFF2-40B4-BE49-F238E27FC236}">
                <a16:creationId xmlns:a16="http://schemas.microsoft.com/office/drawing/2014/main" id="{4167F2B7-9FCC-8630-3A98-5B2D18EF69B8}"/>
              </a:ext>
            </a:extLst>
          </p:cNvPr>
          <p:cNvSpPr txBox="1"/>
          <p:nvPr/>
        </p:nvSpPr>
        <p:spPr>
          <a:xfrm>
            <a:off x="171791" y="154354"/>
            <a:ext cx="2480353" cy="415498"/>
          </a:xfrm>
          <a:prstGeom prst="rect">
            <a:avLst/>
          </a:prstGeom>
          <a:noFill/>
        </p:spPr>
        <p:txBody>
          <a:bodyPr wrap="square" rtlCol="0">
            <a:spAutoFit/>
          </a:bodyPr>
          <a:lstStyle/>
          <a:p>
            <a:pPr algn="ctr"/>
            <a:r>
              <a:rPr lang="en-US" sz="1050" dirty="0"/>
              <a:t>When posting a picture of someone else, or their family.</a:t>
            </a:r>
          </a:p>
        </p:txBody>
      </p:sp>
      <p:cxnSp>
        <p:nvCxnSpPr>
          <p:cNvPr id="34" name="Straight Arrow Connector 33">
            <a:extLst>
              <a:ext uri="{FF2B5EF4-FFF2-40B4-BE49-F238E27FC236}">
                <a16:creationId xmlns:a16="http://schemas.microsoft.com/office/drawing/2014/main" id="{BCE28A21-93A9-91E2-F0C5-F47ABF1E75AA}"/>
              </a:ext>
            </a:extLst>
          </p:cNvPr>
          <p:cNvCxnSpPr>
            <a:cxnSpLocks/>
            <a:stCxn id="20" idx="1"/>
          </p:cNvCxnSpPr>
          <p:nvPr/>
        </p:nvCxnSpPr>
        <p:spPr>
          <a:xfrm flipH="1" flipV="1">
            <a:off x="1263521" y="1196858"/>
            <a:ext cx="403256" cy="12817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0C26B12-4DFD-7D0F-6F85-CBA787F8C91B}"/>
              </a:ext>
            </a:extLst>
          </p:cNvPr>
          <p:cNvCxnSpPr>
            <a:cxnSpLocks/>
            <a:stCxn id="20" idx="0"/>
          </p:cNvCxnSpPr>
          <p:nvPr/>
        </p:nvCxnSpPr>
        <p:spPr>
          <a:xfrm flipV="1">
            <a:off x="2286921" y="688506"/>
            <a:ext cx="661122" cy="4287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6723998-283A-89A4-6B94-FDFFFC76EEF7}"/>
              </a:ext>
            </a:extLst>
          </p:cNvPr>
          <p:cNvCxnSpPr>
            <a:cxnSpLocks/>
            <a:stCxn id="20" idx="0"/>
            <a:endCxn id="28" idx="2"/>
          </p:cNvCxnSpPr>
          <p:nvPr/>
        </p:nvCxnSpPr>
        <p:spPr>
          <a:xfrm flipH="1" flipV="1">
            <a:off x="1411968" y="569852"/>
            <a:ext cx="874953" cy="54742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EF18E799-32CB-E466-4FD6-C08EDD67B162}"/>
              </a:ext>
            </a:extLst>
          </p:cNvPr>
          <p:cNvSpPr txBox="1"/>
          <p:nvPr/>
        </p:nvSpPr>
        <p:spPr>
          <a:xfrm>
            <a:off x="1416325" y="2329001"/>
            <a:ext cx="1784304" cy="577081"/>
          </a:xfrm>
          <a:prstGeom prst="rect">
            <a:avLst/>
          </a:prstGeom>
          <a:noFill/>
        </p:spPr>
        <p:txBody>
          <a:bodyPr wrap="square" rtlCol="0">
            <a:spAutoFit/>
          </a:bodyPr>
          <a:lstStyle/>
          <a:p>
            <a:r>
              <a:rPr lang="en-US" sz="1050" dirty="0"/>
              <a:t>Sharing or sending something that someone else made.</a:t>
            </a:r>
          </a:p>
        </p:txBody>
      </p:sp>
      <p:cxnSp>
        <p:nvCxnSpPr>
          <p:cNvPr id="114" name="Straight Arrow Connector 113">
            <a:extLst>
              <a:ext uri="{FF2B5EF4-FFF2-40B4-BE49-F238E27FC236}">
                <a16:creationId xmlns:a16="http://schemas.microsoft.com/office/drawing/2014/main" id="{337CAA78-BE9A-F3F8-5169-F7764B8756B3}"/>
              </a:ext>
            </a:extLst>
          </p:cNvPr>
          <p:cNvCxnSpPr>
            <a:cxnSpLocks/>
          </p:cNvCxnSpPr>
          <p:nvPr/>
        </p:nvCxnSpPr>
        <p:spPr>
          <a:xfrm>
            <a:off x="2278668" y="1535293"/>
            <a:ext cx="49231" cy="7608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3102BE9D-30EC-CD0C-8228-E1AC412F3B3F}"/>
              </a:ext>
            </a:extLst>
          </p:cNvPr>
          <p:cNvCxnSpPr>
            <a:cxnSpLocks/>
            <a:stCxn id="20" idx="2"/>
          </p:cNvCxnSpPr>
          <p:nvPr/>
        </p:nvCxnSpPr>
        <p:spPr>
          <a:xfrm flipH="1">
            <a:off x="1263521" y="1532777"/>
            <a:ext cx="1023400" cy="22335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21E55806-D31D-B64D-C395-3E15046F8CF7}"/>
              </a:ext>
            </a:extLst>
          </p:cNvPr>
          <p:cNvCxnSpPr>
            <a:cxnSpLocks/>
          </p:cNvCxnSpPr>
          <p:nvPr/>
        </p:nvCxnSpPr>
        <p:spPr>
          <a:xfrm flipV="1">
            <a:off x="4954661" y="1410510"/>
            <a:ext cx="994413" cy="530870"/>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01CE5E2-C0D5-1013-2BDC-77AE5539FFD2}"/>
              </a:ext>
            </a:extLst>
          </p:cNvPr>
          <p:cNvCxnSpPr>
            <a:cxnSpLocks/>
            <a:endCxn id="12" idx="0"/>
          </p:cNvCxnSpPr>
          <p:nvPr/>
        </p:nvCxnSpPr>
        <p:spPr>
          <a:xfrm>
            <a:off x="4495676" y="2716412"/>
            <a:ext cx="174137" cy="787358"/>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230B9DA-5563-C8EA-C063-0B74BDF30BF8}"/>
              </a:ext>
            </a:extLst>
          </p:cNvPr>
          <p:cNvSpPr txBox="1"/>
          <p:nvPr/>
        </p:nvSpPr>
        <p:spPr>
          <a:xfrm>
            <a:off x="5951628" y="1173028"/>
            <a:ext cx="1668372" cy="253916"/>
          </a:xfrm>
          <a:prstGeom prst="rect">
            <a:avLst/>
          </a:prstGeom>
          <a:noFill/>
          <a:ln w="19050">
            <a:solidFill>
              <a:schemeClr val="accent4">
                <a:lumMod val="60000"/>
                <a:lumOff val="40000"/>
              </a:schemeClr>
            </a:solidFill>
          </a:ln>
        </p:spPr>
        <p:txBody>
          <a:bodyPr wrap="square" rtlCol="0">
            <a:spAutoFit/>
          </a:bodyPr>
          <a:lstStyle/>
          <a:p>
            <a:pPr algn="ctr"/>
            <a:r>
              <a:rPr lang="en-US" sz="1050" dirty="0"/>
              <a:t>Other LIFE scenarios</a:t>
            </a:r>
          </a:p>
        </p:txBody>
      </p:sp>
      <p:sp>
        <p:nvSpPr>
          <p:cNvPr id="12" name="TextBox 11">
            <a:extLst>
              <a:ext uri="{FF2B5EF4-FFF2-40B4-BE49-F238E27FC236}">
                <a16:creationId xmlns:a16="http://schemas.microsoft.com/office/drawing/2014/main" id="{79A57A33-A38B-35ED-5C6E-AC6BE59E8F2B}"/>
              </a:ext>
            </a:extLst>
          </p:cNvPr>
          <p:cNvSpPr txBox="1"/>
          <p:nvPr/>
        </p:nvSpPr>
        <p:spPr>
          <a:xfrm>
            <a:off x="3569512" y="3503770"/>
            <a:ext cx="2200601" cy="253916"/>
          </a:xfrm>
          <a:prstGeom prst="rect">
            <a:avLst/>
          </a:prstGeom>
          <a:noFill/>
          <a:ln w="19050">
            <a:solidFill>
              <a:schemeClr val="accent4">
                <a:lumMod val="60000"/>
                <a:lumOff val="40000"/>
              </a:schemeClr>
            </a:solidFill>
          </a:ln>
        </p:spPr>
        <p:txBody>
          <a:bodyPr wrap="square" rtlCol="0">
            <a:spAutoFit/>
          </a:bodyPr>
          <a:lstStyle/>
          <a:p>
            <a:pPr algn="ctr"/>
            <a:r>
              <a:rPr lang="en-US" sz="1050" dirty="0"/>
              <a:t>Scenarios related to our BODY</a:t>
            </a:r>
          </a:p>
        </p:txBody>
      </p:sp>
      <p:sp>
        <p:nvSpPr>
          <p:cNvPr id="16" name="TextBox 15">
            <a:extLst>
              <a:ext uri="{FF2B5EF4-FFF2-40B4-BE49-F238E27FC236}">
                <a16:creationId xmlns:a16="http://schemas.microsoft.com/office/drawing/2014/main" id="{713C9CE7-E68A-8DA4-6601-0F8590BB9B41}"/>
              </a:ext>
            </a:extLst>
          </p:cNvPr>
          <p:cNvSpPr txBox="1"/>
          <p:nvPr/>
        </p:nvSpPr>
        <p:spPr>
          <a:xfrm>
            <a:off x="6312820" y="4531359"/>
            <a:ext cx="2762354" cy="523220"/>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pPr algn="ctr"/>
            <a:r>
              <a:rPr lang="en-US" sz="1400" dirty="0"/>
              <a:t>Be prepared to share your answers</a:t>
            </a:r>
          </a:p>
        </p:txBody>
      </p:sp>
      <p:sp>
        <p:nvSpPr>
          <p:cNvPr id="51" name="TextBox 50">
            <a:extLst>
              <a:ext uri="{FF2B5EF4-FFF2-40B4-BE49-F238E27FC236}">
                <a16:creationId xmlns:a16="http://schemas.microsoft.com/office/drawing/2014/main" id="{6E6035A7-3D1D-2AD8-17BE-C7FD9018AB71}"/>
              </a:ext>
            </a:extLst>
          </p:cNvPr>
          <p:cNvSpPr txBox="1"/>
          <p:nvPr/>
        </p:nvSpPr>
        <p:spPr>
          <a:xfrm>
            <a:off x="4025965" y="663859"/>
            <a:ext cx="1567129" cy="415498"/>
          </a:xfrm>
          <a:prstGeom prst="rect">
            <a:avLst/>
          </a:prstGeom>
          <a:noFill/>
        </p:spPr>
        <p:txBody>
          <a:bodyPr wrap="square" rtlCol="0">
            <a:spAutoFit/>
          </a:bodyPr>
          <a:lstStyle/>
          <a:p>
            <a:r>
              <a:rPr lang="en-US" sz="1050" dirty="0"/>
              <a:t>Joining a multiplayer game</a:t>
            </a:r>
          </a:p>
        </p:txBody>
      </p:sp>
      <p:cxnSp>
        <p:nvCxnSpPr>
          <p:cNvPr id="52" name="Straight Arrow Connector 51">
            <a:extLst>
              <a:ext uri="{FF2B5EF4-FFF2-40B4-BE49-F238E27FC236}">
                <a16:creationId xmlns:a16="http://schemas.microsoft.com/office/drawing/2014/main" id="{F50541D2-479E-18B0-081F-3BABA2867E1A}"/>
              </a:ext>
            </a:extLst>
          </p:cNvPr>
          <p:cNvCxnSpPr>
            <a:cxnSpLocks/>
            <a:stCxn id="20" idx="3"/>
            <a:endCxn id="51" idx="1"/>
          </p:cNvCxnSpPr>
          <p:nvPr/>
        </p:nvCxnSpPr>
        <p:spPr>
          <a:xfrm flipV="1">
            <a:off x="2907065" y="871608"/>
            <a:ext cx="1118900" cy="45342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8901BEA0-8300-6415-D9E0-44A989806C19}"/>
              </a:ext>
            </a:extLst>
          </p:cNvPr>
          <p:cNvSpPr txBox="1"/>
          <p:nvPr/>
        </p:nvSpPr>
        <p:spPr>
          <a:xfrm>
            <a:off x="3384978" y="1239525"/>
            <a:ext cx="1567129" cy="415498"/>
          </a:xfrm>
          <a:prstGeom prst="rect">
            <a:avLst/>
          </a:prstGeom>
          <a:noFill/>
        </p:spPr>
        <p:txBody>
          <a:bodyPr wrap="square" rtlCol="0">
            <a:spAutoFit/>
          </a:bodyPr>
          <a:lstStyle/>
          <a:p>
            <a:r>
              <a:rPr lang="en-US" sz="1050" dirty="0"/>
              <a:t>Tagging someone in an online post</a:t>
            </a:r>
          </a:p>
        </p:txBody>
      </p:sp>
      <p:cxnSp>
        <p:nvCxnSpPr>
          <p:cNvPr id="54" name="Straight Arrow Connector 53">
            <a:extLst>
              <a:ext uri="{FF2B5EF4-FFF2-40B4-BE49-F238E27FC236}">
                <a16:creationId xmlns:a16="http://schemas.microsoft.com/office/drawing/2014/main" id="{3A83F66B-3A25-6866-2584-F6B031B3F434}"/>
              </a:ext>
            </a:extLst>
          </p:cNvPr>
          <p:cNvCxnSpPr>
            <a:cxnSpLocks/>
            <a:stCxn id="20" idx="3"/>
            <a:endCxn id="53" idx="1"/>
          </p:cNvCxnSpPr>
          <p:nvPr/>
        </p:nvCxnSpPr>
        <p:spPr>
          <a:xfrm>
            <a:off x="2907065" y="1325028"/>
            <a:ext cx="477913" cy="12224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8177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11B73-9C2D-4EFE-59C8-11025FDADAD3}"/>
              </a:ext>
            </a:extLst>
          </p:cNvPr>
          <p:cNvSpPr>
            <a:spLocks noGrp="1"/>
          </p:cNvSpPr>
          <p:nvPr>
            <p:ph type="title"/>
          </p:nvPr>
        </p:nvSpPr>
        <p:spPr>
          <a:xfrm>
            <a:off x="883374" y="683600"/>
            <a:ext cx="7100419" cy="396300"/>
          </a:xfrm>
        </p:spPr>
        <p:txBody>
          <a:bodyPr/>
          <a:lstStyle/>
          <a:p>
            <a:r>
              <a:rPr lang="en-US" dirty="0"/>
              <a:t>Activity 1: </a:t>
            </a:r>
            <a:r>
              <a:rPr lang="en-US" dirty="0">
                <a:solidFill>
                  <a:srgbClr val="00B050"/>
                </a:solidFill>
              </a:rPr>
              <a:t>WHEN</a:t>
            </a:r>
            <a:r>
              <a:rPr lang="en-US" dirty="0"/>
              <a:t> TO ASK FOR CONSENT Brainstorm </a:t>
            </a:r>
            <a:r>
              <a:rPr lang="en-AU" dirty="0"/>
              <a:t>(Pg. 27)</a:t>
            </a:r>
            <a:endParaRPr lang="en-US" dirty="0"/>
          </a:p>
        </p:txBody>
      </p:sp>
      <p:sp>
        <p:nvSpPr>
          <p:cNvPr id="3" name="Text Placeholder 2">
            <a:extLst>
              <a:ext uri="{FF2B5EF4-FFF2-40B4-BE49-F238E27FC236}">
                <a16:creationId xmlns:a16="http://schemas.microsoft.com/office/drawing/2014/main" id="{5E567972-BB4F-93E2-088B-37F12031E0EE}"/>
              </a:ext>
            </a:extLst>
          </p:cNvPr>
          <p:cNvSpPr>
            <a:spLocks noGrp="1"/>
          </p:cNvSpPr>
          <p:nvPr>
            <p:ph type="body" idx="1"/>
          </p:nvPr>
        </p:nvSpPr>
        <p:spPr>
          <a:xfrm>
            <a:off x="648929" y="1506350"/>
            <a:ext cx="7472516" cy="3065650"/>
          </a:xfrm>
        </p:spPr>
        <p:txBody>
          <a:bodyPr/>
          <a:lstStyle/>
          <a:p>
            <a:r>
              <a:rPr lang="en-US" dirty="0"/>
              <a:t>Working together, brainstorm:</a:t>
            </a:r>
          </a:p>
          <a:p>
            <a:endParaRPr lang="en-US" dirty="0"/>
          </a:p>
          <a:p>
            <a:endParaRPr lang="en-US" dirty="0"/>
          </a:p>
          <a:p>
            <a:pPr marL="88900" indent="0" algn="ctr">
              <a:buNone/>
            </a:pPr>
            <a:r>
              <a:rPr lang="en-US" i="1" dirty="0"/>
              <a:t>Examples of </a:t>
            </a:r>
            <a:r>
              <a:rPr lang="en-US" b="1" i="1" u="sng" dirty="0"/>
              <a:t>OTHER LIFE SCENARIOS</a:t>
            </a:r>
            <a:r>
              <a:rPr lang="en-US" b="1" i="1" dirty="0"/>
              <a:t> </a:t>
            </a:r>
            <a:r>
              <a:rPr lang="en-US" i="1" dirty="0"/>
              <a:t>where Consent should be asked for/given. </a:t>
            </a:r>
          </a:p>
          <a:p>
            <a:pPr lvl="1"/>
            <a:endParaRPr lang="en-US" dirty="0"/>
          </a:p>
          <a:p>
            <a:r>
              <a:rPr lang="en-US" dirty="0"/>
              <a:t>You have 3 minutes. </a:t>
            </a:r>
          </a:p>
        </p:txBody>
      </p:sp>
      <p:sp>
        <p:nvSpPr>
          <p:cNvPr id="4" name="Slide Number Placeholder 3">
            <a:extLst>
              <a:ext uri="{FF2B5EF4-FFF2-40B4-BE49-F238E27FC236}">
                <a16:creationId xmlns:a16="http://schemas.microsoft.com/office/drawing/2014/main" id="{63D7DF29-9855-480B-12CE-AA9797D36C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Tree>
    <p:extLst>
      <p:ext uri="{BB962C8B-B14F-4D97-AF65-F5344CB8AC3E}">
        <p14:creationId xmlns:p14="http://schemas.microsoft.com/office/powerpoint/2010/main" val="180309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loud 3">
            <a:extLst>
              <a:ext uri="{FF2B5EF4-FFF2-40B4-BE49-F238E27FC236}">
                <a16:creationId xmlns:a16="http://schemas.microsoft.com/office/drawing/2014/main" id="{F0D9F6FB-8882-E6AE-435E-7CEFC6483B74}"/>
              </a:ext>
            </a:extLst>
          </p:cNvPr>
          <p:cNvSpPr/>
          <p:nvPr/>
        </p:nvSpPr>
        <p:spPr>
          <a:xfrm>
            <a:off x="3103056" y="1756135"/>
            <a:ext cx="2123870" cy="1134128"/>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 name="TextBox 4">
            <a:extLst>
              <a:ext uri="{FF2B5EF4-FFF2-40B4-BE49-F238E27FC236}">
                <a16:creationId xmlns:a16="http://schemas.microsoft.com/office/drawing/2014/main" id="{9266D790-BCF5-A9F7-16D0-4B7283B2E161}"/>
              </a:ext>
            </a:extLst>
          </p:cNvPr>
          <p:cNvSpPr txBox="1"/>
          <p:nvPr/>
        </p:nvSpPr>
        <p:spPr>
          <a:xfrm>
            <a:off x="3336209" y="2002531"/>
            <a:ext cx="1591573" cy="646331"/>
          </a:xfrm>
          <a:prstGeom prst="rect">
            <a:avLst/>
          </a:prstGeom>
          <a:noFill/>
        </p:spPr>
        <p:txBody>
          <a:bodyPr wrap="square" rtlCol="0">
            <a:spAutoFit/>
          </a:bodyPr>
          <a:lstStyle/>
          <a:p>
            <a:pPr algn="ctr"/>
            <a:r>
              <a:rPr lang="en-US" sz="1800" dirty="0">
                <a:latin typeface="Bradley Hand" pitchFamily="2" charset="77"/>
              </a:rPr>
              <a:t>When to ask for Consent</a:t>
            </a:r>
          </a:p>
        </p:txBody>
      </p:sp>
      <p:cxnSp>
        <p:nvCxnSpPr>
          <p:cNvPr id="11" name="Straight Arrow Connector 10">
            <a:extLst>
              <a:ext uri="{FF2B5EF4-FFF2-40B4-BE49-F238E27FC236}">
                <a16:creationId xmlns:a16="http://schemas.microsoft.com/office/drawing/2014/main" id="{51311E99-6E89-FBD0-D67F-1593221CFB35}"/>
              </a:ext>
            </a:extLst>
          </p:cNvPr>
          <p:cNvCxnSpPr>
            <a:cxnSpLocks/>
          </p:cNvCxnSpPr>
          <p:nvPr/>
        </p:nvCxnSpPr>
        <p:spPr>
          <a:xfrm flipH="1" flipV="1">
            <a:off x="2289475" y="1530197"/>
            <a:ext cx="1046734" cy="654088"/>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4BF1A75-5B4C-9053-1F8B-15AFED029713}"/>
              </a:ext>
            </a:extLst>
          </p:cNvPr>
          <p:cNvSpPr txBox="1"/>
          <p:nvPr/>
        </p:nvSpPr>
        <p:spPr>
          <a:xfrm>
            <a:off x="1666777" y="1117279"/>
            <a:ext cx="1240288" cy="415498"/>
          </a:xfrm>
          <a:prstGeom prst="rect">
            <a:avLst/>
          </a:prstGeom>
          <a:noFill/>
          <a:ln w="19050">
            <a:solidFill>
              <a:schemeClr val="accent4">
                <a:lumMod val="60000"/>
                <a:lumOff val="40000"/>
              </a:schemeClr>
            </a:solidFill>
          </a:ln>
        </p:spPr>
        <p:txBody>
          <a:bodyPr wrap="square" rtlCol="0">
            <a:spAutoFit/>
          </a:bodyPr>
          <a:lstStyle/>
          <a:p>
            <a:pPr algn="ctr"/>
            <a:r>
              <a:rPr lang="en-US" sz="1050" dirty="0"/>
              <a:t>ONLINE Scenarios</a:t>
            </a:r>
          </a:p>
        </p:txBody>
      </p:sp>
      <p:cxnSp>
        <p:nvCxnSpPr>
          <p:cNvPr id="3" name="Straight Arrow Connector 2">
            <a:extLst>
              <a:ext uri="{FF2B5EF4-FFF2-40B4-BE49-F238E27FC236}">
                <a16:creationId xmlns:a16="http://schemas.microsoft.com/office/drawing/2014/main" id="{21E55806-D31D-B64D-C395-3E15046F8CF7}"/>
              </a:ext>
            </a:extLst>
          </p:cNvPr>
          <p:cNvCxnSpPr>
            <a:cxnSpLocks/>
          </p:cNvCxnSpPr>
          <p:nvPr/>
        </p:nvCxnSpPr>
        <p:spPr>
          <a:xfrm flipV="1">
            <a:off x="4954661" y="1410510"/>
            <a:ext cx="994413" cy="530870"/>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01CE5E2-C0D5-1013-2BDC-77AE5539FFD2}"/>
              </a:ext>
            </a:extLst>
          </p:cNvPr>
          <p:cNvCxnSpPr>
            <a:cxnSpLocks/>
            <a:endCxn id="12" idx="0"/>
          </p:cNvCxnSpPr>
          <p:nvPr/>
        </p:nvCxnSpPr>
        <p:spPr>
          <a:xfrm>
            <a:off x="4495676" y="2716412"/>
            <a:ext cx="174137" cy="787358"/>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230B9DA-5563-C8EA-C063-0B74BDF30BF8}"/>
              </a:ext>
            </a:extLst>
          </p:cNvPr>
          <p:cNvSpPr txBox="1"/>
          <p:nvPr/>
        </p:nvSpPr>
        <p:spPr>
          <a:xfrm>
            <a:off x="5951628" y="1173028"/>
            <a:ext cx="1668372" cy="253916"/>
          </a:xfrm>
          <a:prstGeom prst="rect">
            <a:avLst/>
          </a:prstGeom>
          <a:noFill/>
          <a:ln w="19050">
            <a:solidFill>
              <a:schemeClr val="accent4">
                <a:lumMod val="60000"/>
                <a:lumOff val="40000"/>
              </a:schemeClr>
            </a:solidFill>
          </a:ln>
        </p:spPr>
        <p:txBody>
          <a:bodyPr wrap="square" rtlCol="0">
            <a:spAutoFit/>
          </a:bodyPr>
          <a:lstStyle/>
          <a:p>
            <a:pPr algn="ctr"/>
            <a:r>
              <a:rPr lang="en-US" sz="1050" dirty="0"/>
              <a:t>Other LIFE scenarios</a:t>
            </a:r>
          </a:p>
        </p:txBody>
      </p:sp>
      <p:sp>
        <p:nvSpPr>
          <p:cNvPr id="12" name="TextBox 11">
            <a:extLst>
              <a:ext uri="{FF2B5EF4-FFF2-40B4-BE49-F238E27FC236}">
                <a16:creationId xmlns:a16="http://schemas.microsoft.com/office/drawing/2014/main" id="{79A57A33-A38B-35ED-5C6E-AC6BE59E8F2B}"/>
              </a:ext>
            </a:extLst>
          </p:cNvPr>
          <p:cNvSpPr txBox="1"/>
          <p:nvPr/>
        </p:nvSpPr>
        <p:spPr>
          <a:xfrm>
            <a:off x="3569512" y="3503770"/>
            <a:ext cx="2200601" cy="253916"/>
          </a:xfrm>
          <a:prstGeom prst="rect">
            <a:avLst/>
          </a:prstGeom>
          <a:noFill/>
          <a:ln w="19050">
            <a:solidFill>
              <a:schemeClr val="accent4">
                <a:lumMod val="60000"/>
                <a:lumOff val="40000"/>
              </a:schemeClr>
            </a:solidFill>
          </a:ln>
        </p:spPr>
        <p:txBody>
          <a:bodyPr wrap="square" rtlCol="0">
            <a:spAutoFit/>
          </a:bodyPr>
          <a:lstStyle/>
          <a:p>
            <a:pPr algn="ctr"/>
            <a:r>
              <a:rPr lang="en-US" sz="1050" dirty="0"/>
              <a:t>Scenarios related to our BODY</a:t>
            </a:r>
          </a:p>
        </p:txBody>
      </p:sp>
      <p:cxnSp>
        <p:nvCxnSpPr>
          <p:cNvPr id="14" name="Straight Arrow Connector 13">
            <a:extLst>
              <a:ext uri="{FF2B5EF4-FFF2-40B4-BE49-F238E27FC236}">
                <a16:creationId xmlns:a16="http://schemas.microsoft.com/office/drawing/2014/main" id="{70420915-19BC-E1F7-A4C3-91640C4B4D64}"/>
              </a:ext>
            </a:extLst>
          </p:cNvPr>
          <p:cNvCxnSpPr>
            <a:cxnSpLocks/>
            <a:stCxn id="9" idx="2"/>
          </p:cNvCxnSpPr>
          <p:nvPr/>
        </p:nvCxnSpPr>
        <p:spPr>
          <a:xfrm flipH="1">
            <a:off x="6378157" y="1426944"/>
            <a:ext cx="407657" cy="4651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13C9CE7-E68A-8DA4-6601-0F8590BB9B41}"/>
              </a:ext>
            </a:extLst>
          </p:cNvPr>
          <p:cNvSpPr txBox="1"/>
          <p:nvPr/>
        </p:nvSpPr>
        <p:spPr>
          <a:xfrm>
            <a:off x="6312820" y="4531359"/>
            <a:ext cx="2762354" cy="523220"/>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pPr algn="ctr"/>
            <a:r>
              <a:rPr lang="en-US" sz="1400" dirty="0"/>
              <a:t>Be prepared to share your answers</a:t>
            </a:r>
          </a:p>
        </p:txBody>
      </p:sp>
      <p:sp>
        <p:nvSpPr>
          <p:cNvPr id="18" name="TextBox 17">
            <a:extLst>
              <a:ext uri="{FF2B5EF4-FFF2-40B4-BE49-F238E27FC236}">
                <a16:creationId xmlns:a16="http://schemas.microsoft.com/office/drawing/2014/main" id="{686DEC17-24F2-4982-D96D-EC6B46B44E7D}"/>
              </a:ext>
            </a:extLst>
          </p:cNvPr>
          <p:cNvSpPr txBox="1"/>
          <p:nvPr/>
        </p:nvSpPr>
        <p:spPr>
          <a:xfrm>
            <a:off x="5200769" y="85576"/>
            <a:ext cx="1668371" cy="738664"/>
          </a:xfrm>
          <a:prstGeom prst="rect">
            <a:avLst/>
          </a:prstGeom>
          <a:noFill/>
        </p:spPr>
        <p:txBody>
          <a:bodyPr wrap="square" rtlCol="0">
            <a:spAutoFit/>
          </a:bodyPr>
          <a:lstStyle/>
          <a:p>
            <a:pPr algn="ctr"/>
            <a:r>
              <a:rPr lang="en-US" sz="1050" dirty="0"/>
              <a:t>Buying someone something or asking your parents for something</a:t>
            </a:r>
          </a:p>
        </p:txBody>
      </p:sp>
      <p:sp>
        <p:nvSpPr>
          <p:cNvPr id="24" name="TextBox 23">
            <a:extLst>
              <a:ext uri="{FF2B5EF4-FFF2-40B4-BE49-F238E27FC236}">
                <a16:creationId xmlns:a16="http://schemas.microsoft.com/office/drawing/2014/main" id="{61A591DB-060A-084A-A71C-5D7A0956553B}"/>
              </a:ext>
            </a:extLst>
          </p:cNvPr>
          <p:cNvSpPr txBox="1"/>
          <p:nvPr/>
        </p:nvSpPr>
        <p:spPr>
          <a:xfrm>
            <a:off x="7050080" y="362103"/>
            <a:ext cx="1346667" cy="415498"/>
          </a:xfrm>
          <a:prstGeom prst="rect">
            <a:avLst/>
          </a:prstGeom>
          <a:noFill/>
        </p:spPr>
        <p:txBody>
          <a:bodyPr wrap="square" rtlCol="0">
            <a:spAutoFit/>
          </a:bodyPr>
          <a:lstStyle/>
          <a:p>
            <a:pPr algn="ctr"/>
            <a:r>
              <a:rPr lang="en-US" sz="1050" dirty="0"/>
              <a:t>Going to a friend’s house</a:t>
            </a:r>
          </a:p>
        </p:txBody>
      </p:sp>
      <p:cxnSp>
        <p:nvCxnSpPr>
          <p:cNvPr id="25" name="Straight Arrow Connector 24">
            <a:extLst>
              <a:ext uri="{FF2B5EF4-FFF2-40B4-BE49-F238E27FC236}">
                <a16:creationId xmlns:a16="http://schemas.microsoft.com/office/drawing/2014/main" id="{AF046A56-33C1-23F7-809C-D392E52EC229}"/>
              </a:ext>
            </a:extLst>
          </p:cNvPr>
          <p:cNvCxnSpPr>
            <a:cxnSpLocks/>
            <a:stCxn id="9" idx="0"/>
            <a:endCxn id="18" idx="2"/>
          </p:cNvCxnSpPr>
          <p:nvPr/>
        </p:nvCxnSpPr>
        <p:spPr>
          <a:xfrm flipH="1" flipV="1">
            <a:off x="6034955" y="824240"/>
            <a:ext cx="750859" cy="34878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1A06ADC-E04A-B201-D840-BA8D745FC48C}"/>
              </a:ext>
            </a:extLst>
          </p:cNvPr>
          <p:cNvCxnSpPr>
            <a:cxnSpLocks/>
          </p:cNvCxnSpPr>
          <p:nvPr/>
        </p:nvCxnSpPr>
        <p:spPr>
          <a:xfrm flipV="1">
            <a:off x="6785814" y="638862"/>
            <a:ext cx="620144" cy="5310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128EC25-20C3-BD76-8BD3-44CC3B71E074}"/>
              </a:ext>
            </a:extLst>
          </p:cNvPr>
          <p:cNvSpPr txBox="1"/>
          <p:nvPr/>
        </p:nvSpPr>
        <p:spPr>
          <a:xfrm>
            <a:off x="5594704" y="1890067"/>
            <a:ext cx="1455376" cy="738664"/>
          </a:xfrm>
          <a:prstGeom prst="rect">
            <a:avLst/>
          </a:prstGeom>
          <a:noFill/>
        </p:spPr>
        <p:txBody>
          <a:bodyPr wrap="square" rtlCol="0">
            <a:spAutoFit/>
          </a:bodyPr>
          <a:lstStyle/>
          <a:p>
            <a:pPr algn="ctr"/>
            <a:r>
              <a:rPr lang="en-US" sz="1050" dirty="0"/>
              <a:t>Borrowing something that belongs to someone else (i.e., a pen, clothes etc.)</a:t>
            </a:r>
          </a:p>
        </p:txBody>
      </p:sp>
      <p:cxnSp>
        <p:nvCxnSpPr>
          <p:cNvPr id="33" name="Straight Arrow Connector 32">
            <a:extLst>
              <a:ext uri="{FF2B5EF4-FFF2-40B4-BE49-F238E27FC236}">
                <a16:creationId xmlns:a16="http://schemas.microsoft.com/office/drawing/2014/main" id="{9EB2D970-EF9F-0C8F-A3DD-702D8218A636}"/>
              </a:ext>
            </a:extLst>
          </p:cNvPr>
          <p:cNvCxnSpPr>
            <a:cxnSpLocks/>
            <a:stCxn id="9" idx="2"/>
            <a:endCxn id="35" idx="0"/>
          </p:cNvCxnSpPr>
          <p:nvPr/>
        </p:nvCxnSpPr>
        <p:spPr>
          <a:xfrm>
            <a:off x="6785814" y="1426944"/>
            <a:ext cx="1472628" cy="2524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E574577-8982-D2D8-1F7E-EBAE851CFA77}"/>
              </a:ext>
            </a:extLst>
          </p:cNvPr>
          <p:cNvSpPr txBox="1"/>
          <p:nvPr/>
        </p:nvSpPr>
        <p:spPr>
          <a:xfrm>
            <a:off x="7530754" y="1679369"/>
            <a:ext cx="1455376" cy="415498"/>
          </a:xfrm>
          <a:prstGeom prst="rect">
            <a:avLst/>
          </a:prstGeom>
          <a:noFill/>
        </p:spPr>
        <p:txBody>
          <a:bodyPr wrap="square" rtlCol="0">
            <a:spAutoFit/>
          </a:bodyPr>
          <a:lstStyle/>
          <a:p>
            <a:pPr algn="ctr"/>
            <a:r>
              <a:rPr lang="en-US" sz="1050" dirty="0"/>
              <a:t>Taking a photo of someone</a:t>
            </a:r>
          </a:p>
        </p:txBody>
      </p:sp>
      <p:cxnSp>
        <p:nvCxnSpPr>
          <p:cNvPr id="40" name="Straight Arrow Connector 39">
            <a:extLst>
              <a:ext uri="{FF2B5EF4-FFF2-40B4-BE49-F238E27FC236}">
                <a16:creationId xmlns:a16="http://schemas.microsoft.com/office/drawing/2014/main" id="{719E1FC1-0146-CF2E-8801-D305A99BF875}"/>
              </a:ext>
            </a:extLst>
          </p:cNvPr>
          <p:cNvCxnSpPr>
            <a:cxnSpLocks/>
            <a:stCxn id="9" idx="3"/>
          </p:cNvCxnSpPr>
          <p:nvPr/>
        </p:nvCxnSpPr>
        <p:spPr>
          <a:xfrm>
            <a:off x="7620000" y="1299986"/>
            <a:ext cx="28546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729BC82-5F6D-41DA-DF70-305A94FEDF2D}"/>
              </a:ext>
            </a:extLst>
          </p:cNvPr>
          <p:cNvSpPr txBox="1"/>
          <p:nvPr/>
        </p:nvSpPr>
        <p:spPr>
          <a:xfrm>
            <a:off x="7723413" y="1092237"/>
            <a:ext cx="1455376" cy="415498"/>
          </a:xfrm>
          <a:prstGeom prst="rect">
            <a:avLst/>
          </a:prstGeom>
          <a:noFill/>
        </p:spPr>
        <p:txBody>
          <a:bodyPr wrap="square" rtlCol="0">
            <a:spAutoFit/>
          </a:bodyPr>
          <a:lstStyle/>
          <a:p>
            <a:pPr algn="ctr"/>
            <a:r>
              <a:rPr lang="en-US" sz="1050" dirty="0"/>
              <a:t>Planning a group hang out</a:t>
            </a:r>
          </a:p>
        </p:txBody>
      </p:sp>
      <p:cxnSp>
        <p:nvCxnSpPr>
          <p:cNvPr id="6" name="Straight Arrow Connector 5">
            <a:extLst>
              <a:ext uri="{FF2B5EF4-FFF2-40B4-BE49-F238E27FC236}">
                <a16:creationId xmlns:a16="http://schemas.microsoft.com/office/drawing/2014/main" id="{BE321206-631A-1886-75E7-866899427193}"/>
              </a:ext>
            </a:extLst>
          </p:cNvPr>
          <p:cNvCxnSpPr>
            <a:cxnSpLocks/>
            <a:stCxn id="9" idx="2"/>
            <a:endCxn id="7" idx="0"/>
          </p:cNvCxnSpPr>
          <p:nvPr/>
        </p:nvCxnSpPr>
        <p:spPr>
          <a:xfrm>
            <a:off x="6785814" y="1426944"/>
            <a:ext cx="1369116" cy="95426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54CBDE8-2F3C-2A52-C647-1B8C8181042F}"/>
              </a:ext>
            </a:extLst>
          </p:cNvPr>
          <p:cNvSpPr txBox="1"/>
          <p:nvPr/>
        </p:nvSpPr>
        <p:spPr>
          <a:xfrm>
            <a:off x="7427242" y="2381209"/>
            <a:ext cx="1455376" cy="415498"/>
          </a:xfrm>
          <a:prstGeom prst="rect">
            <a:avLst/>
          </a:prstGeom>
          <a:noFill/>
        </p:spPr>
        <p:txBody>
          <a:bodyPr wrap="square" rtlCol="0">
            <a:spAutoFit/>
          </a:bodyPr>
          <a:lstStyle/>
          <a:p>
            <a:pPr algn="ctr"/>
            <a:r>
              <a:rPr lang="en-US" sz="1050" dirty="0"/>
              <a:t>Getting someone’s phone number</a:t>
            </a:r>
          </a:p>
        </p:txBody>
      </p:sp>
      <p:cxnSp>
        <p:nvCxnSpPr>
          <p:cNvPr id="17" name="Straight Arrow Connector 16">
            <a:extLst>
              <a:ext uri="{FF2B5EF4-FFF2-40B4-BE49-F238E27FC236}">
                <a16:creationId xmlns:a16="http://schemas.microsoft.com/office/drawing/2014/main" id="{495701BF-0914-7002-9BA5-FEB669D8AA0A}"/>
              </a:ext>
            </a:extLst>
          </p:cNvPr>
          <p:cNvCxnSpPr>
            <a:cxnSpLocks/>
            <a:endCxn id="36" idx="0"/>
          </p:cNvCxnSpPr>
          <p:nvPr/>
        </p:nvCxnSpPr>
        <p:spPr>
          <a:xfrm>
            <a:off x="6795246" y="1445620"/>
            <a:ext cx="928167" cy="1718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931A3774-125A-AB30-2A54-7F063F7AE8EC}"/>
              </a:ext>
            </a:extLst>
          </p:cNvPr>
          <p:cNvSpPr txBox="1"/>
          <p:nvPr/>
        </p:nvSpPr>
        <p:spPr>
          <a:xfrm>
            <a:off x="6995725" y="3164545"/>
            <a:ext cx="1455376" cy="415498"/>
          </a:xfrm>
          <a:prstGeom prst="rect">
            <a:avLst/>
          </a:prstGeom>
          <a:noFill/>
        </p:spPr>
        <p:txBody>
          <a:bodyPr wrap="square" rtlCol="0">
            <a:spAutoFit/>
          </a:bodyPr>
          <a:lstStyle/>
          <a:p>
            <a:pPr algn="ctr"/>
            <a:r>
              <a:rPr lang="en-US" sz="1050" dirty="0"/>
              <a:t>Sharing someone else’s belongings</a:t>
            </a:r>
          </a:p>
        </p:txBody>
      </p:sp>
    </p:spTree>
    <p:extLst>
      <p:ext uri="{BB962C8B-B14F-4D97-AF65-F5344CB8AC3E}">
        <p14:creationId xmlns:p14="http://schemas.microsoft.com/office/powerpoint/2010/main" val="33885176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11B73-9C2D-4EFE-59C8-11025FDADAD3}"/>
              </a:ext>
            </a:extLst>
          </p:cNvPr>
          <p:cNvSpPr>
            <a:spLocks noGrp="1"/>
          </p:cNvSpPr>
          <p:nvPr>
            <p:ph type="title"/>
          </p:nvPr>
        </p:nvSpPr>
        <p:spPr>
          <a:xfrm>
            <a:off x="883374" y="683600"/>
            <a:ext cx="7238071" cy="396300"/>
          </a:xfrm>
        </p:spPr>
        <p:txBody>
          <a:bodyPr/>
          <a:lstStyle/>
          <a:p>
            <a:r>
              <a:rPr lang="en-US" dirty="0"/>
              <a:t>Activity 1: </a:t>
            </a:r>
            <a:r>
              <a:rPr lang="en-US" dirty="0">
                <a:solidFill>
                  <a:srgbClr val="00B050"/>
                </a:solidFill>
              </a:rPr>
              <a:t>WHEN</a:t>
            </a:r>
            <a:r>
              <a:rPr lang="en-US" dirty="0"/>
              <a:t> TO ASK FOR CONSENT Brainstorm </a:t>
            </a:r>
            <a:r>
              <a:rPr lang="en-AU" dirty="0"/>
              <a:t>(Pg. 27)</a:t>
            </a:r>
            <a:endParaRPr lang="en-US" dirty="0"/>
          </a:p>
        </p:txBody>
      </p:sp>
      <p:sp>
        <p:nvSpPr>
          <p:cNvPr id="3" name="Text Placeholder 2">
            <a:extLst>
              <a:ext uri="{FF2B5EF4-FFF2-40B4-BE49-F238E27FC236}">
                <a16:creationId xmlns:a16="http://schemas.microsoft.com/office/drawing/2014/main" id="{5E567972-BB4F-93E2-088B-37F12031E0EE}"/>
              </a:ext>
            </a:extLst>
          </p:cNvPr>
          <p:cNvSpPr>
            <a:spLocks noGrp="1"/>
          </p:cNvSpPr>
          <p:nvPr>
            <p:ph type="body" idx="1"/>
          </p:nvPr>
        </p:nvSpPr>
        <p:spPr>
          <a:xfrm>
            <a:off x="648929" y="1506350"/>
            <a:ext cx="7472516" cy="3065650"/>
          </a:xfrm>
        </p:spPr>
        <p:txBody>
          <a:bodyPr/>
          <a:lstStyle/>
          <a:p>
            <a:r>
              <a:rPr lang="en-US" dirty="0"/>
              <a:t>Working together, brainstorm:</a:t>
            </a:r>
          </a:p>
          <a:p>
            <a:endParaRPr lang="en-US" dirty="0"/>
          </a:p>
          <a:p>
            <a:endParaRPr lang="en-US" dirty="0"/>
          </a:p>
          <a:p>
            <a:pPr marL="88900" indent="0" algn="ctr">
              <a:buNone/>
            </a:pPr>
            <a:r>
              <a:rPr lang="en-US" i="1" dirty="0"/>
              <a:t>Examples of </a:t>
            </a:r>
            <a:r>
              <a:rPr lang="en-US" b="1" i="1" u="sng" dirty="0"/>
              <a:t>SCENARIOS RELATED TO OUR BODY </a:t>
            </a:r>
            <a:r>
              <a:rPr lang="en-US" i="1" dirty="0"/>
              <a:t>where Consent should be asked for/given. </a:t>
            </a:r>
          </a:p>
          <a:p>
            <a:pPr lvl="1"/>
            <a:endParaRPr lang="en-US" dirty="0"/>
          </a:p>
          <a:p>
            <a:r>
              <a:rPr lang="en-US" dirty="0"/>
              <a:t>You have 3 minutes. </a:t>
            </a:r>
          </a:p>
        </p:txBody>
      </p:sp>
      <p:sp>
        <p:nvSpPr>
          <p:cNvPr id="4" name="Slide Number Placeholder 3">
            <a:extLst>
              <a:ext uri="{FF2B5EF4-FFF2-40B4-BE49-F238E27FC236}">
                <a16:creationId xmlns:a16="http://schemas.microsoft.com/office/drawing/2014/main" id="{63D7DF29-9855-480B-12CE-AA9797D36C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Tree>
    <p:extLst>
      <p:ext uri="{BB962C8B-B14F-4D97-AF65-F5344CB8AC3E}">
        <p14:creationId xmlns:p14="http://schemas.microsoft.com/office/powerpoint/2010/main" val="37757858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loud 3">
            <a:extLst>
              <a:ext uri="{FF2B5EF4-FFF2-40B4-BE49-F238E27FC236}">
                <a16:creationId xmlns:a16="http://schemas.microsoft.com/office/drawing/2014/main" id="{F0D9F6FB-8882-E6AE-435E-7CEFC6483B74}"/>
              </a:ext>
            </a:extLst>
          </p:cNvPr>
          <p:cNvSpPr/>
          <p:nvPr/>
        </p:nvSpPr>
        <p:spPr>
          <a:xfrm>
            <a:off x="3103056" y="1756135"/>
            <a:ext cx="2123870" cy="1134128"/>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 name="TextBox 4">
            <a:extLst>
              <a:ext uri="{FF2B5EF4-FFF2-40B4-BE49-F238E27FC236}">
                <a16:creationId xmlns:a16="http://schemas.microsoft.com/office/drawing/2014/main" id="{9266D790-BCF5-A9F7-16D0-4B7283B2E161}"/>
              </a:ext>
            </a:extLst>
          </p:cNvPr>
          <p:cNvSpPr txBox="1"/>
          <p:nvPr/>
        </p:nvSpPr>
        <p:spPr>
          <a:xfrm>
            <a:off x="3336209" y="2002531"/>
            <a:ext cx="1591573" cy="646331"/>
          </a:xfrm>
          <a:prstGeom prst="rect">
            <a:avLst/>
          </a:prstGeom>
          <a:noFill/>
        </p:spPr>
        <p:txBody>
          <a:bodyPr wrap="square" rtlCol="0">
            <a:spAutoFit/>
          </a:bodyPr>
          <a:lstStyle/>
          <a:p>
            <a:pPr algn="ctr"/>
            <a:r>
              <a:rPr lang="en-US" sz="1800" dirty="0">
                <a:latin typeface="Bradley Hand" pitchFamily="2" charset="77"/>
              </a:rPr>
              <a:t>When to ask for Consent</a:t>
            </a:r>
          </a:p>
        </p:txBody>
      </p:sp>
      <p:cxnSp>
        <p:nvCxnSpPr>
          <p:cNvPr id="11" name="Straight Arrow Connector 10">
            <a:extLst>
              <a:ext uri="{FF2B5EF4-FFF2-40B4-BE49-F238E27FC236}">
                <a16:creationId xmlns:a16="http://schemas.microsoft.com/office/drawing/2014/main" id="{51311E99-6E89-FBD0-D67F-1593221CFB35}"/>
              </a:ext>
            </a:extLst>
          </p:cNvPr>
          <p:cNvCxnSpPr>
            <a:cxnSpLocks/>
          </p:cNvCxnSpPr>
          <p:nvPr/>
        </p:nvCxnSpPr>
        <p:spPr>
          <a:xfrm flipH="1" flipV="1">
            <a:off x="2289475" y="1530197"/>
            <a:ext cx="1046734" cy="654088"/>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4BF1A75-5B4C-9053-1F8B-15AFED029713}"/>
              </a:ext>
            </a:extLst>
          </p:cNvPr>
          <p:cNvSpPr txBox="1"/>
          <p:nvPr/>
        </p:nvSpPr>
        <p:spPr>
          <a:xfrm>
            <a:off x="1666777" y="1117279"/>
            <a:ext cx="1240288" cy="415498"/>
          </a:xfrm>
          <a:prstGeom prst="rect">
            <a:avLst/>
          </a:prstGeom>
          <a:noFill/>
          <a:ln w="19050">
            <a:solidFill>
              <a:schemeClr val="accent4">
                <a:lumMod val="60000"/>
                <a:lumOff val="40000"/>
              </a:schemeClr>
            </a:solidFill>
          </a:ln>
        </p:spPr>
        <p:txBody>
          <a:bodyPr wrap="square" rtlCol="0">
            <a:spAutoFit/>
          </a:bodyPr>
          <a:lstStyle/>
          <a:p>
            <a:pPr algn="ctr"/>
            <a:r>
              <a:rPr lang="en-US" sz="1050" dirty="0"/>
              <a:t>ONLINE Scenarios</a:t>
            </a:r>
          </a:p>
        </p:txBody>
      </p:sp>
      <p:cxnSp>
        <p:nvCxnSpPr>
          <p:cNvPr id="3" name="Straight Arrow Connector 2">
            <a:extLst>
              <a:ext uri="{FF2B5EF4-FFF2-40B4-BE49-F238E27FC236}">
                <a16:creationId xmlns:a16="http://schemas.microsoft.com/office/drawing/2014/main" id="{21E55806-D31D-B64D-C395-3E15046F8CF7}"/>
              </a:ext>
            </a:extLst>
          </p:cNvPr>
          <p:cNvCxnSpPr>
            <a:cxnSpLocks/>
          </p:cNvCxnSpPr>
          <p:nvPr/>
        </p:nvCxnSpPr>
        <p:spPr>
          <a:xfrm flipV="1">
            <a:off x="4954661" y="1410510"/>
            <a:ext cx="994413" cy="530870"/>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01CE5E2-C0D5-1013-2BDC-77AE5539FFD2}"/>
              </a:ext>
            </a:extLst>
          </p:cNvPr>
          <p:cNvCxnSpPr>
            <a:cxnSpLocks/>
            <a:endCxn id="12" idx="0"/>
          </p:cNvCxnSpPr>
          <p:nvPr/>
        </p:nvCxnSpPr>
        <p:spPr>
          <a:xfrm>
            <a:off x="4495676" y="2716412"/>
            <a:ext cx="174137" cy="787358"/>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230B9DA-5563-C8EA-C063-0B74BDF30BF8}"/>
              </a:ext>
            </a:extLst>
          </p:cNvPr>
          <p:cNvSpPr txBox="1"/>
          <p:nvPr/>
        </p:nvSpPr>
        <p:spPr>
          <a:xfrm>
            <a:off x="5951628" y="1173028"/>
            <a:ext cx="1668372" cy="253916"/>
          </a:xfrm>
          <a:prstGeom prst="rect">
            <a:avLst/>
          </a:prstGeom>
          <a:noFill/>
          <a:ln w="19050">
            <a:solidFill>
              <a:schemeClr val="accent4">
                <a:lumMod val="60000"/>
                <a:lumOff val="40000"/>
              </a:schemeClr>
            </a:solidFill>
          </a:ln>
        </p:spPr>
        <p:txBody>
          <a:bodyPr wrap="square" rtlCol="0">
            <a:spAutoFit/>
          </a:bodyPr>
          <a:lstStyle/>
          <a:p>
            <a:pPr algn="ctr"/>
            <a:r>
              <a:rPr lang="en-US" sz="1050" dirty="0"/>
              <a:t>Other LIFE scenarios</a:t>
            </a:r>
          </a:p>
        </p:txBody>
      </p:sp>
      <p:sp>
        <p:nvSpPr>
          <p:cNvPr id="12" name="TextBox 11">
            <a:extLst>
              <a:ext uri="{FF2B5EF4-FFF2-40B4-BE49-F238E27FC236}">
                <a16:creationId xmlns:a16="http://schemas.microsoft.com/office/drawing/2014/main" id="{79A57A33-A38B-35ED-5C6E-AC6BE59E8F2B}"/>
              </a:ext>
            </a:extLst>
          </p:cNvPr>
          <p:cNvSpPr txBox="1"/>
          <p:nvPr/>
        </p:nvSpPr>
        <p:spPr>
          <a:xfrm>
            <a:off x="3569512" y="3503770"/>
            <a:ext cx="2200601" cy="253916"/>
          </a:xfrm>
          <a:prstGeom prst="rect">
            <a:avLst/>
          </a:prstGeom>
          <a:noFill/>
          <a:ln w="19050">
            <a:solidFill>
              <a:schemeClr val="accent4">
                <a:lumMod val="60000"/>
                <a:lumOff val="40000"/>
              </a:schemeClr>
            </a:solidFill>
          </a:ln>
        </p:spPr>
        <p:txBody>
          <a:bodyPr wrap="square" rtlCol="0">
            <a:spAutoFit/>
          </a:bodyPr>
          <a:lstStyle/>
          <a:p>
            <a:pPr algn="ctr"/>
            <a:r>
              <a:rPr lang="en-US" sz="1050" dirty="0"/>
              <a:t>Scenarios related to our BODY</a:t>
            </a:r>
          </a:p>
        </p:txBody>
      </p:sp>
      <p:cxnSp>
        <p:nvCxnSpPr>
          <p:cNvPr id="15" name="Straight Arrow Connector 14">
            <a:extLst>
              <a:ext uri="{FF2B5EF4-FFF2-40B4-BE49-F238E27FC236}">
                <a16:creationId xmlns:a16="http://schemas.microsoft.com/office/drawing/2014/main" id="{FAE0DA05-62CD-3724-629E-87655BE7DC21}"/>
              </a:ext>
            </a:extLst>
          </p:cNvPr>
          <p:cNvCxnSpPr>
            <a:cxnSpLocks/>
            <a:stCxn id="12" idx="2"/>
            <a:endCxn id="10" idx="0"/>
          </p:cNvCxnSpPr>
          <p:nvPr/>
        </p:nvCxnSpPr>
        <p:spPr>
          <a:xfrm flipH="1">
            <a:off x="3840195" y="3757686"/>
            <a:ext cx="829618" cy="35959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13C9CE7-E68A-8DA4-6601-0F8590BB9B41}"/>
              </a:ext>
            </a:extLst>
          </p:cNvPr>
          <p:cNvSpPr txBox="1"/>
          <p:nvPr/>
        </p:nvSpPr>
        <p:spPr>
          <a:xfrm>
            <a:off x="6312820" y="4531359"/>
            <a:ext cx="2762354" cy="523220"/>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pPr algn="ctr"/>
            <a:r>
              <a:rPr lang="en-US" sz="1400" dirty="0"/>
              <a:t>Be prepared to share your answers</a:t>
            </a:r>
          </a:p>
        </p:txBody>
      </p:sp>
      <p:sp>
        <p:nvSpPr>
          <p:cNvPr id="10" name="TextBox 9">
            <a:extLst>
              <a:ext uri="{FF2B5EF4-FFF2-40B4-BE49-F238E27FC236}">
                <a16:creationId xmlns:a16="http://schemas.microsoft.com/office/drawing/2014/main" id="{26F5E8BF-864A-FFB6-AE52-FC2C5CC27BCC}"/>
              </a:ext>
            </a:extLst>
          </p:cNvPr>
          <p:cNvSpPr txBox="1"/>
          <p:nvPr/>
        </p:nvSpPr>
        <p:spPr>
          <a:xfrm>
            <a:off x="2948043" y="4117277"/>
            <a:ext cx="1784304" cy="253916"/>
          </a:xfrm>
          <a:prstGeom prst="rect">
            <a:avLst/>
          </a:prstGeom>
          <a:noFill/>
        </p:spPr>
        <p:txBody>
          <a:bodyPr wrap="square" rtlCol="0">
            <a:spAutoFit/>
          </a:bodyPr>
          <a:lstStyle/>
          <a:p>
            <a:r>
              <a:rPr lang="en-US" sz="1050" dirty="0"/>
              <a:t>Hugging someone</a:t>
            </a:r>
          </a:p>
        </p:txBody>
      </p:sp>
      <p:cxnSp>
        <p:nvCxnSpPr>
          <p:cNvPr id="19" name="Straight Arrow Connector 18">
            <a:extLst>
              <a:ext uri="{FF2B5EF4-FFF2-40B4-BE49-F238E27FC236}">
                <a16:creationId xmlns:a16="http://schemas.microsoft.com/office/drawing/2014/main" id="{A3726E6E-31C2-AEB4-C455-0E5943BF8D71}"/>
              </a:ext>
            </a:extLst>
          </p:cNvPr>
          <p:cNvCxnSpPr>
            <a:cxnSpLocks/>
            <a:stCxn id="12" idx="2"/>
            <a:endCxn id="29" idx="0"/>
          </p:cNvCxnSpPr>
          <p:nvPr/>
        </p:nvCxnSpPr>
        <p:spPr>
          <a:xfrm flipH="1">
            <a:off x="4260894" y="3757686"/>
            <a:ext cx="408919" cy="83032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4281198-3F6A-5C96-540F-EC2F3802AB64}"/>
              </a:ext>
            </a:extLst>
          </p:cNvPr>
          <p:cNvSpPr txBox="1"/>
          <p:nvPr/>
        </p:nvSpPr>
        <p:spPr>
          <a:xfrm>
            <a:off x="3368742" y="4588007"/>
            <a:ext cx="1784304" cy="253916"/>
          </a:xfrm>
          <a:prstGeom prst="rect">
            <a:avLst/>
          </a:prstGeom>
          <a:noFill/>
        </p:spPr>
        <p:txBody>
          <a:bodyPr wrap="square" rtlCol="0">
            <a:spAutoFit/>
          </a:bodyPr>
          <a:lstStyle/>
          <a:p>
            <a:r>
              <a:rPr lang="en-US" sz="1050" dirty="0"/>
              <a:t>Kissing someone</a:t>
            </a:r>
          </a:p>
        </p:txBody>
      </p:sp>
      <p:cxnSp>
        <p:nvCxnSpPr>
          <p:cNvPr id="31" name="Straight Arrow Connector 30">
            <a:extLst>
              <a:ext uri="{FF2B5EF4-FFF2-40B4-BE49-F238E27FC236}">
                <a16:creationId xmlns:a16="http://schemas.microsoft.com/office/drawing/2014/main" id="{4E9A65AA-BF0D-A458-3C9D-F9AF9EFD38AE}"/>
              </a:ext>
            </a:extLst>
          </p:cNvPr>
          <p:cNvCxnSpPr>
            <a:cxnSpLocks/>
            <a:stCxn id="12" idx="1"/>
            <a:endCxn id="32" idx="3"/>
          </p:cNvCxnSpPr>
          <p:nvPr/>
        </p:nvCxnSpPr>
        <p:spPr>
          <a:xfrm flipH="1" flipV="1">
            <a:off x="3012399" y="3629865"/>
            <a:ext cx="557113" cy="86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8F26C16-C860-5D6D-1AD6-D670C0804C69}"/>
              </a:ext>
            </a:extLst>
          </p:cNvPr>
          <p:cNvSpPr txBox="1"/>
          <p:nvPr/>
        </p:nvSpPr>
        <p:spPr>
          <a:xfrm>
            <a:off x="1772429" y="3502907"/>
            <a:ext cx="1239970" cy="253916"/>
          </a:xfrm>
          <a:prstGeom prst="rect">
            <a:avLst/>
          </a:prstGeom>
          <a:noFill/>
        </p:spPr>
        <p:txBody>
          <a:bodyPr wrap="square" rtlCol="0">
            <a:spAutoFit/>
          </a:bodyPr>
          <a:lstStyle/>
          <a:p>
            <a:r>
              <a:rPr lang="en-US" sz="1050" dirty="0"/>
              <a:t>Tickling someone</a:t>
            </a:r>
          </a:p>
        </p:txBody>
      </p:sp>
      <p:cxnSp>
        <p:nvCxnSpPr>
          <p:cNvPr id="39" name="Straight Arrow Connector 38">
            <a:extLst>
              <a:ext uri="{FF2B5EF4-FFF2-40B4-BE49-F238E27FC236}">
                <a16:creationId xmlns:a16="http://schemas.microsoft.com/office/drawing/2014/main" id="{39FA9B48-7F5C-E60D-DBE7-B02B9973FF6E}"/>
              </a:ext>
            </a:extLst>
          </p:cNvPr>
          <p:cNvCxnSpPr>
            <a:cxnSpLocks/>
            <a:stCxn id="12" idx="2"/>
          </p:cNvCxnSpPr>
          <p:nvPr/>
        </p:nvCxnSpPr>
        <p:spPr>
          <a:xfrm>
            <a:off x="4669813" y="3757686"/>
            <a:ext cx="451627" cy="61350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429305FE-B2BD-AFAB-D535-6431C1908A49}"/>
              </a:ext>
            </a:extLst>
          </p:cNvPr>
          <p:cNvSpPr txBox="1"/>
          <p:nvPr/>
        </p:nvSpPr>
        <p:spPr>
          <a:xfrm>
            <a:off x="4702552" y="4328553"/>
            <a:ext cx="1784304" cy="253916"/>
          </a:xfrm>
          <a:prstGeom prst="rect">
            <a:avLst/>
          </a:prstGeom>
          <a:noFill/>
        </p:spPr>
        <p:txBody>
          <a:bodyPr wrap="square" rtlCol="0">
            <a:spAutoFit/>
          </a:bodyPr>
          <a:lstStyle/>
          <a:p>
            <a:r>
              <a:rPr lang="en-US" sz="1050" dirty="0"/>
              <a:t>Holding hands</a:t>
            </a:r>
          </a:p>
        </p:txBody>
      </p:sp>
      <p:cxnSp>
        <p:nvCxnSpPr>
          <p:cNvPr id="47" name="Straight Arrow Connector 46">
            <a:extLst>
              <a:ext uri="{FF2B5EF4-FFF2-40B4-BE49-F238E27FC236}">
                <a16:creationId xmlns:a16="http://schemas.microsoft.com/office/drawing/2014/main" id="{47925B07-11CC-6821-0F1B-572A252DD388}"/>
              </a:ext>
            </a:extLst>
          </p:cNvPr>
          <p:cNvCxnSpPr>
            <a:cxnSpLocks/>
            <a:stCxn id="12" idx="3"/>
            <a:endCxn id="48" idx="0"/>
          </p:cNvCxnSpPr>
          <p:nvPr/>
        </p:nvCxnSpPr>
        <p:spPr>
          <a:xfrm>
            <a:off x="5770113" y="3630728"/>
            <a:ext cx="690758" cy="27418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FC8D1BA-A63A-CA64-9BB5-088C6CE3B9E8}"/>
              </a:ext>
            </a:extLst>
          </p:cNvPr>
          <p:cNvSpPr txBox="1"/>
          <p:nvPr/>
        </p:nvSpPr>
        <p:spPr>
          <a:xfrm>
            <a:off x="5515783" y="3904913"/>
            <a:ext cx="1890175" cy="253916"/>
          </a:xfrm>
          <a:prstGeom prst="rect">
            <a:avLst/>
          </a:prstGeom>
          <a:noFill/>
        </p:spPr>
        <p:txBody>
          <a:bodyPr wrap="square" rtlCol="0">
            <a:spAutoFit/>
          </a:bodyPr>
          <a:lstStyle/>
          <a:p>
            <a:r>
              <a:rPr lang="en-US" sz="1050" dirty="0"/>
              <a:t>Giving/receiving a massage</a:t>
            </a:r>
          </a:p>
        </p:txBody>
      </p:sp>
      <p:cxnSp>
        <p:nvCxnSpPr>
          <p:cNvPr id="61" name="Straight Arrow Connector 60">
            <a:extLst>
              <a:ext uri="{FF2B5EF4-FFF2-40B4-BE49-F238E27FC236}">
                <a16:creationId xmlns:a16="http://schemas.microsoft.com/office/drawing/2014/main" id="{01D55F7F-841A-71AE-5881-58C2D978FFE6}"/>
              </a:ext>
            </a:extLst>
          </p:cNvPr>
          <p:cNvCxnSpPr>
            <a:cxnSpLocks/>
            <a:stCxn id="12" idx="1"/>
            <a:endCxn id="62" idx="0"/>
          </p:cNvCxnSpPr>
          <p:nvPr/>
        </p:nvCxnSpPr>
        <p:spPr>
          <a:xfrm flipH="1">
            <a:off x="1969228" y="3630728"/>
            <a:ext cx="1600284" cy="40638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76E722AF-22F7-EB3A-E6D7-793FFDACA8BC}"/>
              </a:ext>
            </a:extLst>
          </p:cNvPr>
          <p:cNvSpPr txBox="1"/>
          <p:nvPr/>
        </p:nvSpPr>
        <p:spPr>
          <a:xfrm>
            <a:off x="1251877" y="4037116"/>
            <a:ext cx="1434702" cy="577081"/>
          </a:xfrm>
          <a:prstGeom prst="rect">
            <a:avLst/>
          </a:prstGeom>
          <a:noFill/>
        </p:spPr>
        <p:txBody>
          <a:bodyPr wrap="square" rtlCol="0">
            <a:spAutoFit/>
          </a:bodyPr>
          <a:lstStyle/>
          <a:p>
            <a:r>
              <a:rPr lang="en-US" sz="1050" dirty="0"/>
              <a:t>Anything related to a person’s genitals/sex organs</a:t>
            </a:r>
          </a:p>
        </p:txBody>
      </p:sp>
    </p:spTree>
    <p:extLst>
      <p:ext uri="{BB962C8B-B14F-4D97-AF65-F5344CB8AC3E}">
        <p14:creationId xmlns:p14="http://schemas.microsoft.com/office/powerpoint/2010/main" val="15009500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loud 3">
            <a:extLst>
              <a:ext uri="{FF2B5EF4-FFF2-40B4-BE49-F238E27FC236}">
                <a16:creationId xmlns:a16="http://schemas.microsoft.com/office/drawing/2014/main" id="{F0D9F6FB-8882-E6AE-435E-7CEFC6483B74}"/>
              </a:ext>
            </a:extLst>
          </p:cNvPr>
          <p:cNvSpPr/>
          <p:nvPr/>
        </p:nvSpPr>
        <p:spPr>
          <a:xfrm>
            <a:off x="3103056" y="1756135"/>
            <a:ext cx="2123870" cy="1134128"/>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 name="TextBox 4">
            <a:extLst>
              <a:ext uri="{FF2B5EF4-FFF2-40B4-BE49-F238E27FC236}">
                <a16:creationId xmlns:a16="http://schemas.microsoft.com/office/drawing/2014/main" id="{9266D790-BCF5-A9F7-16D0-4B7283B2E161}"/>
              </a:ext>
            </a:extLst>
          </p:cNvPr>
          <p:cNvSpPr txBox="1"/>
          <p:nvPr/>
        </p:nvSpPr>
        <p:spPr>
          <a:xfrm>
            <a:off x="3336209" y="2002531"/>
            <a:ext cx="1591573" cy="646331"/>
          </a:xfrm>
          <a:prstGeom prst="rect">
            <a:avLst/>
          </a:prstGeom>
          <a:noFill/>
        </p:spPr>
        <p:txBody>
          <a:bodyPr wrap="square" rtlCol="0">
            <a:spAutoFit/>
          </a:bodyPr>
          <a:lstStyle/>
          <a:p>
            <a:pPr algn="ctr"/>
            <a:r>
              <a:rPr lang="en-US" sz="1800" dirty="0">
                <a:solidFill>
                  <a:srgbClr val="00B050"/>
                </a:solidFill>
                <a:latin typeface="Bradley Hand" pitchFamily="2" charset="77"/>
              </a:rPr>
              <a:t>WHEN </a:t>
            </a:r>
            <a:r>
              <a:rPr lang="en-US" sz="1800" dirty="0">
                <a:latin typeface="Bradley Hand" pitchFamily="2" charset="77"/>
              </a:rPr>
              <a:t>to ask for Consent</a:t>
            </a:r>
          </a:p>
        </p:txBody>
      </p:sp>
      <p:cxnSp>
        <p:nvCxnSpPr>
          <p:cNvPr id="11" name="Straight Arrow Connector 10">
            <a:extLst>
              <a:ext uri="{FF2B5EF4-FFF2-40B4-BE49-F238E27FC236}">
                <a16:creationId xmlns:a16="http://schemas.microsoft.com/office/drawing/2014/main" id="{51311E99-6E89-FBD0-D67F-1593221CFB35}"/>
              </a:ext>
            </a:extLst>
          </p:cNvPr>
          <p:cNvCxnSpPr>
            <a:cxnSpLocks/>
          </p:cNvCxnSpPr>
          <p:nvPr/>
        </p:nvCxnSpPr>
        <p:spPr>
          <a:xfrm flipH="1" flipV="1">
            <a:off x="2289475" y="1530197"/>
            <a:ext cx="1046734" cy="654088"/>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4BF1A75-5B4C-9053-1F8B-15AFED029713}"/>
              </a:ext>
            </a:extLst>
          </p:cNvPr>
          <p:cNvSpPr txBox="1"/>
          <p:nvPr/>
        </p:nvSpPr>
        <p:spPr>
          <a:xfrm>
            <a:off x="1666777" y="1117279"/>
            <a:ext cx="1240288" cy="415498"/>
          </a:xfrm>
          <a:prstGeom prst="rect">
            <a:avLst/>
          </a:prstGeom>
          <a:noFill/>
          <a:ln w="19050">
            <a:solidFill>
              <a:schemeClr val="accent4">
                <a:lumMod val="60000"/>
                <a:lumOff val="40000"/>
              </a:schemeClr>
            </a:solidFill>
          </a:ln>
        </p:spPr>
        <p:txBody>
          <a:bodyPr wrap="square" rtlCol="0">
            <a:spAutoFit/>
          </a:bodyPr>
          <a:lstStyle/>
          <a:p>
            <a:pPr algn="ctr"/>
            <a:r>
              <a:rPr lang="en-US" sz="1050" dirty="0"/>
              <a:t>ONLINE Scenarios</a:t>
            </a:r>
          </a:p>
        </p:txBody>
      </p:sp>
      <p:sp>
        <p:nvSpPr>
          <p:cNvPr id="21" name="TextBox 20">
            <a:extLst>
              <a:ext uri="{FF2B5EF4-FFF2-40B4-BE49-F238E27FC236}">
                <a16:creationId xmlns:a16="http://schemas.microsoft.com/office/drawing/2014/main" id="{44A96EE0-CE31-BD1F-BE1D-11A996905558}"/>
              </a:ext>
            </a:extLst>
          </p:cNvPr>
          <p:cNvSpPr txBox="1"/>
          <p:nvPr/>
        </p:nvSpPr>
        <p:spPr>
          <a:xfrm>
            <a:off x="2546910" y="276338"/>
            <a:ext cx="1570641" cy="577081"/>
          </a:xfrm>
          <a:prstGeom prst="rect">
            <a:avLst/>
          </a:prstGeom>
          <a:noFill/>
        </p:spPr>
        <p:txBody>
          <a:bodyPr wrap="square" rtlCol="0">
            <a:spAutoFit/>
          </a:bodyPr>
          <a:lstStyle/>
          <a:p>
            <a:pPr algn="ctr"/>
            <a:r>
              <a:rPr lang="en-US" sz="1050" dirty="0"/>
              <a:t>When sharing someone’s personal details.</a:t>
            </a:r>
          </a:p>
        </p:txBody>
      </p:sp>
      <p:sp>
        <p:nvSpPr>
          <p:cNvPr id="22" name="TextBox 21">
            <a:extLst>
              <a:ext uri="{FF2B5EF4-FFF2-40B4-BE49-F238E27FC236}">
                <a16:creationId xmlns:a16="http://schemas.microsoft.com/office/drawing/2014/main" id="{1B696E4B-BBFE-07A5-B275-BA8F821A1E67}"/>
              </a:ext>
            </a:extLst>
          </p:cNvPr>
          <p:cNvSpPr txBox="1"/>
          <p:nvPr/>
        </p:nvSpPr>
        <p:spPr>
          <a:xfrm>
            <a:off x="109803" y="1768787"/>
            <a:ext cx="1661292" cy="415498"/>
          </a:xfrm>
          <a:prstGeom prst="rect">
            <a:avLst/>
          </a:prstGeom>
          <a:noFill/>
        </p:spPr>
        <p:txBody>
          <a:bodyPr wrap="square" rtlCol="0">
            <a:spAutoFit/>
          </a:bodyPr>
          <a:lstStyle/>
          <a:p>
            <a:pPr algn="ctr"/>
            <a:r>
              <a:rPr lang="en-US" sz="1050" dirty="0"/>
              <a:t>Creating an account or signing up for something</a:t>
            </a:r>
          </a:p>
        </p:txBody>
      </p:sp>
      <p:sp>
        <p:nvSpPr>
          <p:cNvPr id="23" name="TextBox 22">
            <a:extLst>
              <a:ext uri="{FF2B5EF4-FFF2-40B4-BE49-F238E27FC236}">
                <a16:creationId xmlns:a16="http://schemas.microsoft.com/office/drawing/2014/main" id="{F4C201E2-C101-7CE1-4ABA-9F8C112C1B27}"/>
              </a:ext>
            </a:extLst>
          </p:cNvPr>
          <p:cNvSpPr txBox="1"/>
          <p:nvPr/>
        </p:nvSpPr>
        <p:spPr>
          <a:xfrm>
            <a:off x="61956" y="828738"/>
            <a:ext cx="1315672" cy="577081"/>
          </a:xfrm>
          <a:prstGeom prst="rect">
            <a:avLst/>
          </a:prstGeom>
          <a:noFill/>
        </p:spPr>
        <p:txBody>
          <a:bodyPr wrap="square" rtlCol="0">
            <a:spAutoFit/>
          </a:bodyPr>
          <a:lstStyle/>
          <a:p>
            <a:pPr algn="ctr"/>
            <a:r>
              <a:rPr lang="en-US" sz="1050" dirty="0"/>
              <a:t>When posting a picture with someone else.</a:t>
            </a:r>
          </a:p>
        </p:txBody>
      </p:sp>
      <p:sp>
        <p:nvSpPr>
          <p:cNvPr id="28" name="TextBox 27">
            <a:extLst>
              <a:ext uri="{FF2B5EF4-FFF2-40B4-BE49-F238E27FC236}">
                <a16:creationId xmlns:a16="http://schemas.microsoft.com/office/drawing/2014/main" id="{4167F2B7-9FCC-8630-3A98-5B2D18EF69B8}"/>
              </a:ext>
            </a:extLst>
          </p:cNvPr>
          <p:cNvSpPr txBox="1"/>
          <p:nvPr/>
        </p:nvSpPr>
        <p:spPr>
          <a:xfrm>
            <a:off x="171791" y="154354"/>
            <a:ext cx="2480353" cy="415498"/>
          </a:xfrm>
          <a:prstGeom prst="rect">
            <a:avLst/>
          </a:prstGeom>
          <a:noFill/>
        </p:spPr>
        <p:txBody>
          <a:bodyPr wrap="square" rtlCol="0">
            <a:spAutoFit/>
          </a:bodyPr>
          <a:lstStyle/>
          <a:p>
            <a:pPr algn="ctr"/>
            <a:r>
              <a:rPr lang="en-US" sz="1050" dirty="0"/>
              <a:t>When posting a picture of someone else, or their family.</a:t>
            </a:r>
          </a:p>
        </p:txBody>
      </p:sp>
      <p:cxnSp>
        <p:nvCxnSpPr>
          <p:cNvPr id="34" name="Straight Arrow Connector 33">
            <a:extLst>
              <a:ext uri="{FF2B5EF4-FFF2-40B4-BE49-F238E27FC236}">
                <a16:creationId xmlns:a16="http://schemas.microsoft.com/office/drawing/2014/main" id="{BCE28A21-93A9-91E2-F0C5-F47ABF1E75AA}"/>
              </a:ext>
            </a:extLst>
          </p:cNvPr>
          <p:cNvCxnSpPr>
            <a:cxnSpLocks/>
            <a:stCxn id="20" idx="1"/>
          </p:cNvCxnSpPr>
          <p:nvPr/>
        </p:nvCxnSpPr>
        <p:spPr>
          <a:xfrm flipH="1" flipV="1">
            <a:off x="1263521" y="1196858"/>
            <a:ext cx="403256" cy="12817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90C26B12-4DFD-7D0F-6F85-CBA787F8C91B}"/>
              </a:ext>
            </a:extLst>
          </p:cNvPr>
          <p:cNvCxnSpPr>
            <a:cxnSpLocks/>
            <a:stCxn id="20" idx="0"/>
          </p:cNvCxnSpPr>
          <p:nvPr/>
        </p:nvCxnSpPr>
        <p:spPr>
          <a:xfrm flipV="1">
            <a:off x="2286921" y="688506"/>
            <a:ext cx="661122" cy="4287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C6723998-283A-89A4-6B94-FDFFFC76EEF7}"/>
              </a:ext>
            </a:extLst>
          </p:cNvPr>
          <p:cNvCxnSpPr>
            <a:cxnSpLocks/>
            <a:stCxn id="20" idx="0"/>
            <a:endCxn id="28" idx="2"/>
          </p:cNvCxnSpPr>
          <p:nvPr/>
        </p:nvCxnSpPr>
        <p:spPr>
          <a:xfrm flipH="1" flipV="1">
            <a:off x="1411968" y="569852"/>
            <a:ext cx="874953" cy="54742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2" name="TextBox 101">
            <a:extLst>
              <a:ext uri="{FF2B5EF4-FFF2-40B4-BE49-F238E27FC236}">
                <a16:creationId xmlns:a16="http://schemas.microsoft.com/office/drawing/2014/main" id="{EF18E799-32CB-E466-4FD6-C08EDD67B162}"/>
              </a:ext>
            </a:extLst>
          </p:cNvPr>
          <p:cNvSpPr txBox="1"/>
          <p:nvPr/>
        </p:nvSpPr>
        <p:spPr>
          <a:xfrm>
            <a:off x="1416325" y="2329001"/>
            <a:ext cx="1784304" cy="577081"/>
          </a:xfrm>
          <a:prstGeom prst="rect">
            <a:avLst/>
          </a:prstGeom>
          <a:noFill/>
        </p:spPr>
        <p:txBody>
          <a:bodyPr wrap="square" rtlCol="0">
            <a:spAutoFit/>
          </a:bodyPr>
          <a:lstStyle/>
          <a:p>
            <a:r>
              <a:rPr lang="en-US" sz="1050" dirty="0"/>
              <a:t>Sharing or sending something that someone else made.</a:t>
            </a:r>
          </a:p>
        </p:txBody>
      </p:sp>
      <p:cxnSp>
        <p:nvCxnSpPr>
          <p:cNvPr id="114" name="Straight Arrow Connector 113">
            <a:extLst>
              <a:ext uri="{FF2B5EF4-FFF2-40B4-BE49-F238E27FC236}">
                <a16:creationId xmlns:a16="http://schemas.microsoft.com/office/drawing/2014/main" id="{337CAA78-BE9A-F3F8-5169-F7764B8756B3}"/>
              </a:ext>
            </a:extLst>
          </p:cNvPr>
          <p:cNvCxnSpPr>
            <a:cxnSpLocks/>
          </p:cNvCxnSpPr>
          <p:nvPr/>
        </p:nvCxnSpPr>
        <p:spPr>
          <a:xfrm>
            <a:off x="2278668" y="1535293"/>
            <a:ext cx="49231" cy="76088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3102BE9D-30EC-CD0C-8228-E1AC412F3B3F}"/>
              </a:ext>
            </a:extLst>
          </p:cNvPr>
          <p:cNvCxnSpPr>
            <a:cxnSpLocks/>
            <a:stCxn id="20" idx="2"/>
          </p:cNvCxnSpPr>
          <p:nvPr/>
        </p:nvCxnSpPr>
        <p:spPr>
          <a:xfrm flipH="1">
            <a:off x="1263521" y="1532777"/>
            <a:ext cx="1023400" cy="22335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21E55806-D31D-B64D-C395-3E15046F8CF7}"/>
              </a:ext>
            </a:extLst>
          </p:cNvPr>
          <p:cNvCxnSpPr>
            <a:cxnSpLocks/>
          </p:cNvCxnSpPr>
          <p:nvPr/>
        </p:nvCxnSpPr>
        <p:spPr>
          <a:xfrm flipV="1">
            <a:off x="4954661" y="1410510"/>
            <a:ext cx="994413" cy="530870"/>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01CE5E2-C0D5-1013-2BDC-77AE5539FFD2}"/>
              </a:ext>
            </a:extLst>
          </p:cNvPr>
          <p:cNvCxnSpPr>
            <a:cxnSpLocks/>
            <a:endCxn id="12" idx="0"/>
          </p:cNvCxnSpPr>
          <p:nvPr/>
        </p:nvCxnSpPr>
        <p:spPr>
          <a:xfrm>
            <a:off x="4495676" y="2716412"/>
            <a:ext cx="174137" cy="787358"/>
          </a:xfrm>
          <a:prstGeom prst="straightConnector1">
            <a:avLst/>
          </a:prstGeom>
          <a:ln w="19050">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230B9DA-5563-C8EA-C063-0B74BDF30BF8}"/>
              </a:ext>
            </a:extLst>
          </p:cNvPr>
          <p:cNvSpPr txBox="1"/>
          <p:nvPr/>
        </p:nvSpPr>
        <p:spPr>
          <a:xfrm>
            <a:off x="5951628" y="1173028"/>
            <a:ext cx="1668372" cy="253916"/>
          </a:xfrm>
          <a:prstGeom prst="rect">
            <a:avLst/>
          </a:prstGeom>
          <a:noFill/>
          <a:ln w="19050">
            <a:solidFill>
              <a:schemeClr val="accent4">
                <a:lumMod val="60000"/>
                <a:lumOff val="40000"/>
              </a:schemeClr>
            </a:solidFill>
          </a:ln>
        </p:spPr>
        <p:txBody>
          <a:bodyPr wrap="square" rtlCol="0">
            <a:spAutoFit/>
          </a:bodyPr>
          <a:lstStyle/>
          <a:p>
            <a:pPr algn="ctr"/>
            <a:r>
              <a:rPr lang="en-US" sz="1050" dirty="0"/>
              <a:t>Other LIFE scenarios</a:t>
            </a:r>
          </a:p>
        </p:txBody>
      </p:sp>
      <p:sp>
        <p:nvSpPr>
          <p:cNvPr id="12" name="TextBox 11">
            <a:extLst>
              <a:ext uri="{FF2B5EF4-FFF2-40B4-BE49-F238E27FC236}">
                <a16:creationId xmlns:a16="http://schemas.microsoft.com/office/drawing/2014/main" id="{79A57A33-A38B-35ED-5C6E-AC6BE59E8F2B}"/>
              </a:ext>
            </a:extLst>
          </p:cNvPr>
          <p:cNvSpPr txBox="1"/>
          <p:nvPr/>
        </p:nvSpPr>
        <p:spPr>
          <a:xfrm>
            <a:off x="3569512" y="3503770"/>
            <a:ext cx="2200601" cy="253916"/>
          </a:xfrm>
          <a:prstGeom prst="rect">
            <a:avLst/>
          </a:prstGeom>
          <a:noFill/>
          <a:ln w="19050">
            <a:solidFill>
              <a:schemeClr val="accent4">
                <a:lumMod val="60000"/>
                <a:lumOff val="40000"/>
              </a:schemeClr>
            </a:solidFill>
          </a:ln>
        </p:spPr>
        <p:txBody>
          <a:bodyPr wrap="square" rtlCol="0">
            <a:spAutoFit/>
          </a:bodyPr>
          <a:lstStyle/>
          <a:p>
            <a:pPr algn="ctr"/>
            <a:r>
              <a:rPr lang="en-US" sz="1050" dirty="0"/>
              <a:t>Scenarios related to our BODY</a:t>
            </a:r>
          </a:p>
        </p:txBody>
      </p:sp>
      <p:cxnSp>
        <p:nvCxnSpPr>
          <p:cNvPr id="14" name="Straight Arrow Connector 13">
            <a:extLst>
              <a:ext uri="{FF2B5EF4-FFF2-40B4-BE49-F238E27FC236}">
                <a16:creationId xmlns:a16="http://schemas.microsoft.com/office/drawing/2014/main" id="{70420915-19BC-E1F7-A4C3-91640C4B4D64}"/>
              </a:ext>
            </a:extLst>
          </p:cNvPr>
          <p:cNvCxnSpPr>
            <a:cxnSpLocks/>
            <a:stCxn id="9" idx="2"/>
          </p:cNvCxnSpPr>
          <p:nvPr/>
        </p:nvCxnSpPr>
        <p:spPr>
          <a:xfrm flipH="1">
            <a:off x="6378157" y="1426944"/>
            <a:ext cx="407657" cy="4651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AE0DA05-62CD-3724-629E-87655BE7DC21}"/>
              </a:ext>
            </a:extLst>
          </p:cNvPr>
          <p:cNvCxnSpPr>
            <a:cxnSpLocks/>
            <a:stCxn id="12" idx="2"/>
            <a:endCxn id="10" idx="0"/>
          </p:cNvCxnSpPr>
          <p:nvPr/>
        </p:nvCxnSpPr>
        <p:spPr>
          <a:xfrm flipH="1">
            <a:off x="3840195" y="3757686"/>
            <a:ext cx="829618" cy="35959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13C9CE7-E68A-8DA4-6601-0F8590BB9B41}"/>
              </a:ext>
            </a:extLst>
          </p:cNvPr>
          <p:cNvSpPr txBox="1"/>
          <p:nvPr/>
        </p:nvSpPr>
        <p:spPr>
          <a:xfrm>
            <a:off x="6312820" y="4531359"/>
            <a:ext cx="2762354" cy="523220"/>
          </a:xfrm>
          <a:prstGeom prst="rect">
            <a:avLst/>
          </a:prstGeom>
        </p:spPr>
        <p:style>
          <a:lnRef idx="1">
            <a:schemeClr val="accent5"/>
          </a:lnRef>
          <a:fillRef idx="3">
            <a:schemeClr val="accent5"/>
          </a:fillRef>
          <a:effectRef idx="2">
            <a:schemeClr val="accent5"/>
          </a:effectRef>
          <a:fontRef idx="minor">
            <a:schemeClr val="lt1"/>
          </a:fontRef>
        </p:style>
        <p:txBody>
          <a:bodyPr wrap="square">
            <a:spAutoFit/>
          </a:bodyPr>
          <a:lstStyle/>
          <a:p>
            <a:pPr algn="ctr"/>
            <a:r>
              <a:rPr lang="en-US" sz="1400" dirty="0"/>
              <a:t>Be prepared to share your answers</a:t>
            </a:r>
          </a:p>
        </p:txBody>
      </p:sp>
      <p:sp>
        <p:nvSpPr>
          <p:cNvPr id="18" name="TextBox 17">
            <a:extLst>
              <a:ext uri="{FF2B5EF4-FFF2-40B4-BE49-F238E27FC236}">
                <a16:creationId xmlns:a16="http://schemas.microsoft.com/office/drawing/2014/main" id="{686DEC17-24F2-4982-D96D-EC6B46B44E7D}"/>
              </a:ext>
            </a:extLst>
          </p:cNvPr>
          <p:cNvSpPr txBox="1"/>
          <p:nvPr/>
        </p:nvSpPr>
        <p:spPr>
          <a:xfrm>
            <a:off x="5200769" y="85576"/>
            <a:ext cx="1668371" cy="738664"/>
          </a:xfrm>
          <a:prstGeom prst="rect">
            <a:avLst/>
          </a:prstGeom>
          <a:noFill/>
        </p:spPr>
        <p:txBody>
          <a:bodyPr wrap="square" rtlCol="0">
            <a:spAutoFit/>
          </a:bodyPr>
          <a:lstStyle/>
          <a:p>
            <a:pPr algn="ctr"/>
            <a:r>
              <a:rPr lang="en-US" sz="1050" dirty="0"/>
              <a:t>Buying someone something or asking your parents for something</a:t>
            </a:r>
          </a:p>
        </p:txBody>
      </p:sp>
      <p:sp>
        <p:nvSpPr>
          <p:cNvPr id="24" name="TextBox 23">
            <a:extLst>
              <a:ext uri="{FF2B5EF4-FFF2-40B4-BE49-F238E27FC236}">
                <a16:creationId xmlns:a16="http://schemas.microsoft.com/office/drawing/2014/main" id="{61A591DB-060A-084A-A71C-5D7A0956553B}"/>
              </a:ext>
            </a:extLst>
          </p:cNvPr>
          <p:cNvSpPr txBox="1"/>
          <p:nvPr/>
        </p:nvSpPr>
        <p:spPr>
          <a:xfrm>
            <a:off x="7050080" y="362103"/>
            <a:ext cx="1346667" cy="415498"/>
          </a:xfrm>
          <a:prstGeom prst="rect">
            <a:avLst/>
          </a:prstGeom>
          <a:noFill/>
        </p:spPr>
        <p:txBody>
          <a:bodyPr wrap="square" rtlCol="0">
            <a:spAutoFit/>
          </a:bodyPr>
          <a:lstStyle/>
          <a:p>
            <a:pPr algn="ctr"/>
            <a:r>
              <a:rPr lang="en-US" sz="1050" dirty="0"/>
              <a:t>Going to a friend’s house</a:t>
            </a:r>
          </a:p>
        </p:txBody>
      </p:sp>
      <p:cxnSp>
        <p:nvCxnSpPr>
          <p:cNvPr id="25" name="Straight Arrow Connector 24">
            <a:extLst>
              <a:ext uri="{FF2B5EF4-FFF2-40B4-BE49-F238E27FC236}">
                <a16:creationId xmlns:a16="http://schemas.microsoft.com/office/drawing/2014/main" id="{AF046A56-33C1-23F7-809C-D392E52EC229}"/>
              </a:ext>
            </a:extLst>
          </p:cNvPr>
          <p:cNvCxnSpPr>
            <a:cxnSpLocks/>
            <a:stCxn id="9" idx="0"/>
            <a:endCxn id="18" idx="2"/>
          </p:cNvCxnSpPr>
          <p:nvPr/>
        </p:nvCxnSpPr>
        <p:spPr>
          <a:xfrm flipH="1" flipV="1">
            <a:off x="6034955" y="824240"/>
            <a:ext cx="750859" cy="34878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1A06ADC-E04A-B201-D840-BA8D745FC48C}"/>
              </a:ext>
            </a:extLst>
          </p:cNvPr>
          <p:cNvCxnSpPr>
            <a:cxnSpLocks/>
          </p:cNvCxnSpPr>
          <p:nvPr/>
        </p:nvCxnSpPr>
        <p:spPr>
          <a:xfrm flipV="1">
            <a:off x="6785814" y="638862"/>
            <a:ext cx="620144" cy="53107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128EC25-20C3-BD76-8BD3-44CC3B71E074}"/>
              </a:ext>
            </a:extLst>
          </p:cNvPr>
          <p:cNvSpPr txBox="1"/>
          <p:nvPr/>
        </p:nvSpPr>
        <p:spPr>
          <a:xfrm>
            <a:off x="5594704" y="1890067"/>
            <a:ext cx="1455376" cy="738664"/>
          </a:xfrm>
          <a:prstGeom prst="rect">
            <a:avLst/>
          </a:prstGeom>
          <a:noFill/>
        </p:spPr>
        <p:txBody>
          <a:bodyPr wrap="square" rtlCol="0">
            <a:spAutoFit/>
          </a:bodyPr>
          <a:lstStyle/>
          <a:p>
            <a:pPr algn="ctr"/>
            <a:r>
              <a:rPr lang="en-US" sz="1050" dirty="0"/>
              <a:t>Borrowing something that belongs to someone else (i.e., a pen, clothes etc.)</a:t>
            </a:r>
          </a:p>
        </p:txBody>
      </p:sp>
      <p:cxnSp>
        <p:nvCxnSpPr>
          <p:cNvPr id="33" name="Straight Arrow Connector 32">
            <a:extLst>
              <a:ext uri="{FF2B5EF4-FFF2-40B4-BE49-F238E27FC236}">
                <a16:creationId xmlns:a16="http://schemas.microsoft.com/office/drawing/2014/main" id="{9EB2D970-EF9F-0C8F-A3DD-702D8218A636}"/>
              </a:ext>
            </a:extLst>
          </p:cNvPr>
          <p:cNvCxnSpPr>
            <a:cxnSpLocks/>
            <a:stCxn id="9" idx="2"/>
            <a:endCxn id="35" idx="0"/>
          </p:cNvCxnSpPr>
          <p:nvPr/>
        </p:nvCxnSpPr>
        <p:spPr>
          <a:xfrm>
            <a:off x="6785814" y="1426944"/>
            <a:ext cx="1472628" cy="2524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E574577-8982-D2D8-1F7E-EBAE851CFA77}"/>
              </a:ext>
            </a:extLst>
          </p:cNvPr>
          <p:cNvSpPr txBox="1"/>
          <p:nvPr/>
        </p:nvSpPr>
        <p:spPr>
          <a:xfrm>
            <a:off x="7530754" y="1679369"/>
            <a:ext cx="1455376" cy="415498"/>
          </a:xfrm>
          <a:prstGeom prst="rect">
            <a:avLst/>
          </a:prstGeom>
          <a:noFill/>
        </p:spPr>
        <p:txBody>
          <a:bodyPr wrap="square" rtlCol="0">
            <a:spAutoFit/>
          </a:bodyPr>
          <a:lstStyle/>
          <a:p>
            <a:pPr algn="ctr"/>
            <a:r>
              <a:rPr lang="en-US" sz="1050" dirty="0"/>
              <a:t>Taking a photo of someone</a:t>
            </a:r>
          </a:p>
        </p:txBody>
      </p:sp>
      <p:cxnSp>
        <p:nvCxnSpPr>
          <p:cNvPr id="40" name="Straight Arrow Connector 39">
            <a:extLst>
              <a:ext uri="{FF2B5EF4-FFF2-40B4-BE49-F238E27FC236}">
                <a16:creationId xmlns:a16="http://schemas.microsoft.com/office/drawing/2014/main" id="{719E1FC1-0146-CF2E-8801-D305A99BF875}"/>
              </a:ext>
            </a:extLst>
          </p:cNvPr>
          <p:cNvCxnSpPr>
            <a:cxnSpLocks/>
            <a:stCxn id="9" idx="3"/>
          </p:cNvCxnSpPr>
          <p:nvPr/>
        </p:nvCxnSpPr>
        <p:spPr>
          <a:xfrm>
            <a:off x="7620000" y="1299986"/>
            <a:ext cx="285469"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729BC82-5F6D-41DA-DF70-305A94FEDF2D}"/>
              </a:ext>
            </a:extLst>
          </p:cNvPr>
          <p:cNvSpPr txBox="1"/>
          <p:nvPr/>
        </p:nvSpPr>
        <p:spPr>
          <a:xfrm>
            <a:off x="7723413" y="1092237"/>
            <a:ext cx="1455376" cy="415498"/>
          </a:xfrm>
          <a:prstGeom prst="rect">
            <a:avLst/>
          </a:prstGeom>
          <a:noFill/>
        </p:spPr>
        <p:txBody>
          <a:bodyPr wrap="square" rtlCol="0">
            <a:spAutoFit/>
          </a:bodyPr>
          <a:lstStyle/>
          <a:p>
            <a:pPr algn="ctr"/>
            <a:r>
              <a:rPr lang="en-US" sz="1050" dirty="0"/>
              <a:t>Planning a group hang out</a:t>
            </a:r>
          </a:p>
        </p:txBody>
      </p:sp>
      <p:cxnSp>
        <p:nvCxnSpPr>
          <p:cNvPr id="6" name="Straight Arrow Connector 5">
            <a:extLst>
              <a:ext uri="{FF2B5EF4-FFF2-40B4-BE49-F238E27FC236}">
                <a16:creationId xmlns:a16="http://schemas.microsoft.com/office/drawing/2014/main" id="{BE321206-631A-1886-75E7-866899427193}"/>
              </a:ext>
            </a:extLst>
          </p:cNvPr>
          <p:cNvCxnSpPr>
            <a:cxnSpLocks/>
            <a:stCxn id="9" idx="2"/>
            <a:endCxn id="7" idx="0"/>
          </p:cNvCxnSpPr>
          <p:nvPr/>
        </p:nvCxnSpPr>
        <p:spPr>
          <a:xfrm>
            <a:off x="6785814" y="1426944"/>
            <a:ext cx="1369116" cy="95426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54CBDE8-2F3C-2A52-C647-1B8C8181042F}"/>
              </a:ext>
            </a:extLst>
          </p:cNvPr>
          <p:cNvSpPr txBox="1"/>
          <p:nvPr/>
        </p:nvSpPr>
        <p:spPr>
          <a:xfrm>
            <a:off x="7427242" y="2381209"/>
            <a:ext cx="1455376" cy="415498"/>
          </a:xfrm>
          <a:prstGeom prst="rect">
            <a:avLst/>
          </a:prstGeom>
          <a:noFill/>
        </p:spPr>
        <p:txBody>
          <a:bodyPr wrap="square" rtlCol="0">
            <a:spAutoFit/>
          </a:bodyPr>
          <a:lstStyle/>
          <a:p>
            <a:pPr algn="ctr"/>
            <a:r>
              <a:rPr lang="en-US" sz="1050" dirty="0"/>
              <a:t>Getting someone’s phone number</a:t>
            </a:r>
          </a:p>
        </p:txBody>
      </p:sp>
      <p:cxnSp>
        <p:nvCxnSpPr>
          <p:cNvPr id="17" name="Straight Arrow Connector 16">
            <a:extLst>
              <a:ext uri="{FF2B5EF4-FFF2-40B4-BE49-F238E27FC236}">
                <a16:creationId xmlns:a16="http://schemas.microsoft.com/office/drawing/2014/main" id="{495701BF-0914-7002-9BA5-FEB669D8AA0A}"/>
              </a:ext>
            </a:extLst>
          </p:cNvPr>
          <p:cNvCxnSpPr>
            <a:cxnSpLocks/>
            <a:endCxn id="36" idx="0"/>
          </p:cNvCxnSpPr>
          <p:nvPr/>
        </p:nvCxnSpPr>
        <p:spPr>
          <a:xfrm>
            <a:off x="6795246" y="1445620"/>
            <a:ext cx="928167" cy="171892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931A3774-125A-AB30-2A54-7F063F7AE8EC}"/>
              </a:ext>
            </a:extLst>
          </p:cNvPr>
          <p:cNvSpPr txBox="1"/>
          <p:nvPr/>
        </p:nvSpPr>
        <p:spPr>
          <a:xfrm>
            <a:off x="6995725" y="3164545"/>
            <a:ext cx="1455376" cy="415498"/>
          </a:xfrm>
          <a:prstGeom prst="rect">
            <a:avLst/>
          </a:prstGeom>
          <a:noFill/>
        </p:spPr>
        <p:txBody>
          <a:bodyPr wrap="square" rtlCol="0">
            <a:spAutoFit/>
          </a:bodyPr>
          <a:lstStyle/>
          <a:p>
            <a:pPr algn="ctr"/>
            <a:r>
              <a:rPr lang="en-US" sz="1050" dirty="0"/>
              <a:t>Sharing someone else’s belongings</a:t>
            </a:r>
          </a:p>
        </p:txBody>
      </p:sp>
      <p:sp>
        <p:nvSpPr>
          <p:cNvPr id="10" name="TextBox 9">
            <a:extLst>
              <a:ext uri="{FF2B5EF4-FFF2-40B4-BE49-F238E27FC236}">
                <a16:creationId xmlns:a16="http://schemas.microsoft.com/office/drawing/2014/main" id="{26F5E8BF-864A-FFB6-AE52-FC2C5CC27BCC}"/>
              </a:ext>
            </a:extLst>
          </p:cNvPr>
          <p:cNvSpPr txBox="1"/>
          <p:nvPr/>
        </p:nvSpPr>
        <p:spPr>
          <a:xfrm>
            <a:off x="2948043" y="4117277"/>
            <a:ext cx="1784304" cy="253916"/>
          </a:xfrm>
          <a:prstGeom prst="rect">
            <a:avLst/>
          </a:prstGeom>
          <a:noFill/>
        </p:spPr>
        <p:txBody>
          <a:bodyPr wrap="square" rtlCol="0">
            <a:spAutoFit/>
          </a:bodyPr>
          <a:lstStyle/>
          <a:p>
            <a:r>
              <a:rPr lang="en-US" sz="1050" dirty="0"/>
              <a:t>Hugging someone</a:t>
            </a:r>
          </a:p>
        </p:txBody>
      </p:sp>
      <p:cxnSp>
        <p:nvCxnSpPr>
          <p:cNvPr id="19" name="Straight Arrow Connector 18">
            <a:extLst>
              <a:ext uri="{FF2B5EF4-FFF2-40B4-BE49-F238E27FC236}">
                <a16:creationId xmlns:a16="http://schemas.microsoft.com/office/drawing/2014/main" id="{A3726E6E-31C2-AEB4-C455-0E5943BF8D71}"/>
              </a:ext>
            </a:extLst>
          </p:cNvPr>
          <p:cNvCxnSpPr>
            <a:cxnSpLocks/>
            <a:stCxn id="12" idx="2"/>
            <a:endCxn id="29" idx="0"/>
          </p:cNvCxnSpPr>
          <p:nvPr/>
        </p:nvCxnSpPr>
        <p:spPr>
          <a:xfrm flipH="1">
            <a:off x="4260894" y="3757686"/>
            <a:ext cx="408919" cy="83032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D4281198-3F6A-5C96-540F-EC2F3802AB64}"/>
              </a:ext>
            </a:extLst>
          </p:cNvPr>
          <p:cNvSpPr txBox="1"/>
          <p:nvPr/>
        </p:nvSpPr>
        <p:spPr>
          <a:xfrm>
            <a:off x="3368742" y="4588007"/>
            <a:ext cx="1784304" cy="253916"/>
          </a:xfrm>
          <a:prstGeom prst="rect">
            <a:avLst/>
          </a:prstGeom>
          <a:noFill/>
        </p:spPr>
        <p:txBody>
          <a:bodyPr wrap="square" rtlCol="0">
            <a:spAutoFit/>
          </a:bodyPr>
          <a:lstStyle/>
          <a:p>
            <a:r>
              <a:rPr lang="en-US" sz="1050" dirty="0"/>
              <a:t>Kissing someone</a:t>
            </a:r>
          </a:p>
        </p:txBody>
      </p:sp>
      <p:cxnSp>
        <p:nvCxnSpPr>
          <p:cNvPr id="31" name="Straight Arrow Connector 30">
            <a:extLst>
              <a:ext uri="{FF2B5EF4-FFF2-40B4-BE49-F238E27FC236}">
                <a16:creationId xmlns:a16="http://schemas.microsoft.com/office/drawing/2014/main" id="{4E9A65AA-BF0D-A458-3C9D-F9AF9EFD38AE}"/>
              </a:ext>
            </a:extLst>
          </p:cNvPr>
          <p:cNvCxnSpPr>
            <a:cxnSpLocks/>
            <a:stCxn id="12" idx="1"/>
            <a:endCxn id="32" idx="3"/>
          </p:cNvCxnSpPr>
          <p:nvPr/>
        </p:nvCxnSpPr>
        <p:spPr>
          <a:xfrm flipH="1" flipV="1">
            <a:off x="3012399" y="3629865"/>
            <a:ext cx="557113" cy="86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98F26C16-C860-5D6D-1AD6-D670C0804C69}"/>
              </a:ext>
            </a:extLst>
          </p:cNvPr>
          <p:cNvSpPr txBox="1"/>
          <p:nvPr/>
        </p:nvSpPr>
        <p:spPr>
          <a:xfrm>
            <a:off x="1772429" y="3502907"/>
            <a:ext cx="1239970" cy="253916"/>
          </a:xfrm>
          <a:prstGeom prst="rect">
            <a:avLst/>
          </a:prstGeom>
          <a:noFill/>
        </p:spPr>
        <p:txBody>
          <a:bodyPr wrap="square" rtlCol="0">
            <a:spAutoFit/>
          </a:bodyPr>
          <a:lstStyle/>
          <a:p>
            <a:r>
              <a:rPr lang="en-US" sz="1050" dirty="0"/>
              <a:t>Tickling someone</a:t>
            </a:r>
          </a:p>
        </p:txBody>
      </p:sp>
      <p:cxnSp>
        <p:nvCxnSpPr>
          <p:cNvPr id="39" name="Straight Arrow Connector 38">
            <a:extLst>
              <a:ext uri="{FF2B5EF4-FFF2-40B4-BE49-F238E27FC236}">
                <a16:creationId xmlns:a16="http://schemas.microsoft.com/office/drawing/2014/main" id="{39FA9B48-7F5C-E60D-DBE7-B02B9973FF6E}"/>
              </a:ext>
            </a:extLst>
          </p:cNvPr>
          <p:cNvCxnSpPr>
            <a:cxnSpLocks/>
            <a:stCxn id="12" idx="2"/>
          </p:cNvCxnSpPr>
          <p:nvPr/>
        </p:nvCxnSpPr>
        <p:spPr>
          <a:xfrm>
            <a:off x="4669813" y="3757686"/>
            <a:ext cx="451627" cy="61350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429305FE-B2BD-AFAB-D535-6431C1908A49}"/>
              </a:ext>
            </a:extLst>
          </p:cNvPr>
          <p:cNvSpPr txBox="1"/>
          <p:nvPr/>
        </p:nvSpPr>
        <p:spPr>
          <a:xfrm>
            <a:off x="4702552" y="4328553"/>
            <a:ext cx="1784304" cy="253916"/>
          </a:xfrm>
          <a:prstGeom prst="rect">
            <a:avLst/>
          </a:prstGeom>
          <a:noFill/>
        </p:spPr>
        <p:txBody>
          <a:bodyPr wrap="square" rtlCol="0">
            <a:spAutoFit/>
          </a:bodyPr>
          <a:lstStyle/>
          <a:p>
            <a:r>
              <a:rPr lang="en-US" sz="1050" dirty="0"/>
              <a:t>Holding hands</a:t>
            </a:r>
          </a:p>
        </p:txBody>
      </p:sp>
      <p:cxnSp>
        <p:nvCxnSpPr>
          <p:cNvPr id="47" name="Straight Arrow Connector 46">
            <a:extLst>
              <a:ext uri="{FF2B5EF4-FFF2-40B4-BE49-F238E27FC236}">
                <a16:creationId xmlns:a16="http://schemas.microsoft.com/office/drawing/2014/main" id="{47925B07-11CC-6821-0F1B-572A252DD388}"/>
              </a:ext>
            </a:extLst>
          </p:cNvPr>
          <p:cNvCxnSpPr>
            <a:cxnSpLocks/>
            <a:stCxn id="12" idx="3"/>
            <a:endCxn id="48" idx="0"/>
          </p:cNvCxnSpPr>
          <p:nvPr/>
        </p:nvCxnSpPr>
        <p:spPr>
          <a:xfrm>
            <a:off x="5770113" y="3630728"/>
            <a:ext cx="690758" cy="27418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5FC8D1BA-A63A-CA64-9BB5-088C6CE3B9E8}"/>
              </a:ext>
            </a:extLst>
          </p:cNvPr>
          <p:cNvSpPr txBox="1"/>
          <p:nvPr/>
        </p:nvSpPr>
        <p:spPr>
          <a:xfrm>
            <a:off x="5515783" y="3904913"/>
            <a:ext cx="1890175" cy="253916"/>
          </a:xfrm>
          <a:prstGeom prst="rect">
            <a:avLst/>
          </a:prstGeom>
          <a:noFill/>
        </p:spPr>
        <p:txBody>
          <a:bodyPr wrap="square" rtlCol="0">
            <a:spAutoFit/>
          </a:bodyPr>
          <a:lstStyle/>
          <a:p>
            <a:r>
              <a:rPr lang="en-US" sz="1050" dirty="0"/>
              <a:t>Giving/receiving a massage</a:t>
            </a:r>
          </a:p>
        </p:txBody>
      </p:sp>
      <p:cxnSp>
        <p:nvCxnSpPr>
          <p:cNvPr id="61" name="Straight Arrow Connector 60">
            <a:extLst>
              <a:ext uri="{FF2B5EF4-FFF2-40B4-BE49-F238E27FC236}">
                <a16:creationId xmlns:a16="http://schemas.microsoft.com/office/drawing/2014/main" id="{01D55F7F-841A-71AE-5881-58C2D978FFE6}"/>
              </a:ext>
            </a:extLst>
          </p:cNvPr>
          <p:cNvCxnSpPr>
            <a:cxnSpLocks/>
            <a:stCxn id="12" idx="1"/>
            <a:endCxn id="62" idx="0"/>
          </p:cNvCxnSpPr>
          <p:nvPr/>
        </p:nvCxnSpPr>
        <p:spPr>
          <a:xfrm flipH="1">
            <a:off x="1969228" y="3630728"/>
            <a:ext cx="1600284" cy="40638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76E722AF-22F7-EB3A-E6D7-793FFDACA8BC}"/>
              </a:ext>
            </a:extLst>
          </p:cNvPr>
          <p:cNvSpPr txBox="1"/>
          <p:nvPr/>
        </p:nvSpPr>
        <p:spPr>
          <a:xfrm>
            <a:off x="1251877" y="4037116"/>
            <a:ext cx="1434702" cy="577081"/>
          </a:xfrm>
          <a:prstGeom prst="rect">
            <a:avLst/>
          </a:prstGeom>
          <a:noFill/>
        </p:spPr>
        <p:txBody>
          <a:bodyPr wrap="square" rtlCol="0">
            <a:spAutoFit/>
          </a:bodyPr>
          <a:lstStyle/>
          <a:p>
            <a:r>
              <a:rPr lang="en-US" sz="1050" dirty="0"/>
              <a:t>Anything related to a person’s genitals/sex organs</a:t>
            </a:r>
          </a:p>
        </p:txBody>
      </p:sp>
      <p:sp>
        <p:nvSpPr>
          <p:cNvPr id="66" name="TextBox 65">
            <a:extLst>
              <a:ext uri="{FF2B5EF4-FFF2-40B4-BE49-F238E27FC236}">
                <a16:creationId xmlns:a16="http://schemas.microsoft.com/office/drawing/2014/main" id="{AFA9479E-F612-8210-30E8-B9ECCF0152C3}"/>
              </a:ext>
            </a:extLst>
          </p:cNvPr>
          <p:cNvSpPr txBox="1"/>
          <p:nvPr/>
        </p:nvSpPr>
        <p:spPr>
          <a:xfrm>
            <a:off x="4025965" y="663859"/>
            <a:ext cx="1567129" cy="415498"/>
          </a:xfrm>
          <a:prstGeom prst="rect">
            <a:avLst/>
          </a:prstGeom>
          <a:noFill/>
        </p:spPr>
        <p:txBody>
          <a:bodyPr wrap="square" rtlCol="0">
            <a:spAutoFit/>
          </a:bodyPr>
          <a:lstStyle/>
          <a:p>
            <a:r>
              <a:rPr lang="en-US" sz="1050" dirty="0"/>
              <a:t>Joining a multiplayer game</a:t>
            </a:r>
          </a:p>
        </p:txBody>
      </p:sp>
      <p:cxnSp>
        <p:nvCxnSpPr>
          <p:cNvPr id="67" name="Straight Arrow Connector 66">
            <a:extLst>
              <a:ext uri="{FF2B5EF4-FFF2-40B4-BE49-F238E27FC236}">
                <a16:creationId xmlns:a16="http://schemas.microsoft.com/office/drawing/2014/main" id="{82B12C5B-3BC3-7DFE-5B9C-EE866CC23CC0}"/>
              </a:ext>
            </a:extLst>
          </p:cNvPr>
          <p:cNvCxnSpPr>
            <a:cxnSpLocks/>
            <a:endCxn id="66" idx="1"/>
          </p:cNvCxnSpPr>
          <p:nvPr/>
        </p:nvCxnSpPr>
        <p:spPr>
          <a:xfrm flipV="1">
            <a:off x="2907065" y="871608"/>
            <a:ext cx="1118900" cy="45342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087C9507-D9F9-D999-DF00-E95E93DC681A}"/>
              </a:ext>
            </a:extLst>
          </p:cNvPr>
          <p:cNvSpPr txBox="1"/>
          <p:nvPr/>
        </p:nvSpPr>
        <p:spPr>
          <a:xfrm>
            <a:off x="3384978" y="1239525"/>
            <a:ext cx="1567129" cy="415498"/>
          </a:xfrm>
          <a:prstGeom prst="rect">
            <a:avLst/>
          </a:prstGeom>
          <a:noFill/>
        </p:spPr>
        <p:txBody>
          <a:bodyPr wrap="square" rtlCol="0">
            <a:spAutoFit/>
          </a:bodyPr>
          <a:lstStyle/>
          <a:p>
            <a:r>
              <a:rPr lang="en-US" sz="1050" dirty="0"/>
              <a:t>Tagging someone in an online post</a:t>
            </a:r>
          </a:p>
        </p:txBody>
      </p:sp>
      <p:cxnSp>
        <p:nvCxnSpPr>
          <p:cNvPr id="69" name="Straight Arrow Connector 68">
            <a:extLst>
              <a:ext uri="{FF2B5EF4-FFF2-40B4-BE49-F238E27FC236}">
                <a16:creationId xmlns:a16="http://schemas.microsoft.com/office/drawing/2014/main" id="{44EB0A58-22A6-97CC-D525-199F8DE9CE97}"/>
              </a:ext>
            </a:extLst>
          </p:cNvPr>
          <p:cNvCxnSpPr>
            <a:cxnSpLocks/>
            <a:endCxn id="68" idx="1"/>
          </p:cNvCxnSpPr>
          <p:nvPr/>
        </p:nvCxnSpPr>
        <p:spPr>
          <a:xfrm>
            <a:off x="2907065" y="1325028"/>
            <a:ext cx="477913" cy="12224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7319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2085F-7BC2-4479-B727-65FD8D2FA0A4}"/>
              </a:ext>
            </a:extLst>
          </p:cNvPr>
          <p:cNvSpPr>
            <a:spLocks noGrp="1"/>
          </p:cNvSpPr>
          <p:nvPr>
            <p:ph type="title"/>
          </p:nvPr>
        </p:nvSpPr>
        <p:spPr>
          <a:xfrm>
            <a:off x="866899" y="638292"/>
            <a:ext cx="6426300" cy="396300"/>
          </a:xfrm>
        </p:spPr>
        <p:txBody>
          <a:bodyPr/>
          <a:lstStyle/>
          <a:p>
            <a:r>
              <a:rPr lang="en-AU" sz="2800" dirty="0">
                <a:solidFill>
                  <a:srgbClr val="FFFFFF"/>
                </a:solidFill>
              </a:rPr>
              <a:t>Think Pair Share #1</a:t>
            </a:r>
            <a:r>
              <a:rPr lang="en-AU" sz="2800" b="1" dirty="0">
                <a:solidFill>
                  <a:srgbClr val="FFFFFF"/>
                </a:solidFill>
              </a:rPr>
              <a:t>… </a:t>
            </a:r>
            <a:r>
              <a:rPr lang="en-AU" sz="2800" dirty="0"/>
              <a:t>(Pg. 28)</a:t>
            </a:r>
          </a:p>
        </p:txBody>
      </p:sp>
      <p:sp>
        <p:nvSpPr>
          <p:cNvPr id="3" name="Text Placeholder 2">
            <a:extLst>
              <a:ext uri="{FF2B5EF4-FFF2-40B4-BE49-F238E27FC236}">
                <a16:creationId xmlns:a16="http://schemas.microsoft.com/office/drawing/2014/main" id="{D7FD7DB8-E816-45FB-B244-3604EF794162}"/>
              </a:ext>
            </a:extLst>
          </p:cNvPr>
          <p:cNvSpPr>
            <a:spLocks noGrp="1"/>
          </p:cNvSpPr>
          <p:nvPr>
            <p:ph type="body" idx="1"/>
          </p:nvPr>
        </p:nvSpPr>
        <p:spPr>
          <a:xfrm>
            <a:off x="5383656" y="2200767"/>
            <a:ext cx="2883518" cy="2112726"/>
          </a:xfrm>
        </p:spPr>
        <p:txBody>
          <a:bodyPr/>
          <a:lstStyle/>
          <a:p>
            <a:pPr marL="101600" indent="0" algn="ctr">
              <a:buNone/>
            </a:pPr>
            <a:r>
              <a:rPr lang="en-AU" sz="3200" b="1" dirty="0">
                <a:solidFill>
                  <a:srgbClr val="7030A0"/>
                </a:solidFill>
              </a:rPr>
              <a:t>HOW</a:t>
            </a:r>
            <a:r>
              <a:rPr lang="en-AU" sz="3200" dirty="0"/>
              <a:t> can you ask for consent?</a:t>
            </a:r>
          </a:p>
        </p:txBody>
      </p:sp>
      <p:sp>
        <p:nvSpPr>
          <p:cNvPr id="5" name="Slide Number Placeholder 4">
            <a:extLst>
              <a:ext uri="{FF2B5EF4-FFF2-40B4-BE49-F238E27FC236}">
                <a16:creationId xmlns:a16="http://schemas.microsoft.com/office/drawing/2014/main" id="{CD1B90CC-CFD7-4FD5-A380-57DC0B75D3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pic>
        <p:nvPicPr>
          <p:cNvPr id="7" name="Graphic 6" descr="Man holding sign">
            <a:extLst>
              <a:ext uri="{FF2B5EF4-FFF2-40B4-BE49-F238E27FC236}">
                <a16:creationId xmlns:a16="http://schemas.microsoft.com/office/drawing/2014/main" id="{52463E33-1E1C-4E0F-AC40-EC16A2FD69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57046" y="3420352"/>
            <a:ext cx="796873" cy="1664266"/>
          </a:xfrm>
          <a:prstGeom prst="rect">
            <a:avLst/>
          </a:prstGeom>
        </p:spPr>
      </p:pic>
      <p:sp>
        <p:nvSpPr>
          <p:cNvPr id="8" name="TextBox 7">
            <a:extLst>
              <a:ext uri="{FF2B5EF4-FFF2-40B4-BE49-F238E27FC236}">
                <a16:creationId xmlns:a16="http://schemas.microsoft.com/office/drawing/2014/main" id="{8DFFDE78-1080-4BCF-9120-30453EA7FC84}"/>
              </a:ext>
            </a:extLst>
          </p:cNvPr>
          <p:cNvSpPr txBox="1"/>
          <p:nvPr/>
        </p:nvSpPr>
        <p:spPr>
          <a:xfrm>
            <a:off x="8032052" y="3885961"/>
            <a:ext cx="846859" cy="307777"/>
          </a:xfrm>
          <a:prstGeom prst="rect">
            <a:avLst/>
          </a:prstGeom>
          <a:noFill/>
        </p:spPr>
        <p:txBody>
          <a:bodyPr wrap="square" rtlCol="0">
            <a:spAutoFit/>
          </a:bodyPr>
          <a:lstStyle/>
          <a:p>
            <a:r>
              <a:rPr lang="en-AU" dirty="0"/>
              <a:t>Consent</a:t>
            </a:r>
          </a:p>
        </p:txBody>
      </p:sp>
      <p:pic>
        <p:nvPicPr>
          <p:cNvPr id="6" name="Picture 5">
            <a:extLst>
              <a:ext uri="{FF2B5EF4-FFF2-40B4-BE49-F238E27FC236}">
                <a16:creationId xmlns:a16="http://schemas.microsoft.com/office/drawing/2014/main" id="{B108C0A3-D378-5D0E-9B74-44D035087A0D}"/>
              </a:ext>
            </a:extLst>
          </p:cNvPr>
          <p:cNvPicPr>
            <a:picLocks noChangeAspect="1"/>
          </p:cNvPicPr>
          <p:nvPr/>
        </p:nvPicPr>
        <p:blipFill>
          <a:blip r:embed="rId5"/>
          <a:stretch>
            <a:fillRect/>
          </a:stretch>
        </p:blipFill>
        <p:spPr>
          <a:xfrm>
            <a:off x="785504" y="1304050"/>
            <a:ext cx="4385868" cy="3289401"/>
          </a:xfrm>
          <a:prstGeom prst="rect">
            <a:avLst/>
          </a:prstGeom>
        </p:spPr>
      </p:pic>
      <p:sp>
        <p:nvSpPr>
          <p:cNvPr id="10" name="TextBox 9">
            <a:extLst>
              <a:ext uri="{FF2B5EF4-FFF2-40B4-BE49-F238E27FC236}">
                <a16:creationId xmlns:a16="http://schemas.microsoft.com/office/drawing/2014/main" id="{A791172B-78E3-3863-7086-0F8B99D52E2E}"/>
              </a:ext>
            </a:extLst>
          </p:cNvPr>
          <p:cNvSpPr txBox="1"/>
          <p:nvPr/>
        </p:nvSpPr>
        <p:spPr>
          <a:xfrm>
            <a:off x="997788" y="4159605"/>
            <a:ext cx="1155478" cy="307777"/>
          </a:xfrm>
          <a:prstGeom prst="rect">
            <a:avLst/>
          </a:prstGeom>
          <a:noFill/>
        </p:spPr>
        <p:txBody>
          <a:bodyPr wrap="square">
            <a:spAutoFit/>
          </a:bodyPr>
          <a:lstStyle/>
          <a:p>
            <a:r>
              <a:rPr lang="en-AU" dirty="0"/>
              <a:t>1min 30sec.</a:t>
            </a:r>
            <a:endParaRPr lang="en-AU" sz="2000" b="1" dirty="0">
              <a:solidFill>
                <a:srgbClr val="7030A0"/>
              </a:solidFill>
            </a:endParaRPr>
          </a:p>
        </p:txBody>
      </p:sp>
      <p:sp>
        <p:nvSpPr>
          <p:cNvPr id="11" name="TextBox 10">
            <a:extLst>
              <a:ext uri="{FF2B5EF4-FFF2-40B4-BE49-F238E27FC236}">
                <a16:creationId xmlns:a16="http://schemas.microsoft.com/office/drawing/2014/main" id="{6312EE3E-8F24-EF4F-7F86-63729F5788C9}"/>
              </a:ext>
            </a:extLst>
          </p:cNvPr>
          <p:cNvSpPr txBox="1"/>
          <p:nvPr/>
        </p:nvSpPr>
        <p:spPr>
          <a:xfrm>
            <a:off x="2440058" y="3369766"/>
            <a:ext cx="1158547" cy="307777"/>
          </a:xfrm>
          <a:prstGeom prst="rect">
            <a:avLst/>
          </a:prstGeom>
          <a:noFill/>
        </p:spPr>
        <p:txBody>
          <a:bodyPr wrap="square">
            <a:spAutoFit/>
          </a:bodyPr>
          <a:lstStyle/>
          <a:p>
            <a:r>
              <a:rPr lang="en-AU" dirty="0"/>
              <a:t>1min 30sec.</a:t>
            </a:r>
            <a:endParaRPr lang="en-AU" sz="2000" b="1" dirty="0">
              <a:solidFill>
                <a:srgbClr val="7030A0"/>
              </a:solidFill>
            </a:endParaRPr>
          </a:p>
        </p:txBody>
      </p:sp>
    </p:spTree>
    <p:extLst>
      <p:ext uri="{BB962C8B-B14F-4D97-AF65-F5344CB8AC3E}">
        <p14:creationId xmlns:p14="http://schemas.microsoft.com/office/powerpoint/2010/main" val="622602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CF57B-6F6E-4F31-A435-4188AECBCF54}"/>
              </a:ext>
            </a:extLst>
          </p:cNvPr>
          <p:cNvSpPr>
            <a:spLocks noGrp="1"/>
          </p:cNvSpPr>
          <p:nvPr>
            <p:ph type="title"/>
          </p:nvPr>
        </p:nvSpPr>
        <p:spPr>
          <a:xfrm>
            <a:off x="2322097" y="1516177"/>
            <a:ext cx="3910283" cy="631985"/>
          </a:xfrm>
        </p:spPr>
        <p:txBody>
          <a:bodyPr anchor="b">
            <a:normAutofit/>
          </a:bodyPr>
          <a:lstStyle/>
          <a:p>
            <a:pPr algn="ctr"/>
            <a:r>
              <a:rPr lang="en-AU" b="1" dirty="0">
                <a:solidFill>
                  <a:srgbClr val="7030A0"/>
                </a:solidFill>
              </a:rPr>
              <a:t>How </a:t>
            </a:r>
            <a:r>
              <a:rPr lang="en-AU" b="1" dirty="0">
                <a:solidFill>
                  <a:schemeClr val="tx1"/>
                </a:solidFill>
              </a:rPr>
              <a:t>to ask for consent </a:t>
            </a:r>
            <a:r>
              <a:rPr lang="en-AU" sz="3200" dirty="0"/>
              <a:t>(Pg. 28)</a:t>
            </a:r>
            <a:endParaRPr lang="en-AU" b="1" dirty="0">
              <a:solidFill>
                <a:schemeClr val="tx1"/>
              </a:solidFill>
            </a:endParaRPr>
          </a:p>
        </p:txBody>
      </p:sp>
      <p:sp>
        <p:nvSpPr>
          <p:cNvPr id="3" name="Content Placeholder 2">
            <a:extLst>
              <a:ext uri="{FF2B5EF4-FFF2-40B4-BE49-F238E27FC236}">
                <a16:creationId xmlns:a16="http://schemas.microsoft.com/office/drawing/2014/main" id="{1FA3FC0A-CBE6-49D9-B3D2-407892AF6D51}"/>
              </a:ext>
            </a:extLst>
          </p:cNvPr>
          <p:cNvSpPr>
            <a:spLocks noGrp="1"/>
          </p:cNvSpPr>
          <p:nvPr>
            <p:ph idx="1"/>
          </p:nvPr>
        </p:nvSpPr>
        <p:spPr>
          <a:xfrm>
            <a:off x="2270362" y="2241755"/>
            <a:ext cx="4503896" cy="1573160"/>
          </a:xfrm>
        </p:spPr>
        <p:txBody>
          <a:bodyPr anchor="t">
            <a:normAutofit lnSpcReduction="10000"/>
          </a:bodyPr>
          <a:lstStyle/>
          <a:p>
            <a:pPr marL="88900" indent="0" algn="ctr">
              <a:buNone/>
            </a:pPr>
            <a:r>
              <a:rPr lang="en-AU" sz="1800" dirty="0">
                <a:solidFill>
                  <a:schemeClr val="tx1"/>
                </a:solidFill>
                <a:latin typeface="+mj-lt"/>
              </a:rPr>
              <a:t>Asking for consent is as easy as asking a question, and it’s best done with a clear conversation where everyone agrees.</a:t>
            </a:r>
          </a:p>
          <a:p>
            <a:pPr marL="0" indent="0" algn="ctr">
              <a:buNone/>
            </a:pPr>
            <a:endParaRPr lang="en-AU" sz="1050" dirty="0">
              <a:solidFill>
                <a:schemeClr val="tx1"/>
              </a:solidFill>
              <a:latin typeface="+mj-lt"/>
            </a:endParaRPr>
          </a:p>
          <a:p>
            <a:pPr marL="0" indent="0" algn="ctr">
              <a:buNone/>
            </a:pPr>
            <a:r>
              <a:rPr lang="en-AU" sz="1400" dirty="0">
                <a:solidFill>
                  <a:schemeClr val="tx1"/>
                </a:solidFill>
                <a:latin typeface="+mj-lt"/>
              </a:rPr>
              <a:t>Consider the different scenarios where consent may need to be given and write your own consent questions in your workbook on pg.28.</a:t>
            </a:r>
          </a:p>
          <a:p>
            <a:pPr algn="ctr"/>
            <a:endParaRPr lang="en-AU" dirty="0">
              <a:solidFill>
                <a:schemeClr val="tx2"/>
              </a:solidFill>
            </a:endParaRPr>
          </a:p>
        </p:txBody>
      </p:sp>
      <p:sp>
        <p:nvSpPr>
          <p:cNvPr id="4" name="Speech Bubble: Oval 3">
            <a:extLst>
              <a:ext uri="{FF2B5EF4-FFF2-40B4-BE49-F238E27FC236}">
                <a16:creationId xmlns:a16="http://schemas.microsoft.com/office/drawing/2014/main" id="{494FE232-7E01-4908-9DD3-3096D4C69F9E}"/>
              </a:ext>
            </a:extLst>
          </p:cNvPr>
          <p:cNvSpPr/>
          <p:nvPr/>
        </p:nvSpPr>
        <p:spPr>
          <a:xfrm>
            <a:off x="2160808" y="37899"/>
            <a:ext cx="1488272" cy="1085499"/>
          </a:xfrm>
          <a:prstGeom prst="wedgeEllipseCallout">
            <a:avLst>
              <a:gd name="adj1" fmla="val 14429"/>
              <a:gd name="adj2" fmla="val 70282"/>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AU" sz="1050" dirty="0"/>
              <a:t>Can I ask you a question? </a:t>
            </a:r>
          </a:p>
        </p:txBody>
      </p:sp>
      <p:sp>
        <p:nvSpPr>
          <p:cNvPr id="5" name="Speech Bubble: Oval 4">
            <a:extLst>
              <a:ext uri="{FF2B5EF4-FFF2-40B4-BE49-F238E27FC236}">
                <a16:creationId xmlns:a16="http://schemas.microsoft.com/office/drawing/2014/main" id="{3A174A2A-3D85-4EBC-BC0D-06C30707196B}"/>
              </a:ext>
            </a:extLst>
          </p:cNvPr>
          <p:cNvSpPr/>
          <p:nvPr/>
        </p:nvSpPr>
        <p:spPr>
          <a:xfrm>
            <a:off x="2012173" y="4040958"/>
            <a:ext cx="1523065" cy="1001352"/>
          </a:xfrm>
          <a:prstGeom prst="wedgeEllipseCallout">
            <a:avLst>
              <a:gd name="adj1" fmla="val 19222"/>
              <a:gd name="adj2" fmla="val -62710"/>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AU" sz="1050" dirty="0"/>
              <a:t>Do you mind if I speak to you about something?</a:t>
            </a:r>
          </a:p>
        </p:txBody>
      </p:sp>
      <p:sp>
        <p:nvSpPr>
          <p:cNvPr id="6" name="Speech Bubble: Oval 5">
            <a:extLst>
              <a:ext uri="{FF2B5EF4-FFF2-40B4-BE49-F238E27FC236}">
                <a16:creationId xmlns:a16="http://schemas.microsoft.com/office/drawing/2014/main" id="{0F5A9CB9-908A-4089-9ED0-B2A5A44A2968}"/>
              </a:ext>
            </a:extLst>
          </p:cNvPr>
          <p:cNvSpPr/>
          <p:nvPr/>
        </p:nvSpPr>
        <p:spPr>
          <a:xfrm>
            <a:off x="6774258" y="3691238"/>
            <a:ext cx="1788129" cy="1085500"/>
          </a:xfrm>
          <a:prstGeom prst="wedgeEllipseCallout">
            <a:avLst>
              <a:gd name="adj1" fmla="val -50480"/>
              <a:gd name="adj2" fmla="val -48353"/>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AU" sz="1050" dirty="0"/>
              <a:t>Would you like to see a picture?</a:t>
            </a:r>
          </a:p>
        </p:txBody>
      </p:sp>
      <p:sp>
        <p:nvSpPr>
          <p:cNvPr id="7" name="Speech Bubble: Oval 6">
            <a:extLst>
              <a:ext uri="{FF2B5EF4-FFF2-40B4-BE49-F238E27FC236}">
                <a16:creationId xmlns:a16="http://schemas.microsoft.com/office/drawing/2014/main" id="{F7531531-84CB-49FC-B8B8-F25A5561F384}"/>
              </a:ext>
            </a:extLst>
          </p:cNvPr>
          <p:cNvSpPr/>
          <p:nvPr/>
        </p:nvSpPr>
        <p:spPr>
          <a:xfrm>
            <a:off x="7111204" y="2299786"/>
            <a:ext cx="1649957" cy="889592"/>
          </a:xfrm>
          <a:prstGeom prst="wedgeEllipseCallout">
            <a:avLst>
              <a:gd name="adj1" fmla="val -65203"/>
              <a:gd name="adj2" fmla="val 5273"/>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AU" sz="1050" dirty="0"/>
              <a:t>Can I show you this video?</a:t>
            </a:r>
          </a:p>
        </p:txBody>
      </p:sp>
      <p:sp>
        <p:nvSpPr>
          <p:cNvPr id="9" name="Speech Bubble: Oval 8">
            <a:extLst>
              <a:ext uri="{FF2B5EF4-FFF2-40B4-BE49-F238E27FC236}">
                <a16:creationId xmlns:a16="http://schemas.microsoft.com/office/drawing/2014/main" id="{2A3F9475-21AB-43F2-8FF3-CA8A3B9015D3}"/>
              </a:ext>
            </a:extLst>
          </p:cNvPr>
          <p:cNvSpPr/>
          <p:nvPr/>
        </p:nvSpPr>
        <p:spPr>
          <a:xfrm>
            <a:off x="4258359" y="37899"/>
            <a:ext cx="1788129" cy="984523"/>
          </a:xfrm>
          <a:prstGeom prst="wedgeEllipseCallout">
            <a:avLst>
              <a:gd name="adj1" fmla="val -5539"/>
              <a:gd name="adj2" fmla="val 73184"/>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AU" sz="1050" dirty="0"/>
              <a:t>Is it okay if I borrow your phone?</a:t>
            </a:r>
          </a:p>
        </p:txBody>
      </p:sp>
      <p:sp>
        <p:nvSpPr>
          <p:cNvPr id="16" name="Speech Bubble: Oval 15">
            <a:extLst>
              <a:ext uri="{FF2B5EF4-FFF2-40B4-BE49-F238E27FC236}">
                <a16:creationId xmlns:a16="http://schemas.microsoft.com/office/drawing/2014/main" id="{E8C5BF30-5C68-4850-B24C-E033DB774C55}"/>
              </a:ext>
            </a:extLst>
          </p:cNvPr>
          <p:cNvSpPr/>
          <p:nvPr/>
        </p:nvSpPr>
        <p:spPr>
          <a:xfrm>
            <a:off x="202817" y="2893559"/>
            <a:ext cx="1859501" cy="946656"/>
          </a:xfrm>
          <a:prstGeom prst="wedgeEllipseCallout">
            <a:avLst>
              <a:gd name="adj1" fmla="val 58359"/>
              <a:gd name="adj2" fmla="val -33944"/>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AU" sz="1050" dirty="0"/>
              <a:t>Do you want to play a game with me?</a:t>
            </a:r>
          </a:p>
        </p:txBody>
      </p:sp>
      <p:sp>
        <p:nvSpPr>
          <p:cNvPr id="17" name="Speech Bubble: Oval 16">
            <a:extLst>
              <a:ext uri="{FF2B5EF4-FFF2-40B4-BE49-F238E27FC236}">
                <a16:creationId xmlns:a16="http://schemas.microsoft.com/office/drawing/2014/main" id="{9CC9CA56-84BA-4BAC-A740-E27AB13165D2}"/>
              </a:ext>
            </a:extLst>
          </p:cNvPr>
          <p:cNvSpPr/>
          <p:nvPr/>
        </p:nvSpPr>
        <p:spPr>
          <a:xfrm>
            <a:off x="4277238" y="4012089"/>
            <a:ext cx="1451507" cy="1085499"/>
          </a:xfrm>
          <a:prstGeom prst="wedgeEllipseCallout">
            <a:avLst>
              <a:gd name="adj1" fmla="val -6630"/>
              <a:gd name="adj2" fmla="val -6850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AU" sz="1050" dirty="0"/>
              <a:t>Can I tell you a joke?</a:t>
            </a:r>
          </a:p>
        </p:txBody>
      </p:sp>
      <p:sp>
        <p:nvSpPr>
          <p:cNvPr id="18" name="Speech Bubble: Oval 17">
            <a:extLst>
              <a:ext uri="{FF2B5EF4-FFF2-40B4-BE49-F238E27FC236}">
                <a16:creationId xmlns:a16="http://schemas.microsoft.com/office/drawing/2014/main" id="{589E5846-EC33-435D-AE04-41B514D5AD2F}"/>
              </a:ext>
            </a:extLst>
          </p:cNvPr>
          <p:cNvSpPr/>
          <p:nvPr/>
        </p:nvSpPr>
        <p:spPr>
          <a:xfrm>
            <a:off x="379716" y="1152288"/>
            <a:ext cx="1632457" cy="1085500"/>
          </a:xfrm>
          <a:prstGeom prst="wedgeEllipseCallout">
            <a:avLst>
              <a:gd name="adj1" fmla="val 61899"/>
              <a:gd name="adj2" fmla="val 35368"/>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AU" sz="1050" dirty="0"/>
              <a:t>Can I give you a compliment?</a:t>
            </a:r>
          </a:p>
        </p:txBody>
      </p:sp>
      <p:sp>
        <p:nvSpPr>
          <p:cNvPr id="19" name="Speech Bubble: Oval 18">
            <a:extLst>
              <a:ext uri="{FF2B5EF4-FFF2-40B4-BE49-F238E27FC236}">
                <a16:creationId xmlns:a16="http://schemas.microsoft.com/office/drawing/2014/main" id="{93D1C3D4-9423-414B-B1FC-BBA820FC701C}"/>
              </a:ext>
            </a:extLst>
          </p:cNvPr>
          <p:cNvSpPr/>
          <p:nvPr/>
        </p:nvSpPr>
        <p:spPr>
          <a:xfrm>
            <a:off x="6774258" y="471428"/>
            <a:ext cx="1451507" cy="904583"/>
          </a:xfrm>
          <a:prstGeom prst="wedgeEllipseCallout">
            <a:avLst>
              <a:gd name="adj1" fmla="val -41703"/>
              <a:gd name="adj2" fmla="val 5040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AU" sz="1050" dirty="0"/>
              <a:t>Can I hug you?</a:t>
            </a:r>
          </a:p>
        </p:txBody>
      </p:sp>
      <p:sp>
        <p:nvSpPr>
          <p:cNvPr id="20" name="Google Shape;136;p7">
            <a:extLst>
              <a:ext uri="{FF2B5EF4-FFF2-40B4-BE49-F238E27FC236}">
                <a16:creationId xmlns:a16="http://schemas.microsoft.com/office/drawing/2014/main" id="{6386F1D9-2AF5-4EC8-925B-91E211FE3F28}"/>
              </a:ext>
            </a:extLst>
          </p:cNvPr>
          <p:cNvSpPr/>
          <p:nvPr/>
        </p:nvSpPr>
        <p:spPr>
          <a:xfrm>
            <a:off x="6214918" y="1491578"/>
            <a:ext cx="896286" cy="656582"/>
          </a:xfrm>
          <a:custGeom>
            <a:avLst/>
            <a:gdLst/>
            <a:ahLst/>
            <a:cxnLst/>
            <a:rect l="l" t="t" r="r" b="b"/>
            <a:pathLst>
              <a:path w="7419" h="5201" extrusionOk="0">
                <a:moveTo>
                  <a:pt x="2218" y="0"/>
                </a:moveTo>
                <a:lnTo>
                  <a:pt x="2088" y="19"/>
                </a:lnTo>
                <a:lnTo>
                  <a:pt x="1957" y="37"/>
                </a:lnTo>
                <a:lnTo>
                  <a:pt x="1845" y="56"/>
                </a:lnTo>
                <a:lnTo>
                  <a:pt x="1715" y="112"/>
                </a:lnTo>
                <a:lnTo>
                  <a:pt x="1603" y="168"/>
                </a:lnTo>
                <a:lnTo>
                  <a:pt x="1491" y="224"/>
                </a:lnTo>
                <a:lnTo>
                  <a:pt x="1398" y="298"/>
                </a:lnTo>
                <a:lnTo>
                  <a:pt x="1305" y="391"/>
                </a:lnTo>
                <a:lnTo>
                  <a:pt x="1230" y="485"/>
                </a:lnTo>
                <a:lnTo>
                  <a:pt x="1156" y="578"/>
                </a:lnTo>
                <a:lnTo>
                  <a:pt x="1081" y="690"/>
                </a:lnTo>
                <a:lnTo>
                  <a:pt x="1025" y="802"/>
                </a:lnTo>
                <a:lnTo>
                  <a:pt x="988" y="913"/>
                </a:lnTo>
                <a:lnTo>
                  <a:pt x="951" y="1044"/>
                </a:lnTo>
                <a:lnTo>
                  <a:pt x="932" y="1174"/>
                </a:lnTo>
                <a:lnTo>
                  <a:pt x="932" y="1305"/>
                </a:lnTo>
                <a:lnTo>
                  <a:pt x="932" y="1435"/>
                </a:lnTo>
                <a:lnTo>
                  <a:pt x="951" y="1566"/>
                </a:lnTo>
                <a:lnTo>
                  <a:pt x="988" y="1696"/>
                </a:lnTo>
                <a:lnTo>
                  <a:pt x="1025" y="1808"/>
                </a:lnTo>
                <a:lnTo>
                  <a:pt x="1081" y="1920"/>
                </a:lnTo>
                <a:lnTo>
                  <a:pt x="1156" y="2032"/>
                </a:lnTo>
                <a:lnTo>
                  <a:pt x="1230" y="2125"/>
                </a:lnTo>
                <a:lnTo>
                  <a:pt x="1305" y="2218"/>
                </a:lnTo>
                <a:lnTo>
                  <a:pt x="1398" y="2311"/>
                </a:lnTo>
                <a:lnTo>
                  <a:pt x="1491" y="2386"/>
                </a:lnTo>
                <a:lnTo>
                  <a:pt x="1603" y="2442"/>
                </a:lnTo>
                <a:lnTo>
                  <a:pt x="1715" y="2498"/>
                </a:lnTo>
                <a:lnTo>
                  <a:pt x="1845" y="2554"/>
                </a:lnTo>
                <a:lnTo>
                  <a:pt x="1957" y="2572"/>
                </a:lnTo>
                <a:lnTo>
                  <a:pt x="2088" y="2591"/>
                </a:lnTo>
                <a:lnTo>
                  <a:pt x="2218" y="2610"/>
                </a:lnTo>
                <a:lnTo>
                  <a:pt x="2349" y="2591"/>
                </a:lnTo>
                <a:lnTo>
                  <a:pt x="2479" y="2572"/>
                </a:lnTo>
                <a:lnTo>
                  <a:pt x="2610" y="2554"/>
                </a:lnTo>
                <a:lnTo>
                  <a:pt x="2721" y="2498"/>
                </a:lnTo>
                <a:lnTo>
                  <a:pt x="2852" y="2442"/>
                </a:lnTo>
                <a:lnTo>
                  <a:pt x="2945" y="2386"/>
                </a:lnTo>
                <a:lnTo>
                  <a:pt x="3057" y="2311"/>
                </a:lnTo>
                <a:lnTo>
                  <a:pt x="3150" y="2218"/>
                </a:lnTo>
                <a:lnTo>
                  <a:pt x="3225" y="2125"/>
                </a:lnTo>
                <a:lnTo>
                  <a:pt x="3299" y="2032"/>
                </a:lnTo>
                <a:lnTo>
                  <a:pt x="3374" y="1920"/>
                </a:lnTo>
                <a:lnTo>
                  <a:pt x="3430" y="1808"/>
                </a:lnTo>
                <a:lnTo>
                  <a:pt x="3467" y="1696"/>
                </a:lnTo>
                <a:lnTo>
                  <a:pt x="3504" y="1566"/>
                </a:lnTo>
                <a:lnTo>
                  <a:pt x="3523" y="1435"/>
                </a:lnTo>
                <a:lnTo>
                  <a:pt x="3523" y="1305"/>
                </a:lnTo>
                <a:lnTo>
                  <a:pt x="3523" y="1174"/>
                </a:lnTo>
                <a:lnTo>
                  <a:pt x="3504" y="1044"/>
                </a:lnTo>
                <a:lnTo>
                  <a:pt x="3467" y="913"/>
                </a:lnTo>
                <a:lnTo>
                  <a:pt x="3430" y="802"/>
                </a:lnTo>
                <a:lnTo>
                  <a:pt x="3374" y="690"/>
                </a:lnTo>
                <a:lnTo>
                  <a:pt x="3299" y="578"/>
                </a:lnTo>
                <a:lnTo>
                  <a:pt x="3225" y="485"/>
                </a:lnTo>
                <a:lnTo>
                  <a:pt x="3150" y="391"/>
                </a:lnTo>
                <a:lnTo>
                  <a:pt x="3057" y="298"/>
                </a:lnTo>
                <a:lnTo>
                  <a:pt x="2945" y="224"/>
                </a:lnTo>
                <a:lnTo>
                  <a:pt x="2852" y="168"/>
                </a:lnTo>
                <a:lnTo>
                  <a:pt x="2721" y="112"/>
                </a:lnTo>
                <a:lnTo>
                  <a:pt x="2610" y="56"/>
                </a:lnTo>
                <a:lnTo>
                  <a:pt x="2479" y="37"/>
                </a:lnTo>
                <a:lnTo>
                  <a:pt x="2349" y="19"/>
                </a:lnTo>
                <a:lnTo>
                  <a:pt x="2218" y="0"/>
                </a:lnTo>
                <a:close/>
                <a:moveTo>
                  <a:pt x="5443" y="373"/>
                </a:moveTo>
                <a:lnTo>
                  <a:pt x="5350" y="391"/>
                </a:lnTo>
                <a:lnTo>
                  <a:pt x="5126" y="466"/>
                </a:lnTo>
                <a:lnTo>
                  <a:pt x="4940" y="559"/>
                </a:lnTo>
                <a:lnTo>
                  <a:pt x="4772" y="708"/>
                </a:lnTo>
                <a:lnTo>
                  <a:pt x="4641" y="876"/>
                </a:lnTo>
                <a:lnTo>
                  <a:pt x="4548" y="1062"/>
                </a:lnTo>
                <a:lnTo>
                  <a:pt x="4474" y="1268"/>
                </a:lnTo>
                <a:lnTo>
                  <a:pt x="4455" y="1379"/>
                </a:lnTo>
                <a:lnTo>
                  <a:pt x="4455" y="1491"/>
                </a:lnTo>
                <a:lnTo>
                  <a:pt x="4455" y="1603"/>
                </a:lnTo>
                <a:lnTo>
                  <a:pt x="4474" y="1715"/>
                </a:lnTo>
                <a:lnTo>
                  <a:pt x="4548" y="1920"/>
                </a:lnTo>
                <a:lnTo>
                  <a:pt x="4641" y="2106"/>
                </a:lnTo>
                <a:lnTo>
                  <a:pt x="4772" y="2274"/>
                </a:lnTo>
                <a:lnTo>
                  <a:pt x="4940" y="2405"/>
                </a:lnTo>
                <a:lnTo>
                  <a:pt x="5126" y="2516"/>
                </a:lnTo>
                <a:lnTo>
                  <a:pt x="5350" y="2572"/>
                </a:lnTo>
                <a:lnTo>
                  <a:pt x="5443" y="2591"/>
                </a:lnTo>
                <a:lnTo>
                  <a:pt x="5573" y="2610"/>
                </a:lnTo>
                <a:lnTo>
                  <a:pt x="5685" y="2591"/>
                </a:lnTo>
                <a:lnTo>
                  <a:pt x="5797" y="2572"/>
                </a:lnTo>
                <a:lnTo>
                  <a:pt x="6002" y="2516"/>
                </a:lnTo>
                <a:lnTo>
                  <a:pt x="6188" y="2405"/>
                </a:lnTo>
                <a:lnTo>
                  <a:pt x="6356" y="2274"/>
                </a:lnTo>
                <a:lnTo>
                  <a:pt x="6487" y="2106"/>
                </a:lnTo>
                <a:lnTo>
                  <a:pt x="6599" y="1920"/>
                </a:lnTo>
                <a:lnTo>
                  <a:pt x="6654" y="1715"/>
                </a:lnTo>
                <a:lnTo>
                  <a:pt x="6673" y="1603"/>
                </a:lnTo>
                <a:lnTo>
                  <a:pt x="6673" y="1491"/>
                </a:lnTo>
                <a:lnTo>
                  <a:pt x="6673" y="1379"/>
                </a:lnTo>
                <a:lnTo>
                  <a:pt x="6654" y="1268"/>
                </a:lnTo>
                <a:lnTo>
                  <a:pt x="6599" y="1062"/>
                </a:lnTo>
                <a:lnTo>
                  <a:pt x="6487" y="876"/>
                </a:lnTo>
                <a:lnTo>
                  <a:pt x="6356" y="708"/>
                </a:lnTo>
                <a:lnTo>
                  <a:pt x="6188" y="559"/>
                </a:lnTo>
                <a:lnTo>
                  <a:pt x="6002" y="466"/>
                </a:lnTo>
                <a:lnTo>
                  <a:pt x="5797" y="391"/>
                </a:lnTo>
                <a:lnTo>
                  <a:pt x="5685" y="373"/>
                </a:lnTo>
                <a:close/>
                <a:moveTo>
                  <a:pt x="5014" y="2964"/>
                </a:moveTo>
                <a:lnTo>
                  <a:pt x="4828" y="2982"/>
                </a:lnTo>
                <a:lnTo>
                  <a:pt x="4660" y="3020"/>
                </a:lnTo>
                <a:lnTo>
                  <a:pt x="4511" y="3076"/>
                </a:lnTo>
                <a:lnTo>
                  <a:pt x="4362" y="3150"/>
                </a:lnTo>
                <a:lnTo>
                  <a:pt x="4455" y="3262"/>
                </a:lnTo>
                <a:lnTo>
                  <a:pt x="4548" y="3392"/>
                </a:lnTo>
                <a:lnTo>
                  <a:pt x="4641" y="3523"/>
                </a:lnTo>
                <a:lnTo>
                  <a:pt x="4697" y="3672"/>
                </a:lnTo>
                <a:lnTo>
                  <a:pt x="4753" y="3821"/>
                </a:lnTo>
                <a:lnTo>
                  <a:pt x="4790" y="3970"/>
                </a:lnTo>
                <a:lnTo>
                  <a:pt x="4809" y="4138"/>
                </a:lnTo>
                <a:lnTo>
                  <a:pt x="4828" y="4306"/>
                </a:lnTo>
                <a:lnTo>
                  <a:pt x="4828" y="4753"/>
                </a:lnTo>
                <a:lnTo>
                  <a:pt x="4809" y="4828"/>
                </a:lnTo>
                <a:lnTo>
                  <a:pt x="6859" y="4828"/>
                </a:lnTo>
                <a:lnTo>
                  <a:pt x="6971" y="4809"/>
                </a:lnTo>
                <a:lnTo>
                  <a:pt x="7083" y="4790"/>
                </a:lnTo>
                <a:lnTo>
                  <a:pt x="7176" y="4735"/>
                </a:lnTo>
                <a:lnTo>
                  <a:pt x="7251" y="4660"/>
                </a:lnTo>
                <a:lnTo>
                  <a:pt x="7325" y="4585"/>
                </a:lnTo>
                <a:lnTo>
                  <a:pt x="7381" y="4492"/>
                </a:lnTo>
                <a:lnTo>
                  <a:pt x="7419" y="4380"/>
                </a:lnTo>
                <a:lnTo>
                  <a:pt x="7419" y="4269"/>
                </a:lnTo>
                <a:lnTo>
                  <a:pt x="7419" y="4138"/>
                </a:lnTo>
                <a:lnTo>
                  <a:pt x="7400" y="4008"/>
                </a:lnTo>
                <a:lnTo>
                  <a:pt x="7363" y="3896"/>
                </a:lnTo>
                <a:lnTo>
                  <a:pt x="7325" y="3765"/>
                </a:lnTo>
                <a:lnTo>
                  <a:pt x="7270" y="3653"/>
                </a:lnTo>
                <a:lnTo>
                  <a:pt x="7195" y="3542"/>
                </a:lnTo>
                <a:lnTo>
                  <a:pt x="7120" y="3448"/>
                </a:lnTo>
                <a:lnTo>
                  <a:pt x="7046" y="3355"/>
                </a:lnTo>
                <a:lnTo>
                  <a:pt x="6953" y="3262"/>
                </a:lnTo>
                <a:lnTo>
                  <a:pt x="6859" y="3187"/>
                </a:lnTo>
                <a:lnTo>
                  <a:pt x="6748" y="3132"/>
                </a:lnTo>
                <a:lnTo>
                  <a:pt x="6636" y="3076"/>
                </a:lnTo>
                <a:lnTo>
                  <a:pt x="6505" y="3020"/>
                </a:lnTo>
                <a:lnTo>
                  <a:pt x="6393" y="3001"/>
                </a:lnTo>
                <a:lnTo>
                  <a:pt x="6263" y="2982"/>
                </a:lnTo>
                <a:lnTo>
                  <a:pt x="6114" y="2964"/>
                </a:lnTo>
                <a:lnTo>
                  <a:pt x="6077" y="2964"/>
                </a:lnTo>
                <a:lnTo>
                  <a:pt x="5834" y="3038"/>
                </a:lnTo>
                <a:lnTo>
                  <a:pt x="5704" y="3057"/>
                </a:lnTo>
                <a:lnTo>
                  <a:pt x="5424" y="3057"/>
                </a:lnTo>
                <a:lnTo>
                  <a:pt x="5294" y="3038"/>
                </a:lnTo>
                <a:lnTo>
                  <a:pt x="5051" y="2964"/>
                </a:lnTo>
                <a:close/>
                <a:moveTo>
                  <a:pt x="1342" y="2964"/>
                </a:moveTo>
                <a:lnTo>
                  <a:pt x="1193" y="2982"/>
                </a:lnTo>
                <a:lnTo>
                  <a:pt x="1062" y="3001"/>
                </a:lnTo>
                <a:lnTo>
                  <a:pt x="932" y="3038"/>
                </a:lnTo>
                <a:lnTo>
                  <a:pt x="820" y="3076"/>
                </a:lnTo>
                <a:lnTo>
                  <a:pt x="690" y="3132"/>
                </a:lnTo>
                <a:lnTo>
                  <a:pt x="578" y="3206"/>
                </a:lnTo>
                <a:lnTo>
                  <a:pt x="485" y="3281"/>
                </a:lnTo>
                <a:lnTo>
                  <a:pt x="391" y="3355"/>
                </a:lnTo>
                <a:lnTo>
                  <a:pt x="298" y="3448"/>
                </a:lnTo>
                <a:lnTo>
                  <a:pt x="224" y="3560"/>
                </a:lnTo>
                <a:lnTo>
                  <a:pt x="149" y="3672"/>
                </a:lnTo>
                <a:lnTo>
                  <a:pt x="93" y="3784"/>
                </a:lnTo>
                <a:lnTo>
                  <a:pt x="56" y="3914"/>
                </a:lnTo>
                <a:lnTo>
                  <a:pt x="19" y="4045"/>
                </a:lnTo>
                <a:lnTo>
                  <a:pt x="0" y="4175"/>
                </a:lnTo>
                <a:lnTo>
                  <a:pt x="0" y="4306"/>
                </a:lnTo>
                <a:lnTo>
                  <a:pt x="0" y="4641"/>
                </a:lnTo>
                <a:lnTo>
                  <a:pt x="0" y="4753"/>
                </a:lnTo>
                <a:lnTo>
                  <a:pt x="37" y="4865"/>
                </a:lnTo>
                <a:lnTo>
                  <a:pt x="93" y="4958"/>
                </a:lnTo>
                <a:lnTo>
                  <a:pt x="168" y="5033"/>
                </a:lnTo>
                <a:lnTo>
                  <a:pt x="242" y="5107"/>
                </a:lnTo>
                <a:lnTo>
                  <a:pt x="336" y="5145"/>
                </a:lnTo>
                <a:lnTo>
                  <a:pt x="447" y="5182"/>
                </a:lnTo>
                <a:lnTo>
                  <a:pt x="559" y="5201"/>
                </a:lnTo>
                <a:lnTo>
                  <a:pt x="3896" y="5201"/>
                </a:lnTo>
                <a:lnTo>
                  <a:pt x="4008" y="5182"/>
                </a:lnTo>
                <a:lnTo>
                  <a:pt x="4119" y="5145"/>
                </a:lnTo>
                <a:lnTo>
                  <a:pt x="4213" y="5107"/>
                </a:lnTo>
                <a:lnTo>
                  <a:pt x="4287" y="5033"/>
                </a:lnTo>
                <a:lnTo>
                  <a:pt x="4362" y="4958"/>
                </a:lnTo>
                <a:lnTo>
                  <a:pt x="4399" y="4865"/>
                </a:lnTo>
                <a:lnTo>
                  <a:pt x="4436" y="4753"/>
                </a:lnTo>
                <a:lnTo>
                  <a:pt x="4455" y="4641"/>
                </a:lnTo>
                <a:lnTo>
                  <a:pt x="4455" y="4306"/>
                </a:lnTo>
                <a:lnTo>
                  <a:pt x="4436" y="4175"/>
                </a:lnTo>
                <a:lnTo>
                  <a:pt x="4418" y="4045"/>
                </a:lnTo>
                <a:lnTo>
                  <a:pt x="4399" y="3914"/>
                </a:lnTo>
                <a:lnTo>
                  <a:pt x="4343" y="3784"/>
                </a:lnTo>
                <a:lnTo>
                  <a:pt x="4287" y="3672"/>
                </a:lnTo>
                <a:lnTo>
                  <a:pt x="4231" y="3560"/>
                </a:lnTo>
                <a:lnTo>
                  <a:pt x="4138" y="3448"/>
                </a:lnTo>
                <a:lnTo>
                  <a:pt x="4063" y="3355"/>
                </a:lnTo>
                <a:lnTo>
                  <a:pt x="3970" y="3281"/>
                </a:lnTo>
                <a:lnTo>
                  <a:pt x="3858" y="3206"/>
                </a:lnTo>
                <a:lnTo>
                  <a:pt x="3747" y="3132"/>
                </a:lnTo>
                <a:lnTo>
                  <a:pt x="3635" y="3076"/>
                </a:lnTo>
                <a:lnTo>
                  <a:pt x="3504" y="3038"/>
                </a:lnTo>
                <a:lnTo>
                  <a:pt x="3392" y="3001"/>
                </a:lnTo>
                <a:lnTo>
                  <a:pt x="3243" y="2982"/>
                </a:lnTo>
                <a:lnTo>
                  <a:pt x="3113" y="2964"/>
                </a:lnTo>
                <a:lnTo>
                  <a:pt x="3020" y="2964"/>
                </a:lnTo>
                <a:lnTo>
                  <a:pt x="2833" y="3057"/>
                </a:lnTo>
                <a:lnTo>
                  <a:pt x="2647" y="3113"/>
                </a:lnTo>
                <a:lnTo>
                  <a:pt x="2442" y="3150"/>
                </a:lnTo>
                <a:lnTo>
                  <a:pt x="2013" y="3150"/>
                </a:lnTo>
                <a:lnTo>
                  <a:pt x="1808" y="3113"/>
                </a:lnTo>
                <a:lnTo>
                  <a:pt x="1622" y="3057"/>
                </a:lnTo>
                <a:lnTo>
                  <a:pt x="1435" y="2964"/>
                </a:lnTo>
                <a:close/>
              </a:path>
            </a:pathLst>
          </a:custGeom>
          <a:solidFill>
            <a:srgbClr val="434343"/>
          </a:solidFill>
          <a:ln>
            <a:noFill/>
          </a:ln>
        </p:spPr>
        <p:txBody>
          <a:bodyPr spcFirstLastPara="1" wrap="square" lIns="121900" tIns="121900" rIns="121900" bIns="121900" anchor="ctr" anchorCtr="0">
            <a:noAutofit/>
          </a:bodyPr>
          <a:lstStyle/>
          <a:p>
            <a:endParaRPr sz="2400" dirty="0"/>
          </a:p>
        </p:txBody>
      </p:sp>
    </p:spTree>
    <p:extLst>
      <p:ext uri="{BB962C8B-B14F-4D97-AF65-F5344CB8AC3E}">
        <p14:creationId xmlns:p14="http://schemas.microsoft.com/office/powerpoint/2010/main" val="2065248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6EF3D9E-EB54-DA4D-F294-C293AA791FCC}"/>
              </a:ext>
            </a:extLst>
          </p:cNvPr>
          <p:cNvSpPr txBox="1">
            <a:spLocks noGrp="1"/>
          </p:cNvSpPr>
          <p:nvPr>
            <p:ph type="body" idx="1"/>
          </p:nvPr>
        </p:nvSpPr>
        <p:spPr>
          <a:xfrm>
            <a:off x="1714300" y="1186825"/>
            <a:ext cx="6063016" cy="2769900"/>
          </a:xfrm>
        </p:spPr>
        <p:txBody>
          <a:bodyPr wrap="square" rtlCol="0" anchor="ctr">
            <a:normAutofit fontScale="92500"/>
          </a:bodyPr>
          <a:lstStyle/>
          <a:p>
            <a:pPr marL="50800" indent="0">
              <a:spcAft>
                <a:spcPts val="600"/>
              </a:spcAft>
              <a:buNone/>
            </a:pPr>
            <a:r>
              <a:rPr lang="en-US" dirty="0"/>
              <a:t>Consent is particularly important in the context of our bodies, so that we can make sure we feel safe and respected.</a:t>
            </a:r>
          </a:p>
          <a:p>
            <a:pPr marL="50800" indent="0">
              <a:spcAft>
                <a:spcPts val="600"/>
              </a:spcAft>
              <a:buNone/>
            </a:pPr>
            <a:endParaRPr lang="en-US" dirty="0"/>
          </a:p>
          <a:p>
            <a:pPr marL="50800" indent="0">
              <a:spcAft>
                <a:spcPts val="600"/>
              </a:spcAft>
              <a:buNone/>
            </a:pPr>
            <a:r>
              <a:rPr lang="en-US" dirty="0"/>
              <a:t>YOU are the only person who can give consent for your body. </a:t>
            </a:r>
          </a:p>
        </p:txBody>
      </p:sp>
      <p:sp>
        <p:nvSpPr>
          <p:cNvPr id="4" name="Slide Number Placeholder 3" hidden="1">
            <a:extLst>
              <a:ext uri="{FF2B5EF4-FFF2-40B4-BE49-F238E27FC236}">
                <a16:creationId xmlns:a16="http://schemas.microsoft.com/office/drawing/2014/main" id="{EBFB76A7-CBAB-4A7E-376F-D10A260C054A}"/>
              </a:ext>
            </a:extLst>
          </p:cNvPr>
          <p:cNvSpPr>
            <a:spLocks noGrp="1"/>
          </p:cNvSpPr>
          <p:nvPr>
            <p:ph type="sldNum" sz="quarter" idx="12"/>
          </p:nvPr>
        </p:nvSpPr>
        <p:spPr/>
        <p:txBody>
          <a:bodyPr/>
          <a:lstStyle/>
          <a:p>
            <a:pPr>
              <a:spcAft>
                <a:spcPts val="600"/>
              </a:spcAft>
            </a:pPr>
            <a:fld id="{DC55306A-DFCC-4737-BC4D-707C39EBEEB0}" type="slidenum">
              <a:rPr lang="en-AU" smtClean="0"/>
              <a:pPr>
                <a:spcAft>
                  <a:spcPts val="600"/>
                </a:spcAft>
              </a:pPr>
              <a:t>21</a:t>
            </a:fld>
            <a:endParaRPr lang="en-AU"/>
          </a:p>
        </p:txBody>
      </p:sp>
    </p:spTree>
    <p:extLst>
      <p:ext uri="{BB962C8B-B14F-4D97-AF65-F5344CB8AC3E}">
        <p14:creationId xmlns:p14="http://schemas.microsoft.com/office/powerpoint/2010/main" val="35564717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2EE5B75-46B8-4C47-8201-B55CBD071F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pic>
        <p:nvPicPr>
          <p:cNvPr id="5" name="Online Media 4" title="consent for kids">
            <a:hlinkClick r:id="" action="ppaction://media"/>
            <a:extLst>
              <a:ext uri="{FF2B5EF4-FFF2-40B4-BE49-F238E27FC236}">
                <a16:creationId xmlns:a16="http://schemas.microsoft.com/office/drawing/2014/main" id="{9EE3CAC4-F083-4807-8953-5CEF15BD67B2}"/>
              </a:ext>
            </a:extLst>
          </p:cNvPr>
          <p:cNvPicPr>
            <a:picLocks noRot="1" noChangeAspect="1"/>
          </p:cNvPicPr>
          <p:nvPr>
            <a:videoFile r:link="rId1"/>
          </p:nvPr>
        </p:nvPicPr>
        <p:blipFill>
          <a:blip r:embed="rId4"/>
          <a:stretch>
            <a:fillRect/>
          </a:stretch>
        </p:blipFill>
        <p:spPr>
          <a:xfrm>
            <a:off x="1400432" y="702131"/>
            <a:ext cx="6284106" cy="3565069"/>
          </a:xfrm>
          <a:prstGeom prst="rect">
            <a:avLst/>
          </a:prstGeom>
        </p:spPr>
      </p:pic>
    </p:spTree>
    <p:extLst>
      <p:ext uri="{BB962C8B-B14F-4D97-AF65-F5344CB8AC3E}">
        <p14:creationId xmlns:p14="http://schemas.microsoft.com/office/powerpoint/2010/main" val="1226091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2085F-7BC2-4479-B727-65FD8D2FA0A4}"/>
              </a:ext>
            </a:extLst>
          </p:cNvPr>
          <p:cNvSpPr>
            <a:spLocks noGrp="1"/>
          </p:cNvSpPr>
          <p:nvPr>
            <p:ph type="title"/>
          </p:nvPr>
        </p:nvSpPr>
        <p:spPr>
          <a:xfrm>
            <a:off x="866899" y="638292"/>
            <a:ext cx="6426300" cy="396300"/>
          </a:xfrm>
        </p:spPr>
        <p:txBody>
          <a:bodyPr/>
          <a:lstStyle/>
          <a:p>
            <a:r>
              <a:rPr lang="en-AU" sz="2800" dirty="0">
                <a:solidFill>
                  <a:srgbClr val="FFFFFF"/>
                </a:solidFill>
              </a:rPr>
              <a:t>Think Pair Share #2</a:t>
            </a:r>
            <a:r>
              <a:rPr lang="en-AU" sz="2800" b="1" dirty="0">
                <a:solidFill>
                  <a:srgbClr val="FFFFFF"/>
                </a:solidFill>
              </a:rPr>
              <a:t>… </a:t>
            </a:r>
            <a:r>
              <a:rPr lang="en-AU" sz="2800" dirty="0"/>
              <a:t>(Pg. 29)</a:t>
            </a:r>
          </a:p>
        </p:txBody>
      </p:sp>
      <p:sp>
        <p:nvSpPr>
          <p:cNvPr id="3" name="Text Placeholder 2">
            <a:extLst>
              <a:ext uri="{FF2B5EF4-FFF2-40B4-BE49-F238E27FC236}">
                <a16:creationId xmlns:a16="http://schemas.microsoft.com/office/drawing/2014/main" id="{D7FD7DB8-E816-45FB-B244-3604EF794162}"/>
              </a:ext>
            </a:extLst>
          </p:cNvPr>
          <p:cNvSpPr>
            <a:spLocks noGrp="1"/>
          </p:cNvSpPr>
          <p:nvPr>
            <p:ph type="body" idx="1"/>
          </p:nvPr>
        </p:nvSpPr>
        <p:spPr>
          <a:xfrm>
            <a:off x="5384167" y="1892387"/>
            <a:ext cx="2883518" cy="2112726"/>
          </a:xfrm>
        </p:spPr>
        <p:txBody>
          <a:bodyPr/>
          <a:lstStyle/>
          <a:p>
            <a:pPr marL="101600" indent="0" algn="ctr">
              <a:buNone/>
            </a:pPr>
            <a:r>
              <a:rPr lang="en-AU" sz="2400" b="1" dirty="0">
                <a:solidFill>
                  <a:srgbClr val="7030A0"/>
                </a:solidFill>
              </a:rPr>
              <a:t>HOW</a:t>
            </a:r>
            <a:r>
              <a:rPr lang="en-AU" sz="2400" dirty="0"/>
              <a:t> do you know if you have consent?</a:t>
            </a:r>
          </a:p>
          <a:p>
            <a:pPr marL="101600" indent="0" algn="ctr">
              <a:buNone/>
            </a:pPr>
            <a:endParaRPr lang="en-AU" sz="2400" dirty="0"/>
          </a:p>
          <a:p>
            <a:pPr marL="101600" indent="0" algn="ctr">
              <a:buNone/>
            </a:pPr>
            <a:r>
              <a:rPr lang="en-AU" sz="2400" dirty="0"/>
              <a:t>What signs may a person show?</a:t>
            </a:r>
          </a:p>
        </p:txBody>
      </p:sp>
      <p:sp>
        <p:nvSpPr>
          <p:cNvPr id="5" name="Slide Number Placeholder 4">
            <a:extLst>
              <a:ext uri="{FF2B5EF4-FFF2-40B4-BE49-F238E27FC236}">
                <a16:creationId xmlns:a16="http://schemas.microsoft.com/office/drawing/2014/main" id="{CD1B90CC-CFD7-4FD5-A380-57DC0B75D3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pic>
        <p:nvPicPr>
          <p:cNvPr id="7" name="Graphic 6" descr="Man holding sign">
            <a:extLst>
              <a:ext uri="{FF2B5EF4-FFF2-40B4-BE49-F238E27FC236}">
                <a16:creationId xmlns:a16="http://schemas.microsoft.com/office/drawing/2014/main" id="{52463E33-1E1C-4E0F-AC40-EC16A2FD69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57046" y="3420352"/>
            <a:ext cx="796873" cy="1664266"/>
          </a:xfrm>
          <a:prstGeom prst="rect">
            <a:avLst/>
          </a:prstGeom>
        </p:spPr>
      </p:pic>
      <p:sp>
        <p:nvSpPr>
          <p:cNvPr id="8" name="TextBox 7">
            <a:extLst>
              <a:ext uri="{FF2B5EF4-FFF2-40B4-BE49-F238E27FC236}">
                <a16:creationId xmlns:a16="http://schemas.microsoft.com/office/drawing/2014/main" id="{8DFFDE78-1080-4BCF-9120-30453EA7FC84}"/>
              </a:ext>
            </a:extLst>
          </p:cNvPr>
          <p:cNvSpPr txBox="1"/>
          <p:nvPr/>
        </p:nvSpPr>
        <p:spPr>
          <a:xfrm>
            <a:off x="8032052" y="3885961"/>
            <a:ext cx="846859" cy="307777"/>
          </a:xfrm>
          <a:prstGeom prst="rect">
            <a:avLst/>
          </a:prstGeom>
          <a:noFill/>
        </p:spPr>
        <p:txBody>
          <a:bodyPr wrap="square" rtlCol="0">
            <a:spAutoFit/>
          </a:bodyPr>
          <a:lstStyle/>
          <a:p>
            <a:r>
              <a:rPr lang="en-AU" dirty="0"/>
              <a:t>Consent</a:t>
            </a:r>
          </a:p>
        </p:txBody>
      </p:sp>
      <p:pic>
        <p:nvPicPr>
          <p:cNvPr id="6" name="Picture 5">
            <a:extLst>
              <a:ext uri="{FF2B5EF4-FFF2-40B4-BE49-F238E27FC236}">
                <a16:creationId xmlns:a16="http://schemas.microsoft.com/office/drawing/2014/main" id="{B108C0A3-D378-5D0E-9B74-44D035087A0D}"/>
              </a:ext>
            </a:extLst>
          </p:cNvPr>
          <p:cNvPicPr>
            <a:picLocks noChangeAspect="1"/>
          </p:cNvPicPr>
          <p:nvPr/>
        </p:nvPicPr>
        <p:blipFill>
          <a:blip r:embed="rId5"/>
          <a:stretch>
            <a:fillRect/>
          </a:stretch>
        </p:blipFill>
        <p:spPr>
          <a:xfrm>
            <a:off x="785504" y="1304050"/>
            <a:ext cx="4385868" cy="3289401"/>
          </a:xfrm>
          <a:prstGeom prst="rect">
            <a:avLst/>
          </a:prstGeom>
        </p:spPr>
      </p:pic>
      <p:sp>
        <p:nvSpPr>
          <p:cNvPr id="10" name="TextBox 9">
            <a:extLst>
              <a:ext uri="{FF2B5EF4-FFF2-40B4-BE49-F238E27FC236}">
                <a16:creationId xmlns:a16="http://schemas.microsoft.com/office/drawing/2014/main" id="{A791172B-78E3-3863-7086-0F8B99D52E2E}"/>
              </a:ext>
            </a:extLst>
          </p:cNvPr>
          <p:cNvSpPr txBox="1"/>
          <p:nvPr/>
        </p:nvSpPr>
        <p:spPr>
          <a:xfrm>
            <a:off x="997788" y="4159605"/>
            <a:ext cx="1155478" cy="307777"/>
          </a:xfrm>
          <a:prstGeom prst="rect">
            <a:avLst/>
          </a:prstGeom>
          <a:noFill/>
        </p:spPr>
        <p:txBody>
          <a:bodyPr wrap="square">
            <a:spAutoFit/>
          </a:bodyPr>
          <a:lstStyle/>
          <a:p>
            <a:r>
              <a:rPr lang="en-AU" dirty="0"/>
              <a:t>1min 30sec.</a:t>
            </a:r>
            <a:endParaRPr lang="en-AU" sz="2000" b="1" dirty="0">
              <a:solidFill>
                <a:srgbClr val="7030A0"/>
              </a:solidFill>
            </a:endParaRPr>
          </a:p>
        </p:txBody>
      </p:sp>
      <p:sp>
        <p:nvSpPr>
          <p:cNvPr id="11" name="TextBox 10">
            <a:extLst>
              <a:ext uri="{FF2B5EF4-FFF2-40B4-BE49-F238E27FC236}">
                <a16:creationId xmlns:a16="http://schemas.microsoft.com/office/drawing/2014/main" id="{6312EE3E-8F24-EF4F-7F86-63729F5788C9}"/>
              </a:ext>
            </a:extLst>
          </p:cNvPr>
          <p:cNvSpPr txBox="1"/>
          <p:nvPr/>
        </p:nvSpPr>
        <p:spPr>
          <a:xfrm>
            <a:off x="2440058" y="3369766"/>
            <a:ext cx="1158547" cy="307777"/>
          </a:xfrm>
          <a:prstGeom prst="rect">
            <a:avLst/>
          </a:prstGeom>
          <a:noFill/>
        </p:spPr>
        <p:txBody>
          <a:bodyPr wrap="square">
            <a:spAutoFit/>
          </a:bodyPr>
          <a:lstStyle/>
          <a:p>
            <a:r>
              <a:rPr lang="en-AU" dirty="0"/>
              <a:t>1min 30sec.</a:t>
            </a:r>
            <a:endParaRPr lang="en-AU" sz="2000" b="1" dirty="0">
              <a:solidFill>
                <a:srgbClr val="7030A0"/>
              </a:solidFill>
            </a:endParaRPr>
          </a:p>
        </p:txBody>
      </p:sp>
    </p:spTree>
    <p:extLst>
      <p:ext uri="{BB962C8B-B14F-4D97-AF65-F5344CB8AC3E}">
        <p14:creationId xmlns:p14="http://schemas.microsoft.com/office/powerpoint/2010/main" val="3623263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2085F-7BC2-4479-B727-65FD8D2FA0A4}"/>
              </a:ext>
            </a:extLst>
          </p:cNvPr>
          <p:cNvSpPr>
            <a:spLocks noGrp="1"/>
          </p:cNvSpPr>
          <p:nvPr>
            <p:ph type="title"/>
          </p:nvPr>
        </p:nvSpPr>
        <p:spPr>
          <a:xfrm>
            <a:off x="866899" y="638292"/>
            <a:ext cx="6426300" cy="396300"/>
          </a:xfrm>
        </p:spPr>
        <p:txBody>
          <a:bodyPr/>
          <a:lstStyle/>
          <a:p>
            <a:r>
              <a:rPr lang="en-AU" sz="2800" dirty="0">
                <a:solidFill>
                  <a:srgbClr val="FFFFFF"/>
                </a:solidFill>
              </a:rPr>
              <a:t>Think Pair Share #2</a:t>
            </a:r>
            <a:r>
              <a:rPr lang="en-AU" sz="2800" b="1" dirty="0">
                <a:solidFill>
                  <a:srgbClr val="FFFFFF"/>
                </a:solidFill>
              </a:rPr>
              <a:t>… </a:t>
            </a:r>
            <a:r>
              <a:rPr lang="en-AU" sz="2800" dirty="0"/>
              <a:t>(Pg. 29)</a:t>
            </a:r>
          </a:p>
        </p:txBody>
      </p:sp>
      <p:sp>
        <p:nvSpPr>
          <p:cNvPr id="3" name="Text Placeholder 2">
            <a:extLst>
              <a:ext uri="{FF2B5EF4-FFF2-40B4-BE49-F238E27FC236}">
                <a16:creationId xmlns:a16="http://schemas.microsoft.com/office/drawing/2014/main" id="{D7FD7DB8-E816-45FB-B244-3604EF794162}"/>
              </a:ext>
            </a:extLst>
          </p:cNvPr>
          <p:cNvSpPr>
            <a:spLocks noGrp="1"/>
          </p:cNvSpPr>
          <p:nvPr>
            <p:ph type="body" idx="1"/>
          </p:nvPr>
        </p:nvSpPr>
        <p:spPr>
          <a:xfrm>
            <a:off x="3787802" y="1410928"/>
            <a:ext cx="4756429" cy="3282448"/>
          </a:xfrm>
        </p:spPr>
        <p:txBody>
          <a:bodyPr/>
          <a:lstStyle/>
          <a:p>
            <a:r>
              <a:rPr lang="en-AU" sz="1600" dirty="0">
                <a:solidFill>
                  <a:schemeClr val="tx1"/>
                </a:solidFill>
              </a:rPr>
              <a:t>The person verbally and enthusiastically says yes (e.g., “Absolutely yes!!).</a:t>
            </a:r>
          </a:p>
          <a:p>
            <a:endParaRPr lang="en-AU" sz="1600" dirty="0">
              <a:solidFill>
                <a:schemeClr val="tx1"/>
              </a:solidFill>
            </a:endParaRPr>
          </a:p>
          <a:p>
            <a:r>
              <a:rPr lang="en-AU" sz="1600" dirty="0">
                <a:solidFill>
                  <a:schemeClr val="tx1"/>
                </a:solidFill>
              </a:rPr>
              <a:t>The person shows positive body language (i.e., a head nod, thumbs up with a smile).</a:t>
            </a:r>
          </a:p>
          <a:p>
            <a:endParaRPr lang="en-AU" sz="1600" dirty="0">
              <a:solidFill>
                <a:schemeClr val="tx1"/>
              </a:solidFill>
            </a:endParaRPr>
          </a:p>
          <a:p>
            <a:r>
              <a:rPr lang="en-AU" sz="1600" dirty="0">
                <a:solidFill>
                  <a:schemeClr val="tx1"/>
                </a:solidFill>
              </a:rPr>
              <a:t>The person gives written consent (i.e., your parent giving consent for you to go on an excursion).</a:t>
            </a:r>
          </a:p>
          <a:p>
            <a:endParaRPr lang="en-AU" sz="1600" dirty="0">
              <a:solidFill>
                <a:schemeClr val="tx1"/>
              </a:solidFill>
            </a:endParaRPr>
          </a:p>
          <a:p>
            <a:r>
              <a:rPr lang="en-AU" sz="1600" dirty="0">
                <a:solidFill>
                  <a:schemeClr val="tx1"/>
                </a:solidFill>
              </a:rPr>
              <a:t>There is no external pressure placed on that person (i.e., they are not forced, tricked</a:t>
            </a:r>
            <a:r>
              <a:rPr lang="en-AU" sz="1600">
                <a:solidFill>
                  <a:schemeClr val="tx1"/>
                </a:solidFill>
              </a:rPr>
              <a:t>, or threatened </a:t>
            </a:r>
            <a:r>
              <a:rPr lang="en-AU" sz="1600" dirty="0">
                <a:solidFill>
                  <a:schemeClr val="tx1"/>
                </a:solidFill>
              </a:rPr>
              <a:t>into saying yes).</a:t>
            </a:r>
          </a:p>
        </p:txBody>
      </p:sp>
      <p:sp>
        <p:nvSpPr>
          <p:cNvPr id="5" name="Slide Number Placeholder 4">
            <a:extLst>
              <a:ext uri="{FF2B5EF4-FFF2-40B4-BE49-F238E27FC236}">
                <a16:creationId xmlns:a16="http://schemas.microsoft.com/office/drawing/2014/main" id="{CD1B90CC-CFD7-4FD5-A380-57DC0B75D3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pic>
        <p:nvPicPr>
          <p:cNvPr id="6" name="Picture 5">
            <a:extLst>
              <a:ext uri="{FF2B5EF4-FFF2-40B4-BE49-F238E27FC236}">
                <a16:creationId xmlns:a16="http://schemas.microsoft.com/office/drawing/2014/main" id="{B108C0A3-D378-5D0E-9B74-44D035087A0D}"/>
              </a:ext>
            </a:extLst>
          </p:cNvPr>
          <p:cNvPicPr>
            <a:picLocks noChangeAspect="1"/>
          </p:cNvPicPr>
          <p:nvPr/>
        </p:nvPicPr>
        <p:blipFill>
          <a:blip r:embed="rId3"/>
          <a:stretch>
            <a:fillRect/>
          </a:stretch>
        </p:blipFill>
        <p:spPr>
          <a:xfrm>
            <a:off x="599769" y="1681316"/>
            <a:ext cx="3188033" cy="2391025"/>
          </a:xfrm>
          <a:prstGeom prst="rect">
            <a:avLst/>
          </a:prstGeom>
        </p:spPr>
      </p:pic>
    </p:spTree>
    <p:extLst>
      <p:ext uri="{BB962C8B-B14F-4D97-AF65-F5344CB8AC3E}">
        <p14:creationId xmlns:p14="http://schemas.microsoft.com/office/powerpoint/2010/main" val="3905509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heckerboard(across)">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heckerboard(across)">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checkerboard(across)">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6EF3D9E-EB54-DA4D-F294-C293AA791FCC}"/>
              </a:ext>
            </a:extLst>
          </p:cNvPr>
          <p:cNvSpPr txBox="1">
            <a:spLocks noGrp="1"/>
          </p:cNvSpPr>
          <p:nvPr>
            <p:ph type="body" idx="1"/>
          </p:nvPr>
        </p:nvSpPr>
        <p:spPr>
          <a:xfrm>
            <a:off x="1022555" y="832864"/>
            <a:ext cx="7334864" cy="3050878"/>
          </a:xfrm>
        </p:spPr>
        <p:txBody>
          <a:bodyPr wrap="square" rtlCol="0" anchor="ctr">
            <a:normAutofit fontScale="92500"/>
          </a:bodyPr>
          <a:lstStyle/>
          <a:p>
            <a:pPr marL="50800" indent="0">
              <a:spcAft>
                <a:spcPts val="600"/>
              </a:spcAft>
              <a:buNone/>
            </a:pPr>
            <a:r>
              <a:rPr lang="en-US" sz="4100" b="1" dirty="0">
                <a:latin typeface="Ink Free" panose="03080402000500000000" pitchFamily="66" charset="0"/>
              </a:rPr>
              <a:t>What if I change my mind? </a:t>
            </a:r>
            <a:r>
              <a:rPr lang="en-AU" sz="2400" dirty="0"/>
              <a:t>(Pg. 30)</a:t>
            </a:r>
            <a:endParaRPr lang="en-US" dirty="0"/>
          </a:p>
          <a:p>
            <a:pPr marL="50800" indent="0">
              <a:spcAft>
                <a:spcPts val="600"/>
              </a:spcAft>
              <a:buNone/>
            </a:pPr>
            <a:r>
              <a:rPr lang="en-US" sz="3300" b="1" i="1" u="sng" dirty="0"/>
              <a:t>Consent can be withdrawn at any time.</a:t>
            </a:r>
          </a:p>
          <a:p>
            <a:pPr marL="50800" indent="0">
              <a:spcAft>
                <a:spcPts val="600"/>
              </a:spcAft>
              <a:buNone/>
            </a:pPr>
            <a:endParaRPr lang="en-US" dirty="0"/>
          </a:p>
          <a:p>
            <a:pPr marL="50800" indent="0">
              <a:spcAft>
                <a:spcPts val="600"/>
              </a:spcAft>
              <a:buNone/>
            </a:pPr>
            <a:r>
              <a:rPr lang="en-US" sz="2400" dirty="0"/>
              <a:t>This means, if you change your mind, feel unsafe, no longer want to engage in the activity, you can freely say no and take back your consent. </a:t>
            </a:r>
          </a:p>
        </p:txBody>
      </p:sp>
      <p:sp>
        <p:nvSpPr>
          <p:cNvPr id="4" name="Slide Number Placeholder 3" hidden="1">
            <a:extLst>
              <a:ext uri="{FF2B5EF4-FFF2-40B4-BE49-F238E27FC236}">
                <a16:creationId xmlns:a16="http://schemas.microsoft.com/office/drawing/2014/main" id="{EBFB76A7-CBAB-4A7E-376F-D10A260C054A}"/>
              </a:ext>
            </a:extLst>
          </p:cNvPr>
          <p:cNvSpPr>
            <a:spLocks noGrp="1"/>
          </p:cNvSpPr>
          <p:nvPr>
            <p:ph type="sldNum" sz="quarter" idx="12"/>
          </p:nvPr>
        </p:nvSpPr>
        <p:spPr/>
        <p:txBody>
          <a:bodyPr/>
          <a:lstStyle/>
          <a:p>
            <a:pPr>
              <a:spcAft>
                <a:spcPts val="600"/>
              </a:spcAft>
            </a:pPr>
            <a:fld id="{DC55306A-DFCC-4737-BC4D-707C39EBEEB0}" type="slidenum">
              <a:rPr lang="en-AU" smtClean="0"/>
              <a:pPr>
                <a:spcAft>
                  <a:spcPts val="600"/>
                </a:spcAft>
              </a:pPr>
              <a:t>25</a:t>
            </a:fld>
            <a:endParaRPr lang="en-AU"/>
          </a:p>
        </p:txBody>
      </p:sp>
    </p:spTree>
    <p:extLst>
      <p:ext uri="{BB962C8B-B14F-4D97-AF65-F5344CB8AC3E}">
        <p14:creationId xmlns:p14="http://schemas.microsoft.com/office/powerpoint/2010/main" val="36383640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114C3-8D20-4A78-9DF6-DC966D2D932C}"/>
              </a:ext>
            </a:extLst>
          </p:cNvPr>
          <p:cNvSpPr>
            <a:spLocks noGrp="1"/>
          </p:cNvSpPr>
          <p:nvPr>
            <p:ph type="title"/>
          </p:nvPr>
        </p:nvSpPr>
        <p:spPr/>
        <p:txBody>
          <a:bodyPr/>
          <a:lstStyle/>
          <a:p>
            <a:r>
              <a:rPr lang="en-AU" dirty="0"/>
              <a:t>Do you have consent or not? </a:t>
            </a:r>
            <a:r>
              <a:rPr lang="en-AU" sz="3600" dirty="0"/>
              <a:t>(Pg. 30)</a:t>
            </a:r>
            <a:endParaRPr lang="en-AU" dirty="0"/>
          </a:p>
        </p:txBody>
      </p:sp>
      <p:sp>
        <p:nvSpPr>
          <p:cNvPr id="3" name="Text Placeholder 2">
            <a:extLst>
              <a:ext uri="{FF2B5EF4-FFF2-40B4-BE49-F238E27FC236}">
                <a16:creationId xmlns:a16="http://schemas.microsoft.com/office/drawing/2014/main" id="{9361893B-8A41-43EB-8AF4-E5268CB00F14}"/>
              </a:ext>
            </a:extLst>
          </p:cNvPr>
          <p:cNvSpPr>
            <a:spLocks noGrp="1"/>
          </p:cNvSpPr>
          <p:nvPr>
            <p:ph type="body" idx="1"/>
          </p:nvPr>
        </p:nvSpPr>
        <p:spPr>
          <a:xfrm>
            <a:off x="490151" y="1506350"/>
            <a:ext cx="8122508" cy="1801142"/>
          </a:xfrm>
        </p:spPr>
        <p:txBody>
          <a:bodyPr/>
          <a:lstStyle/>
          <a:p>
            <a:r>
              <a:rPr lang="en-AU" sz="1800" dirty="0"/>
              <a:t>Consent can be tricky because someone might agree to something even if they don’t really want it to happen. </a:t>
            </a:r>
          </a:p>
          <a:p>
            <a:r>
              <a:rPr lang="en-AU" sz="1800" dirty="0"/>
              <a:t>They might feel like they must give consent to maintain a friendship or feel like they’ll be hurt if they don’t give consent. </a:t>
            </a:r>
          </a:p>
          <a:p>
            <a:r>
              <a:rPr lang="en-AU" sz="1800" dirty="0"/>
              <a:t>They might not know what they are consenting to, or consent to something other than what you intended. They may also be unconscious, drunk or in a state of panic or stress. They might not say anything at all.</a:t>
            </a:r>
          </a:p>
          <a:p>
            <a:pPr marL="88900" indent="0">
              <a:buNone/>
            </a:pPr>
            <a:endParaRPr lang="en-AU" dirty="0"/>
          </a:p>
        </p:txBody>
      </p:sp>
      <p:sp>
        <p:nvSpPr>
          <p:cNvPr id="4" name="Slide Number Placeholder 3">
            <a:extLst>
              <a:ext uri="{FF2B5EF4-FFF2-40B4-BE49-F238E27FC236}">
                <a16:creationId xmlns:a16="http://schemas.microsoft.com/office/drawing/2014/main" id="{AC09C518-5150-4114-89DF-9BD039ADFB2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
        <p:nvSpPr>
          <p:cNvPr id="5" name="TextBox 4">
            <a:extLst>
              <a:ext uri="{FF2B5EF4-FFF2-40B4-BE49-F238E27FC236}">
                <a16:creationId xmlns:a16="http://schemas.microsoft.com/office/drawing/2014/main" id="{4F089756-1BBF-4F92-95F7-3E9A05CB3E36}"/>
              </a:ext>
            </a:extLst>
          </p:cNvPr>
          <p:cNvSpPr txBox="1"/>
          <p:nvPr/>
        </p:nvSpPr>
        <p:spPr>
          <a:xfrm>
            <a:off x="1865281" y="3416355"/>
            <a:ext cx="5444394" cy="707886"/>
          </a:xfrm>
          <a:prstGeom prst="rect">
            <a:avLst/>
          </a:prstGeom>
          <a:noFill/>
        </p:spPr>
        <p:txBody>
          <a:bodyPr wrap="square" rtlCol="0">
            <a:spAutoFit/>
          </a:bodyPr>
          <a:lstStyle/>
          <a:p>
            <a:r>
              <a:rPr lang="en-AU" sz="4000" b="1" dirty="0"/>
              <a:t>That’s NOT consent!</a:t>
            </a:r>
          </a:p>
        </p:txBody>
      </p:sp>
      <p:sp>
        <p:nvSpPr>
          <p:cNvPr id="6" name="TextBox 5">
            <a:extLst>
              <a:ext uri="{FF2B5EF4-FFF2-40B4-BE49-F238E27FC236}">
                <a16:creationId xmlns:a16="http://schemas.microsoft.com/office/drawing/2014/main" id="{F95AEFE5-E4A1-4A69-B659-A71BB501FDCF}"/>
              </a:ext>
            </a:extLst>
          </p:cNvPr>
          <p:cNvSpPr txBox="1"/>
          <p:nvPr/>
        </p:nvSpPr>
        <p:spPr>
          <a:xfrm>
            <a:off x="1421026" y="4133957"/>
            <a:ext cx="6260757" cy="400110"/>
          </a:xfrm>
          <a:prstGeom prst="rect">
            <a:avLst/>
          </a:prstGeom>
          <a:noFill/>
        </p:spPr>
        <p:txBody>
          <a:bodyPr wrap="square" rtlCol="0">
            <a:spAutoFit/>
          </a:bodyPr>
          <a:lstStyle/>
          <a:p>
            <a:r>
              <a:rPr lang="en-AU" sz="2000" dirty="0"/>
              <a:t>Consent is a clear, enthusiastic ‘yes’ and nothing else</a:t>
            </a:r>
          </a:p>
        </p:txBody>
      </p:sp>
      <p:grpSp>
        <p:nvGrpSpPr>
          <p:cNvPr id="7" name="Google Shape;63;p7">
            <a:extLst>
              <a:ext uri="{FF2B5EF4-FFF2-40B4-BE49-F238E27FC236}">
                <a16:creationId xmlns:a16="http://schemas.microsoft.com/office/drawing/2014/main" id="{29599334-6FE2-4002-86CF-31C1E401A82F}"/>
              </a:ext>
            </a:extLst>
          </p:cNvPr>
          <p:cNvGrpSpPr/>
          <p:nvPr/>
        </p:nvGrpSpPr>
        <p:grpSpPr>
          <a:xfrm>
            <a:off x="7960837" y="3488447"/>
            <a:ext cx="760353" cy="845565"/>
            <a:chOff x="632185" y="2169107"/>
            <a:chExt cx="856510" cy="952500"/>
          </a:xfrm>
        </p:grpSpPr>
        <p:sp>
          <p:nvSpPr>
            <p:cNvPr id="8" name="Google Shape;64;p7">
              <a:extLst>
                <a:ext uri="{FF2B5EF4-FFF2-40B4-BE49-F238E27FC236}">
                  <a16:creationId xmlns:a16="http://schemas.microsoft.com/office/drawing/2014/main" id="{D6FEA93A-9202-4C33-ADBB-35C0C1F69E51}"/>
                </a:ext>
              </a:extLst>
            </p:cNvPr>
            <p:cNvSpPr/>
            <p:nvPr/>
          </p:nvSpPr>
          <p:spPr>
            <a:xfrm>
              <a:off x="632185" y="2169107"/>
              <a:ext cx="856510" cy="952500"/>
            </a:xfrm>
            <a:custGeom>
              <a:avLst/>
              <a:gdLst/>
              <a:ahLst/>
              <a:cxnLst/>
              <a:rect l="l" t="t" r="r" b="b"/>
              <a:pathLst>
                <a:path w="949042" h="952500" extrusionOk="0">
                  <a:moveTo>
                    <a:pt x="882295" y="505816"/>
                  </a:moveTo>
                  <a:cubicBezTo>
                    <a:pt x="866123" y="377476"/>
                    <a:pt x="747764" y="277816"/>
                    <a:pt x="603937" y="277816"/>
                  </a:cubicBezTo>
                  <a:cubicBezTo>
                    <a:pt x="589235" y="277816"/>
                    <a:pt x="574896" y="279178"/>
                    <a:pt x="560795" y="281188"/>
                  </a:cubicBezTo>
                  <a:lnTo>
                    <a:pt x="560795" y="59531"/>
                  </a:lnTo>
                  <a:cubicBezTo>
                    <a:pt x="560795" y="26708"/>
                    <a:pt x="531775" y="0"/>
                    <a:pt x="496087" y="0"/>
                  </a:cubicBezTo>
                  <a:lnTo>
                    <a:pt x="64708" y="0"/>
                  </a:lnTo>
                  <a:cubicBezTo>
                    <a:pt x="29031" y="0"/>
                    <a:pt x="0" y="26708"/>
                    <a:pt x="0" y="59531"/>
                  </a:cubicBezTo>
                  <a:lnTo>
                    <a:pt x="0" y="476250"/>
                  </a:lnTo>
                  <a:cubicBezTo>
                    <a:pt x="0" y="509073"/>
                    <a:pt x="29031" y="535781"/>
                    <a:pt x="64708" y="535781"/>
                  </a:cubicBezTo>
                  <a:lnTo>
                    <a:pt x="323539" y="535781"/>
                  </a:lnTo>
                  <a:cubicBezTo>
                    <a:pt x="323539" y="608886"/>
                    <a:pt x="356742" y="674722"/>
                    <a:pt x="409813" y="721662"/>
                  </a:cubicBezTo>
                  <a:lnTo>
                    <a:pt x="409813" y="952500"/>
                  </a:lnTo>
                  <a:lnTo>
                    <a:pt x="754918" y="952500"/>
                  </a:lnTo>
                  <a:lnTo>
                    <a:pt x="754918" y="863203"/>
                  </a:lnTo>
                  <a:cubicBezTo>
                    <a:pt x="822774" y="863203"/>
                    <a:pt x="878309" y="815178"/>
                    <a:pt x="883785" y="754066"/>
                  </a:cubicBezTo>
                  <a:lnTo>
                    <a:pt x="884334" y="754066"/>
                  </a:lnTo>
                  <a:lnTo>
                    <a:pt x="884334" y="694534"/>
                  </a:lnTo>
                  <a:lnTo>
                    <a:pt x="927476" y="694534"/>
                  </a:lnTo>
                  <a:cubicBezTo>
                    <a:pt x="939382" y="694534"/>
                    <a:pt x="949042" y="685638"/>
                    <a:pt x="949042" y="674684"/>
                  </a:cubicBezTo>
                  <a:cubicBezTo>
                    <a:pt x="949052" y="670217"/>
                    <a:pt x="882295" y="505816"/>
                    <a:pt x="882295" y="505816"/>
                  </a:cubicBezTo>
                  <a:close/>
                  <a:moveTo>
                    <a:pt x="517663" y="476250"/>
                  </a:moveTo>
                  <a:cubicBezTo>
                    <a:pt x="517663" y="487204"/>
                    <a:pt x="507962" y="496091"/>
                    <a:pt x="496066" y="496091"/>
                  </a:cubicBezTo>
                  <a:lnTo>
                    <a:pt x="474521" y="496091"/>
                  </a:lnTo>
                  <a:cubicBezTo>
                    <a:pt x="462604" y="496091"/>
                    <a:pt x="452955" y="504968"/>
                    <a:pt x="452955" y="515941"/>
                  </a:cubicBezTo>
                  <a:cubicBezTo>
                    <a:pt x="452955" y="551726"/>
                    <a:pt x="476913" y="585626"/>
                    <a:pt x="500849" y="610562"/>
                  </a:cubicBezTo>
                  <a:cubicBezTo>
                    <a:pt x="383474" y="591093"/>
                    <a:pt x="367065" y="516207"/>
                    <a:pt x="366381" y="512693"/>
                  </a:cubicBezTo>
                  <a:cubicBezTo>
                    <a:pt x="364652" y="503111"/>
                    <a:pt x="355666" y="496100"/>
                    <a:pt x="345105" y="496100"/>
                  </a:cubicBezTo>
                  <a:lnTo>
                    <a:pt x="64708" y="496100"/>
                  </a:lnTo>
                  <a:cubicBezTo>
                    <a:pt x="52802" y="496100"/>
                    <a:pt x="43142" y="487213"/>
                    <a:pt x="43142" y="476260"/>
                  </a:cubicBezTo>
                  <a:lnTo>
                    <a:pt x="43142" y="59531"/>
                  </a:lnTo>
                  <a:cubicBezTo>
                    <a:pt x="43142" y="48578"/>
                    <a:pt x="52802" y="39691"/>
                    <a:pt x="64708" y="39691"/>
                  </a:cubicBezTo>
                  <a:lnTo>
                    <a:pt x="496097" y="39691"/>
                  </a:lnTo>
                  <a:cubicBezTo>
                    <a:pt x="508003" y="39691"/>
                    <a:pt x="517663" y="48578"/>
                    <a:pt x="517663" y="59531"/>
                  </a:cubicBezTo>
                  <a:lnTo>
                    <a:pt x="517663" y="476250"/>
                  </a:lnTo>
                  <a:close/>
                  <a:moveTo>
                    <a:pt x="787283" y="575472"/>
                  </a:moveTo>
                  <a:cubicBezTo>
                    <a:pt x="769423" y="575472"/>
                    <a:pt x="754929" y="562137"/>
                    <a:pt x="754929" y="545706"/>
                  </a:cubicBezTo>
                  <a:cubicBezTo>
                    <a:pt x="754929" y="529266"/>
                    <a:pt x="769423" y="515941"/>
                    <a:pt x="787283" y="515941"/>
                  </a:cubicBezTo>
                  <a:cubicBezTo>
                    <a:pt x="805152" y="515941"/>
                    <a:pt x="819637" y="529266"/>
                    <a:pt x="819637" y="545706"/>
                  </a:cubicBezTo>
                  <a:cubicBezTo>
                    <a:pt x="819637" y="562137"/>
                    <a:pt x="805142" y="575472"/>
                    <a:pt x="787283" y="575472"/>
                  </a:cubicBezTo>
                  <a:close/>
                </a:path>
              </a:pathLst>
            </a:custGeom>
            <a:solidFill>
              <a:schemeClr val="dk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9" name="Google Shape;65;p7">
              <a:extLst>
                <a:ext uri="{FF2B5EF4-FFF2-40B4-BE49-F238E27FC236}">
                  <a16:creationId xmlns:a16="http://schemas.microsoft.com/office/drawing/2014/main" id="{8CDBBABE-8CBF-47DB-94BF-A9A9705735C9}"/>
                </a:ext>
              </a:extLst>
            </p:cNvPr>
            <p:cNvSpPr/>
            <p:nvPr/>
          </p:nvSpPr>
          <p:spPr>
            <a:xfrm>
              <a:off x="885359" y="2268328"/>
              <a:ext cx="175196" cy="39690"/>
            </a:xfrm>
            <a:custGeom>
              <a:avLst/>
              <a:gdLst/>
              <a:ahLst/>
              <a:cxnLst/>
              <a:rect l="l" t="t" r="r" b="b"/>
              <a:pathLst>
                <a:path w="194123" h="39690" extrusionOk="0">
                  <a:moveTo>
                    <a:pt x="0" y="0"/>
                  </a:moveTo>
                  <a:lnTo>
                    <a:pt x="194124" y="0"/>
                  </a:lnTo>
                  <a:lnTo>
                    <a:pt x="194124" y="39691"/>
                  </a:lnTo>
                  <a:lnTo>
                    <a:pt x="0" y="39691"/>
                  </a:lnTo>
                  <a:close/>
                </a:path>
              </a:pathLst>
            </a:custGeom>
            <a:solidFill>
              <a:schemeClr val="dk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0" name="Google Shape;66;p7">
              <a:extLst>
                <a:ext uri="{FF2B5EF4-FFF2-40B4-BE49-F238E27FC236}">
                  <a16:creationId xmlns:a16="http://schemas.microsoft.com/office/drawing/2014/main" id="{84D97806-1562-4DCD-8D31-01CF12AA1D7B}"/>
                </a:ext>
              </a:extLst>
            </p:cNvPr>
            <p:cNvSpPr/>
            <p:nvPr/>
          </p:nvSpPr>
          <p:spPr>
            <a:xfrm>
              <a:off x="885359" y="2407232"/>
              <a:ext cx="175196" cy="39690"/>
            </a:xfrm>
            <a:custGeom>
              <a:avLst/>
              <a:gdLst/>
              <a:ahLst/>
              <a:cxnLst/>
              <a:rect l="l" t="t" r="r" b="b"/>
              <a:pathLst>
                <a:path w="194123" h="39690" extrusionOk="0">
                  <a:moveTo>
                    <a:pt x="0" y="0"/>
                  </a:moveTo>
                  <a:lnTo>
                    <a:pt x="194124" y="0"/>
                  </a:lnTo>
                  <a:lnTo>
                    <a:pt x="194124" y="39691"/>
                  </a:lnTo>
                  <a:lnTo>
                    <a:pt x="0" y="39691"/>
                  </a:lnTo>
                  <a:close/>
                </a:path>
              </a:pathLst>
            </a:custGeom>
            <a:solidFill>
              <a:schemeClr val="dk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1" name="Google Shape;67;p7">
              <a:extLst>
                <a:ext uri="{FF2B5EF4-FFF2-40B4-BE49-F238E27FC236}">
                  <a16:creationId xmlns:a16="http://schemas.microsoft.com/office/drawing/2014/main" id="{BCC6350D-D42A-48BC-BD8E-210BB8043C95}"/>
                </a:ext>
              </a:extLst>
            </p:cNvPr>
            <p:cNvSpPr/>
            <p:nvPr/>
          </p:nvSpPr>
          <p:spPr>
            <a:xfrm>
              <a:off x="885359" y="2546135"/>
              <a:ext cx="175196" cy="39690"/>
            </a:xfrm>
            <a:custGeom>
              <a:avLst/>
              <a:gdLst/>
              <a:ahLst/>
              <a:cxnLst/>
              <a:rect l="l" t="t" r="r" b="b"/>
              <a:pathLst>
                <a:path w="194123" h="39690" extrusionOk="0">
                  <a:moveTo>
                    <a:pt x="0" y="0"/>
                  </a:moveTo>
                  <a:lnTo>
                    <a:pt x="194124" y="0"/>
                  </a:lnTo>
                  <a:lnTo>
                    <a:pt x="194124" y="39691"/>
                  </a:lnTo>
                  <a:lnTo>
                    <a:pt x="0" y="39691"/>
                  </a:lnTo>
                  <a:close/>
                </a:path>
              </a:pathLst>
            </a:custGeom>
            <a:solidFill>
              <a:schemeClr val="dk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2" name="Google Shape;68;p7">
              <a:extLst>
                <a:ext uri="{FF2B5EF4-FFF2-40B4-BE49-F238E27FC236}">
                  <a16:creationId xmlns:a16="http://schemas.microsoft.com/office/drawing/2014/main" id="{064B4DE8-E687-4232-9E19-E8E89DC8F100}"/>
                </a:ext>
              </a:extLst>
            </p:cNvPr>
            <p:cNvSpPr/>
            <p:nvPr/>
          </p:nvSpPr>
          <p:spPr>
            <a:xfrm>
              <a:off x="710077" y="2228647"/>
              <a:ext cx="136266" cy="119053"/>
            </a:xfrm>
            <a:custGeom>
              <a:avLst/>
              <a:gdLst/>
              <a:ahLst/>
              <a:cxnLst/>
              <a:rect l="l" t="t" r="r" b="b"/>
              <a:pathLst>
                <a:path w="150987" h="119053" extrusionOk="0">
                  <a:moveTo>
                    <a:pt x="64692" y="119053"/>
                  </a:moveTo>
                  <a:cubicBezTo>
                    <a:pt x="61462" y="119053"/>
                    <a:pt x="58149" y="118387"/>
                    <a:pt x="55074" y="116958"/>
                  </a:cubicBezTo>
                  <a:lnTo>
                    <a:pt x="11932" y="97117"/>
                  </a:lnTo>
                  <a:cubicBezTo>
                    <a:pt x="1279" y="92212"/>
                    <a:pt x="-3049" y="80296"/>
                    <a:pt x="2283" y="70495"/>
                  </a:cubicBezTo>
                  <a:cubicBezTo>
                    <a:pt x="7636" y="60694"/>
                    <a:pt x="20598" y="56741"/>
                    <a:pt x="31220" y="61618"/>
                  </a:cubicBezTo>
                  <a:lnTo>
                    <a:pt x="58263" y="74057"/>
                  </a:lnTo>
                  <a:lnTo>
                    <a:pt x="112172" y="7935"/>
                  </a:lnTo>
                  <a:cubicBezTo>
                    <a:pt x="119306" y="-838"/>
                    <a:pt x="132827" y="-2600"/>
                    <a:pt x="142352" y="3972"/>
                  </a:cubicBezTo>
                  <a:cubicBezTo>
                    <a:pt x="151888" y="10535"/>
                    <a:pt x="153824" y="22975"/>
                    <a:pt x="146670" y="31738"/>
                  </a:cubicBezTo>
                  <a:lnTo>
                    <a:pt x="81962" y="111109"/>
                  </a:lnTo>
                  <a:cubicBezTo>
                    <a:pt x="77779" y="116262"/>
                    <a:pt x="71319" y="119053"/>
                    <a:pt x="64692" y="119053"/>
                  </a:cubicBezTo>
                  <a:close/>
                </a:path>
              </a:pathLst>
            </a:custGeom>
            <a:solidFill>
              <a:schemeClr val="dk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3" name="Google Shape;69;p7">
              <a:extLst>
                <a:ext uri="{FF2B5EF4-FFF2-40B4-BE49-F238E27FC236}">
                  <a16:creationId xmlns:a16="http://schemas.microsoft.com/office/drawing/2014/main" id="{D4C6A307-1962-47CF-9761-FF7A28F4860E}"/>
                </a:ext>
              </a:extLst>
            </p:cNvPr>
            <p:cNvSpPr/>
            <p:nvPr/>
          </p:nvSpPr>
          <p:spPr>
            <a:xfrm>
              <a:off x="710077" y="2367552"/>
              <a:ext cx="136266" cy="119051"/>
            </a:xfrm>
            <a:custGeom>
              <a:avLst/>
              <a:gdLst/>
              <a:ahLst/>
              <a:cxnLst/>
              <a:rect l="l" t="t" r="r" b="b"/>
              <a:pathLst>
                <a:path w="150987" h="119051" extrusionOk="0">
                  <a:moveTo>
                    <a:pt x="64692" y="119051"/>
                  </a:moveTo>
                  <a:cubicBezTo>
                    <a:pt x="61462" y="119051"/>
                    <a:pt x="58149" y="118375"/>
                    <a:pt x="55074" y="116956"/>
                  </a:cubicBezTo>
                  <a:lnTo>
                    <a:pt x="11932" y="97115"/>
                  </a:lnTo>
                  <a:cubicBezTo>
                    <a:pt x="1279" y="92200"/>
                    <a:pt x="-3049" y="80294"/>
                    <a:pt x="2283" y="70493"/>
                  </a:cubicBezTo>
                  <a:cubicBezTo>
                    <a:pt x="7636" y="60692"/>
                    <a:pt x="20598" y="56758"/>
                    <a:pt x="31220" y="61615"/>
                  </a:cubicBezTo>
                  <a:lnTo>
                    <a:pt x="58263" y="74055"/>
                  </a:lnTo>
                  <a:lnTo>
                    <a:pt x="112172" y="7933"/>
                  </a:lnTo>
                  <a:cubicBezTo>
                    <a:pt x="119306" y="-840"/>
                    <a:pt x="132827" y="-2593"/>
                    <a:pt x="142352" y="3961"/>
                  </a:cubicBezTo>
                  <a:cubicBezTo>
                    <a:pt x="151888" y="10523"/>
                    <a:pt x="153824" y="22963"/>
                    <a:pt x="146670" y="31726"/>
                  </a:cubicBezTo>
                  <a:lnTo>
                    <a:pt x="81962" y="111098"/>
                  </a:lnTo>
                  <a:cubicBezTo>
                    <a:pt x="77779" y="116270"/>
                    <a:pt x="71319" y="119051"/>
                    <a:pt x="64692" y="119051"/>
                  </a:cubicBezTo>
                  <a:close/>
                </a:path>
              </a:pathLst>
            </a:custGeom>
            <a:solidFill>
              <a:schemeClr val="dk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sp>
          <p:nvSpPr>
            <p:cNvPr id="14" name="Google Shape;70;p7">
              <a:extLst>
                <a:ext uri="{FF2B5EF4-FFF2-40B4-BE49-F238E27FC236}">
                  <a16:creationId xmlns:a16="http://schemas.microsoft.com/office/drawing/2014/main" id="{4E2EF9B9-4019-4436-A520-5E7428E749D0}"/>
                </a:ext>
              </a:extLst>
            </p:cNvPr>
            <p:cNvSpPr/>
            <p:nvPr/>
          </p:nvSpPr>
          <p:spPr>
            <a:xfrm>
              <a:off x="729559" y="2526289"/>
              <a:ext cx="97334" cy="99217"/>
            </a:xfrm>
            <a:custGeom>
              <a:avLst/>
              <a:gdLst/>
              <a:ahLst/>
              <a:cxnLst/>
              <a:rect l="l" t="t" r="r" b="b"/>
              <a:pathLst>
                <a:path w="107849" h="99217" extrusionOk="0">
                  <a:moveTo>
                    <a:pt x="84426" y="49611"/>
                  </a:moveTo>
                  <a:lnTo>
                    <a:pt x="101529" y="33876"/>
                  </a:lnTo>
                  <a:cubicBezTo>
                    <a:pt x="109957" y="26132"/>
                    <a:pt x="109957" y="13568"/>
                    <a:pt x="101529" y="5815"/>
                  </a:cubicBezTo>
                  <a:cubicBezTo>
                    <a:pt x="93102" y="-1938"/>
                    <a:pt x="79456" y="-1938"/>
                    <a:pt x="71029" y="5815"/>
                  </a:cubicBezTo>
                  <a:lnTo>
                    <a:pt x="53925" y="21550"/>
                  </a:lnTo>
                  <a:lnTo>
                    <a:pt x="36821" y="5815"/>
                  </a:lnTo>
                  <a:cubicBezTo>
                    <a:pt x="28394" y="-1938"/>
                    <a:pt x="14748" y="-1938"/>
                    <a:pt x="6321" y="5815"/>
                  </a:cubicBezTo>
                  <a:cubicBezTo>
                    <a:pt x="-2107" y="13568"/>
                    <a:pt x="-2107" y="26122"/>
                    <a:pt x="6321" y="33876"/>
                  </a:cubicBezTo>
                  <a:lnTo>
                    <a:pt x="23424" y="49611"/>
                  </a:lnTo>
                  <a:lnTo>
                    <a:pt x="6321" y="65346"/>
                  </a:lnTo>
                  <a:cubicBezTo>
                    <a:pt x="-2107" y="73100"/>
                    <a:pt x="-2107" y="85654"/>
                    <a:pt x="6321" y="93407"/>
                  </a:cubicBezTo>
                  <a:cubicBezTo>
                    <a:pt x="10534" y="97284"/>
                    <a:pt x="16053" y="99217"/>
                    <a:pt x="21571" y="99217"/>
                  </a:cubicBezTo>
                  <a:cubicBezTo>
                    <a:pt x="27089" y="99217"/>
                    <a:pt x="32608" y="97284"/>
                    <a:pt x="36821" y="93407"/>
                  </a:cubicBezTo>
                  <a:lnTo>
                    <a:pt x="53925" y="77672"/>
                  </a:lnTo>
                  <a:lnTo>
                    <a:pt x="71029" y="93407"/>
                  </a:lnTo>
                  <a:cubicBezTo>
                    <a:pt x="75242" y="97284"/>
                    <a:pt x="80761" y="99217"/>
                    <a:pt x="86279" y="99217"/>
                  </a:cubicBezTo>
                  <a:cubicBezTo>
                    <a:pt x="91797" y="99217"/>
                    <a:pt x="97315" y="97284"/>
                    <a:pt x="101529" y="93407"/>
                  </a:cubicBezTo>
                  <a:cubicBezTo>
                    <a:pt x="109957" y="85663"/>
                    <a:pt x="109957" y="73100"/>
                    <a:pt x="101529" y="65346"/>
                  </a:cubicBezTo>
                  <a:lnTo>
                    <a:pt x="84426" y="49611"/>
                  </a:lnTo>
                  <a:close/>
                </a:path>
              </a:pathLst>
            </a:custGeom>
            <a:solidFill>
              <a:schemeClr val="dk1"/>
            </a:solidFill>
            <a:ln>
              <a:noFill/>
            </a:ln>
          </p:spPr>
          <p:txBody>
            <a:bodyPr spcFirstLastPara="1" wrap="square" lIns="121900" tIns="60933" rIns="121900" bIns="60933" anchor="ctr" anchorCtr="0">
              <a:noAutofit/>
            </a:bodyPr>
            <a:lstStyle/>
            <a:p>
              <a:endParaRPr sz="2400">
                <a:solidFill>
                  <a:srgbClr val="000000"/>
                </a:solidFill>
                <a:latin typeface="Calibri"/>
                <a:ea typeface="Calibri"/>
                <a:cs typeface="Calibri"/>
                <a:sym typeface="Calibri"/>
              </a:endParaRPr>
            </a:p>
          </p:txBody>
        </p:sp>
      </p:grpSp>
    </p:spTree>
    <p:extLst>
      <p:ext uri="{BB962C8B-B14F-4D97-AF65-F5344CB8AC3E}">
        <p14:creationId xmlns:p14="http://schemas.microsoft.com/office/powerpoint/2010/main" val="35085326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97612-489E-89FC-7FEB-18987DB3D8C6}"/>
              </a:ext>
            </a:extLst>
          </p:cNvPr>
          <p:cNvSpPr>
            <a:spLocks noGrp="1"/>
          </p:cNvSpPr>
          <p:nvPr>
            <p:ph type="title"/>
          </p:nvPr>
        </p:nvSpPr>
        <p:spPr>
          <a:xfrm>
            <a:off x="883374" y="683600"/>
            <a:ext cx="7257735" cy="396300"/>
          </a:xfrm>
        </p:spPr>
        <p:txBody>
          <a:bodyPr/>
          <a:lstStyle/>
          <a:p>
            <a:r>
              <a:rPr lang="en-US" dirty="0"/>
              <a:t>Activity 2: SPIT FIRE 				</a:t>
            </a:r>
          </a:p>
        </p:txBody>
      </p:sp>
      <p:sp>
        <p:nvSpPr>
          <p:cNvPr id="3" name="Text Placeholder 2">
            <a:extLst>
              <a:ext uri="{FF2B5EF4-FFF2-40B4-BE49-F238E27FC236}">
                <a16:creationId xmlns:a16="http://schemas.microsoft.com/office/drawing/2014/main" id="{A33086BD-3EF9-B3F9-2861-300CFDBA1EFC}"/>
              </a:ext>
            </a:extLst>
          </p:cNvPr>
          <p:cNvSpPr>
            <a:spLocks noGrp="1"/>
          </p:cNvSpPr>
          <p:nvPr>
            <p:ph type="body" idx="1"/>
          </p:nvPr>
        </p:nvSpPr>
        <p:spPr>
          <a:xfrm>
            <a:off x="667065" y="1476853"/>
            <a:ext cx="7474044" cy="2840400"/>
          </a:xfrm>
        </p:spPr>
        <p:txBody>
          <a:bodyPr/>
          <a:lstStyle/>
          <a:p>
            <a:pPr marL="88900" indent="0" algn="ctr">
              <a:buNone/>
            </a:pPr>
            <a:r>
              <a:rPr lang="en-US" sz="3200" b="1" dirty="0">
                <a:solidFill>
                  <a:schemeClr val="tx1"/>
                </a:solidFill>
              </a:rPr>
              <a:t>Q: </a:t>
            </a:r>
            <a:r>
              <a:rPr lang="en-US" sz="3200" b="1" dirty="0">
                <a:solidFill>
                  <a:srgbClr val="00B0F0"/>
                </a:solidFill>
              </a:rPr>
              <a:t>Why</a:t>
            </a:r>
            <a:r>
              <a:rPr lang="en-US" sz="3200" dirty="0"/>
              <a:t> is consent important?</a:t>
            </a:r>
          </a:p>
          <a:p>
            <a:endParaRPr lang="en-US" dirty="0"/>
          </a:p>
          <a:p>
            <a:r>
              <a:rPr lang="en-US" sz="1800" dirty="0"/>
              <a:t>Call out your answers. </a:t>
            </a:r>
          </a:p>
          <a:p>
            <a:endParaRPr lang="en-US" sz="1800" dirty="0"/>
          </a:p>
          <a:p>
            <a:r>
              <a:rPr lang="en-US" sz="1800" dirty="0"/>
              <a:t>Write 3 reasons why consent is important into your workbooks.</a:t>
            </a:r>
          </a:p>
          <a:p>
            <a:pPr lvl="2"/>
            <a:r>
              <a:rPr lang="en-US" sz="1800" dirty="0"/>
              <a:t>Allows for clear communication and no misunderstandings.</a:t>
            </a:r>
          </a:p>
          <a:p>
            <a:pPr lvl="2"/>
            <a:r>
              <a:rPr lang="en-US" sz="1800" dirty="0"/>
              <a:t>Helps everyone to feel safe and equal.</a:t>
            </a:r>
          </a:p>
          <a:p>
            <a:pPr lvl="2"/>
            <a:r>
              <a:rPr lang="en-US" sz="1800" dirty="0"/>
              <a:t>Helps to set boundaries. </a:t>
            </a:r>
          </a:p>
        </p:txBody>
      </p:sp>
      <p:sp>
        <p:nvSpPr>
          <p:cNvPr id="4" name="Slide Number Placeholder 3">
            <a:extLst>
              <a:ext uri="{FF2B5EF4-FFF2-40B4-BE49-F238E27FC236}">
                <a16:creationId xmlns:a16="http://schemas.microsoft.com/office/drawing/2014/main" id="{B9C0231E-5082-CA8F-6CD9-54D0FC5FD9D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Tree>
    <p:extLst>
      <p:ext uri="{BB962C8B-B14F-4D97-AF65-F5344CB8AC3E}">
        <p14:creationId xmlns:p14="http://schemas.microsoft.com/office/powerpoint/2010/main" val="85081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dissolve">
                                      <p:cBhvr>
                                        <p:cTn id="7" dur="500"/>
                                        <p:tgtEl>
                                          <p:spTgt spid="3">
                                            <p:txEl>
                                              <p:pRg st="5" end="5"/>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dissolve">
                                      <p:cBhvr>
                                        <p:cTn id="10" dur="500"/>
                                        <p:tgtEl>
                                          <p:spTgt spid="3">
                                            <p:txEl>
                                              <p:pRg st="6" end="6"/>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dissolve">
                                      <p:cBhvr>
                                        <p:cTn id="1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CE7EA-65D5-A3AD-6E49-0B661E3ADBDE}"/>
              </a:ext>
            </a:extLst>
          </p:cNvPr>
          <p:cNvSpPr>
            <a:spLocks noGrp="1"/>
          </p:cNvSpPr>
          <p:nvPr>
            <p:ph type="title"/>
          </p:nvPr>
        </p:nvSpPr>
        <p:spPr/>
        <p:txBody>
          <a:bodyPr/>
          <a:lstStyle/>
          <a:p>
            <a:r>
              <a:rPr lang="en-US" dirty="0"/>
              <a:t>Consent &amp; DEVICES </a:t>
            </a:r>
            <a:r>
              <a:rPr lang="en-AU" sz="3200" dirty="0"/>
              <a:t>(Pg. 31)</a:t>
            </a:r>
            <a:endParaRPr lang="en-US" dirty="0"/>
          </a:p>
        </p:txBody>
      </p:sp>
      <p:sp>
        <p:nvSpPr>
          <p:cNvPr id="3" name="Text Placeholder 2">
            <a:extLst>
              <a:ext uri="{FF2B5EF4-FFF2-40B4-BE49-F238E27FC236}">
                <a16:creationId xmlns:a16="http://schemas.microsoft.com/office/drawing/2014/main" id="{4171748D-E066-4AF0-DAD0-C62272A599CC}"/>
              </a:ext>
            </a:extLst>
          </p:cNvPr>
          <p:cNvSpPr>
            <a:spLocks noGrp="1"/>
          </p:cNvSpPr>
          <p:nvPr>
            <p:ph type="body" idx="1"/>
          </p:nvPr>
        </p:nvSpPr>
        <p:spPr/>
        <p:txBody>
          <a:bodyPr/>
          <a:lstStyle/>
          <a:p>
            <a:r>
              <a:rPr lang="en-US" dirty="0"/>
              <a:t>DEVICES is an acronym that can be used to help us understand if consent has been appropriately given.</a:t>
            </a:r>
          </a:p>
          <a:p>
            <a:endParaRPr lang="en-US" dirty="0"/>
          </a:p>
          <a:p>
            <a:r>
              <a:rPr lang="en-US" dirty="0"/>
              <a:t>Complete the acronym in your workbooks and read the definitions that follow. </a:t>
            </a:r>
          </a:p>
          <a:p>
            <a:endParaRPr lang="en-US" dirty="0"/>
          </a:p>
          <a:p>
            <a:endParaRPr lang="en-US" dirty="0"/>
          </a:p>
        </p:txBody>
      </p:sp>
      <p:sp>
        <p:nvSpPr>
          <p:cNvPr id="4" name="Slide Number Placeholder 3">
            <a:extLst>
              <a:ext uri="{FF2B5EF4-FFF2-40B4-BE49-F238E27FC236}">
                <a16:creationId xmlns:a16="http://schemas.microsoft.com/office/drawing/2014/main" id="{EEBA12D8-E0D9-15DD-2B20-9F41B78ECD2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Tree>
    <p:extLst>
      <p:ext uri="{BB962C8B-B14F-4D97-AF65-F5344CB8AC3E}">
        <p14:creationId xmlns:p14="http://schemas.microsoft.com/office/powerpoint/2010/main" val="26986674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D21C6C-BA7E-42B1-95A9-133A602B20DF}"/>
              </a:ext>
            </a:extLst>
          </p:cNvPr>
          <p:cNvSpPr>
            <a:spLocks noGrp="1"/>
          </p:cNvSpPr>
          <p:nvPr>
            <p:ph type="body" idx="1"/>
          </p:nvPr>
        </p:nvSpPr>
        <p:spPr>
          <a:xfrm>
            <a:off x="3200548" y="391873"/>
            <a:ext cx="3530190" cy="827326"/>
          </a:xfrm>
        </p:spPr>
        <p:txBody>
          <a:bodyPr/>
          <a:lstStyle/>
          <a:p>
            <a:pPr marL="50800" indent="0">
              <a:buNone/>
            </a:pPr>
            <a:r>
              <a:rPr lang="en-AU" b="1" dirty="0"/>
              <a:t>DEVICES </a:t>
            </a:r>
            <a:r>
              <a:rPr lang="en-AU" dirty="0"/>
              <a:t>(Pg. 31)</a:t>
            </a:r>
          </a:p>
        </p:txBody>
      </p:sp>
      <p:sp>
        <p:nvSpPr>
          <p:cNvPr id="3" name="Slide Number Placeholder 2">
            <a:extLst>
              <a:ext uri="{FF2B5EF4-FFF2-40B4-BE49-F238E27FC236}">
                <a16:creationId xmlns:a16="http://schemas.microsoft.com/office/drawing/2014/main" id="{4AF3DDA6-24BB-4172-B67B-69CE226905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
        <p:nvSpPr>
          <p:cNvPr id="4" name="Content Placeholder 2">
            <a:extLst>
              <a:ext uri="{FF2B5EF4-FFF2-40B4-BE49-F238E27FC236}">
                <a16:creationId xmlns:a16="http://schemas.microsoft.com/office/drawing/2014/main" id="{CEF4E9E5-78D6-4A19-9F1B-B6EE17C37D55}"/>
              </a:ext>
            </a:extLst>
          </p:cNvPr>
          <p:cNvSpPr txBox="1">
            <a:spLocks/>
          </p:cNvSpPr>
          <p:nvPr/>
        </p:nvSpPr>
        <p:spPr>
          <a:xfrm>
            <a:off x="1072288" y="966353"/>
            <a:ext cx="7151969" cy="3431058"/>
          </a:xfrm>
          <a:prstGeom prst="rect">
            <a:avLst/>
          </a:prstGeom>
          <a:noFill/>
          <a:ln>
            <a:noFill/>
          </a:ln>
        </p:spPr>
        <p:txBody>
          <a:bodyPr spcFirstLastPara="1" wrap="square" lIns="0" tIns="0" rIns="0" bIns="0" anchor="ctr" anchorCtr="0">
            <a:normAutofit/>
          </a:bodyPr>
          <a:lstStyle>
            <a:defPPr marR="0" lvl="0" algn="l" rtl="0">
              <a:lnSpc>
                <a:spcPct val="100000"/>
              </a:lnSpc>
              <a:spcBef>
                <a:spcPts val="0"/>
              </a:spcBef>
              <a:spcAft>
                <a:spcPts val="0"/>
              </a:spcAft>
            </a:defPPr>
            <a:lvl1pPr marL="457200" marR="0" lvl="0" indent="-406400" algn="ctr" rtl="0">
              <a:lnSpc>
                <a:spcPct val="100000"/>
              </a:lnSpc>
              <a:spcBef>
                <a:spcPts val="0"/>
              </a:spcBef>
              <a:spcAft>
                <a:spcPts val="0"/>
              </a:spcAft>
              <a:buClr>
                <a:schemeClr val="accent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1pPr>
            <a:lvl2pPr marL="914400" marR="0" lvl="1" indent="-406400" algn="ctr" rtl="0">
              <a:lnSpc>
                <a:spcPct val="100000"/>
              </a:lnSpc>
              <a:spcBef>
                <a:spcPts val="1000"/>
              </a:spcBef>
              <a:spcAft>
                <a:spcPts val="0"/>
              </a:spcAft>
              <a:buClr>
                <a:schemeClr val="dk2"/>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2pPr>
            <a:lvl3pPr marL="1371600" marR="0" lvl="2"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3pPr>
            <a:lvl4pPr marL="1828800" marR="0" lvl="3"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4pPr>
            <a:lvl5pPr marL="2286000" marR="0" lvl="4"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5pPr>
            <a:lvl6pPr marL="2743200" marR="0" lvl="5"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6pPr>
            <a:lvl7pPr marL="3200400" marR="0" lvl="6"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7pPr>
            <a:lvl8pPr marL="3657600" marR="0" lvl="7"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8pPr>
            <a:lvl9pPr marL="4114800" marR="0" lvl="8" indent="-406400" algn="ctr" rtl="0">
              <a:lnSpc>
                <a:spcPct val="100000"/>
              </a:lnSpc>
              <a:spcBef>
                <a:spcPts val="1000"/>
              </a:spcBef>
              <a:spcAft>
                <a:spcPts val="100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9pPr>
          </a:lstStyle>
          <a:p>
            <a:pPr marL="0" indent="0">
              <a:buFont typeface="Nunito SemiBold"/>
              <a:buNone/>
            </a:pPr>
            <a:r>
              <a:rPr lang="en-AU" sz="1600" b="1" dirty="0">
                <a:solidFill>
                  <a:schemeClr val="tx1"/>
                </a:solidFill>
                <a:latin typeface="Amasis MT Pro Black" panose="02040A04050005020304" pitchFamily="18" charset="0"/>
              </a:rPr>
              <a:t>Definite</a:t>
            </a:r>
            <a:r>
              <a:rPr lang="en-AU" sz="1600" dirty="0"/>
              <a:t> – </a:t>
            </a:r>
            <a:r>
              <a:rPr lang="en-AU" sz="1600" i="1" dirty="0"/>
              <a:t>It’s a definite ‘yes’ or it’s not consent. Maybe, I don’t know, depends and not sure  DON’T COUNT! Neither does silence. It must be an affirmative, definite, verbal ‘yes’.</a:t>
            </a:r>
          </a:p>
          <a:p>
            <a:pPr marL="0" indent="0">
              <a:buFont typeface="Nunito SemiBold"/>
              <a:buNone/>
            </a:pPr>
            <a:endParaRPr lang="en-AU" sz="1600" i="1" dirty="0"/>
          </a:p>
          <a:p>
            <a:pPr marL="0" indent="0">
              <a:buFont typeface="Nunito SemiBold"/>
              <a:buNone/>
            </a:pPr>
            <a:endParaRPr lang="en-AU" sz="1600" i="1" dirty="0"/>
          </a:p>
          <a:p>
            <a:pPr marL="0" indent="0">
              <a:buFont typeface="Nunito SemiBold"/>
              <a:buNone/>
            </a:pPr>
            <a:r>
              <a:rPr lang="en-AU" sz="1600" b="1" dirty="0">
                <a:latin typeface="Amasis MT Pro Black" panose="02040A04050005020304" pitchFamily="18" charset="0"/>
              </a:rPr>
              <a:t>Enthusiastic</a:t>
            </a:r>
            <a:r>
              <a:rPr lang="en-AU" sz="1600" dirty="0"/>
              <a:t> – </a:t>
            </a:r>
            <a:r>
              <a:rPr lang="en-AU" sz="1600" i="1" dirty="0"/>
              <a:t>It’s given genuinely and with enthusiasm, it’s made clear that it’s something the person very much wants to do.</a:t>
            </a:r>
          </a:p>
          <a:p>
            <a:pPr marL="0" indent="0">
              <a:buFont typeface="Nunito SemiBold"/>
              <a:buNone/>
            </a:pPr>
            <a:endParaRPr lang="en-AU" sz="1600" i="1" dirty="0"/>
          </a:p>
          <a:p>
            <a:pPr marL="0" indent="0">
              <a:buFont typeface="Nunito SemiBold"/>
              <a:buNone/>
            </a:pPr>
            <a:endParaRPr lang="en-AU" sz="1600" b="1" i="1" dirty="0"/>
          </a:p>
          <a:p>
            <a:pPr marL="0" indent="0">
              <a:buFont typeface="Nunito SemiBold"/>
              <a:buNone/>
            </a:pPr>
            <a:r>
              <a:rPr lang="en-AU" sz="1600" b="1" dirty="0">
                <a:latin typeface="Amasis MT Pro Black" panose="02040A04050005020304" pitchFamily="18" charset="0"/>
              </a:rPr>
              <a:t>Voluntary</a:t>
            </a:r>
            <a:r>
              <a:rPr lang="en-AU" sz="1600" dirty="0"/>
              <a:t> – </a:t>
            </a:r>
            <a:r>
              <a:rPr lang="en-AU" sz="1600" i="1" dirty="0"/>
              <a:t>It’s given because the person feels like they want to. They are not coerced or forced; they give consent of their own free will.</a:t>
            </a:r>
          </a:p>
        </p:txBody>
      </p:sp>
    </p:spTree>
    <p:extLst>
      <p:ext uri="{BB962C8B-B14F-4D97-AF65-F5344CB8AC3E}">
        <p14:creationId xmlns:p14="http://schemas.microsoft.com/office/powerpoint/2010/main" val="36537421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D21C6C-BA7E-42B1-95A9-133A602B20DF}"/>
              </a:ext>
            </a:extLst>
          </p:cNvPr>
          <p:cNvSpPr>
            <a:spLocks noGrp="1"/>
          </p:cNvSpPr>
          <p:nvPr>
            <p:ph type="body" idx="1"/>
          </p:nvPr>
        </p:nvSpPr>
        <p:spPr>
          <a:xfrm>
            <a:off x="3200548" y="391873"/>
            <a:ext cx="3275666" cy="827326"/>
          </a:xfrm>
        </p:spPr>
        <p:txBody>
          <a:bodyPr/>
          <a:lstStyle/>
          <a:p>
            <a:pPr marL="50800" indent="0">
              <a:buNone/>
            </a:pPr>
            <a:r>
              <a:rPr lang="en-AU" b="1" dirty="0"/>
              <a:t>DEVICES </a:t>
            </a:r>
            <a:r>
              <a:rPr lang="en-AU" dirty="0"/>
              <a:t>(Pg. 31)</a:t>
            </a:r>
          </a:p>
        </p:txBody>
      </p:sp>
      <p:sp>
        <p:nvSpPr>
          <p:cNvPr id="3" name="Slide Number Placeholder 2">
            <a:extLst>
              <a:ext uri="{FF2B5EF4-FFF2-40B4-BE49-F238E27FC236}">
                <a16:creationId xmlns:a16="http://schemas.microsoft.com/office/drawing/2014/main" id="{4AF3DDA6-24BB-4172-B67B-69CE226905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
        <p:nvSpPr>
          <p:cNvPr id="4" name="Content Placeholder 2">
            <a:extLst>
              <a:ext uri="{FF2B5EF4-FFF2-40B4-BE49-F238E27FC236}">
                <a16:creationId xmlns:a16="http://schemas.microsoft.com/office/drawing/2014/main" id="{CEF4E9E5-78D6-4A19-9F1B-B6EE17C37D55}"/>
              </a:ext>
            </a:extLst>
          </p:cNvPr>
          <p:cNvSpPr txBox="1">
            <a:spLocks/>
          </p:cNvSpPr>
          <p:nvPr/>
        </p:nvSpPr>
        <p:spPr>
          <a:xfrm>
            <a:off x="1072288" y="966353"/>
            <a:ext cx="7151969" cy="3431058"/>
          </a:xfrm>
          <a:prstGeom prst="rect">
            <a:avLst/>
          </a:prstGeom>
          <a:noFill/>
          <a:ln>
            <a:noFill/>
          </a:ln>
        </p:spPr>
        <p:txBody>
          <a:bodyPr spcFirstLastPara="1" wrap="square" lIns="0" tIns="0" rIns="0" bIns="0" anchor="ctr" anchorCtr="0">
            <a:normAutofit fontScale="92500" lnSpcReduction="10000"/>
          </a:bodyPr>
          <a:lstStyle>
            <a:defPPr marR="0" lvl="0" algn="l" rtl="0">
              <a:lnSpc>
                <a:spcPct val="100000"/>
              </a:lnSpc>
              <a:spcBef>
                <a:spcPts val="0"/>
              </a:spcBef>
              <a:spcAft>
                <a:spcPts val="0"/>
              </a:spcAft>
            </a:defPPr>
            <a:lvl1pPr marL="457200" marR="0" lvl="0" indent="-406400" algn="ctr" rtl="0">
              <a:lnSpc>
                <a:spcPct val="100000"/>
              </a:lnSpc>
              <a:spcBef>
                <a:spcPts val="0"/>
              </a:spcBef>
              <a:spcAft>
                <a:spcPts val="0"/>
              </a:spcAft>
              <a:buClr>
                <a:schemeClr val="accent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1pPr>
            <a:lvl2pPr marL="914400" marR="0" lvl="1" indent="-406400" algn="ctr" rtl="0">
              <a:lnSpc>
                <a:spcPct val="100000"/>
              </a:lnSpc>
              <a:spcBef>
                <a:spcPts val="1000"/>
              </a:spcBef>
              <a:spcAft>
                <a:spcPts val="0"/>
              </a:spcAft>
              <a:buClr>
                <a:schemeClr val="dk2"/>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2pPr>
            <a:lvl3pPr marL="1371600" marR="0" lvl="2"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3pPr>
            <a:lvl4pPr marL="1828800" marR="0" lvl="3"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4pPr>
            <a:lvl5pPr marL="2286000" marR="0" lvl="4"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5pPr>
            <a:lvl6pPr marL="2743200" marR="0" lvl="5"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6pPr>
            <a:lvl7pPr marL="3200400" marR="0" lvl="6"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7pPr>
            <a:lvl8pPr marL="3657600" marR="0" lvl="7"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8pPr>
            <a:lvl9pPr marL="4114800" marR="0" lvl="8" indent="-406400" algn="ctr" rtl="0">
              <a:lnSpc>
                <a:spcPct val="100000"/>
              </a:lnSpc>
              <a:spcBef>
                <a:spcPts val="1000"/>
              </a:spcBef>
              <a:spcAft>
                <a:spcPts val="100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9pPr>
          </a:lstStyle>
          <a:p>
            <a:pPr marL="0" indent="0">
              <a:buFont typeface="Nunito SemiBold"/>
              <a:buNone/>
            </a:pPr>
            <a:endParaRPr lang="en-AU" sz="1200" i="1" dirty="0"/>
          </a:p>
          <a:p>
            <a:pPr marL="0" indent="0">
              <a:buFont typeface="Nunito SemiBold"/>
              <a:buNone/>
            </a:pPr>
            <a:r>
              <a:rPr lang="en-AU" sz="1600" b="1" dirty="0">
                <a:latin typeface="Amasis MT Pro Black" panose="02040A04050005020304" pitchFamily="18" charset="0"/>
              </a:rPr>
              <a:t>Informed</a:t>
            </a:r>
            <a:r>
              <a:rPr lang="en-AU" sz="1600" dirty="0"/>
              <a:t> – </a:t>
            </a:r>
            <a:r>
              <a:rPr lang="en-AU" sz="1600" i="1" dirty="0"/>
              <a:t>People know exactly what they’re agreeing to. That means explaining what will happen and the potential consequences and risks of the agreement to all involved.</a:t>
            </a:r>
          </a:p>
          <a:p>
            <a:pPr marL="0" indent="0">
              <a:buFont typeface="Nunito SemiBold"/>
              <a:buNone/>
            </a:pPr>
            <a:endParaRPr lang="en-AU" sz="1600" i="1" dirty="0"/>
          </a:p>
          <a:p>
            <a:pPr marL="0" indent="0">
              <a:buFont typeface="Nunito SemiBold"/>
              <a:buNone/>
            </a:pPr>
            <a:endParaRPr lang="en-AU" sz="1600" i="1" dirty="0"/>
          </a:p>
          <a:p>
            <a:pPr marL="0" indent="0">
              <a:buFont typeface="Nunito SemiBold"/>
              <a:buNone/>
            </a:pPr>
            <a:r>
              <a:rPr lang="en-AU" sz="1600" b="1" dirty="0">
                <a:latin typeface="Amasis MT Pro Black" panose="02040A04050005020304" pitchFamily="18" charset="0"/>
              </a:rPr>
              <a:t>Continuous</a:t>
            </a:r>
            <a:r>
              <a:rPr lang="en-AU" sz="1600" b="1" dirty="0"/>
              <a:t> </a:t>
            </a:r>
            <a:r>
              <a:rPr lang="en-AU" sz="1600" dirty="0"/>
              <a:t>– </a:t>
            </a:r>
            <a:r>
              <a:rPr lang="en-AU" sz="1600" i="1" dirty="0"/>
              <a:t>Consent is not a one-time thing! It is ongoing, must be given at every stage of agreement and can be taken back at any time.</a:t>
            </a:r>
          </a:p>
          <a:p>
            <a:pPr marL="0" indent="0">
              <a:buFont typeface="Nunito SemiBold"/>
              <a:buNone/>
            </a:pPr>
            <a:endParaRPr lang="en-AU" sz="1600" i="1" dirty="0"/>
          </a:p>
          <a:p>
            <a:pPr marL="0" indent="0">
              <a:buFont typeface="Nunito SemiBold"/>
              <a:buNone/>
            </a:pPr>
            <a:endParaRPr lang="en-AU" sz="1600" i="1" dirty="0"/>
          </a:p>
          <a:p>
            <a:pPr marL="0" indent="0">
              <a:buFont typeface="Nunito SemiBold"/>
              <a:buNone/>
            </a:pPr>
            <a:r>
              <a:rPr lang="en-AU" sz="1600" b="1" dirty="0">
                <a:latin typeface="Amasis MT Pro Black" panose="02040A04050005020304" pitchFamily="18" charset="0"/>
              </a:rPr>
              <a:t>Everyone</a:t>
            </a:r>
            <a:r>
              <a:rPr lang="en-AU" sz="1600" dirty="0"/>
              <a:t> – </a:t>
            </a:r>
            <a:r>
              <a:rPr lang="en-AU" sz="1600" i="1" dirty="0"/>
              <a:t>Everyone involved in an act must have given consent that follows DEVICES.</a:t>
            </a:r>
          </a:p>
          <a:p>
            <a:pPr marL="0" indent="0">
              <a:buFont typeface="Nunito SemiBold"/>
              <a:buNone/>
            </a:pPr>
            <a:endParaRPr lang="en-AU" sz="1600" i="1" dirty="0"/>
          </a:p>
          <a:p>
            <a:pPr marL="0" indent="0">
              <a:buFont typeface="Nunito SemiBold"/>
              <a:buNone/>
            </a:pPr>
            <a:endParaRPr lang="en-AU" sz="1600" i="1" dirty="0"/>
          </a:p>
          <a:p>
            <a:pPr marL="0" indent="0">
              <a:buFont typeface="Nunito SemiBold"/>
              <a:buNone/>
            </a:pPr>
            <a:r>
              <a:rPr lang="en-AU" sz="1600" b="1" dirty="0">
                <a:latin typeface="Amasis MT Pro Black" panose="02040A04050005020304" pitchFamily="18" charset="0"/>
              </a:rPr>
              <a:t>Specific</a:t>
            </a:r>
            <a:r>
              <a:rPr lang="en-AU" sz="1600" dirty="0"/>
              <a:t> – </a:t>
            </a:r>
            <a:r>
              <a:rPr lang="en-AU" sz="1600" i="1" dirty="0"/>
              <a:t>It refers to one specific act, it does not give you free rein to do anything else unless consent is obtained again.</a:t>
            </a:r>
            <a:endParaRPr lang="en-AU" sz="1600" b="1" i="1" dirty="0"/>
          </a:p>
        </p:txBody>
      </p:sp>
    </p:spTree>
    <p:extLst>
      <p:ext uri="{BB962C8B-B14F-4D97-AF65-F5344CB8AC3E}">
        <p14:creationId xmlns:p14="http://schemas.microsoft.com/office/powerpoint/2010/main" val="3082314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E14C9-2785-4BC9-92F3-7FAEE78D0F85}"/>
              </a:ext>
            </a:extLst>
          </p:cNvPr>
          <p:cNvSpPr>
            <a:spLocks noGrp="1"/>
          </p:cNvSpPr>
          <p:nvPr>
            <p:ph type="title"/>
          </p:nvPr>
        </p:nvSpPr>
        <p:spPr>
          <a:xfrm>
            <a:off x="883375" y="683600"/>
            <a:ext cx="6426300" cy="396300"/>
          </a:xfrm>
        </p:spPr>
        <p:txBody>
          <a:bodyPr wrap="square" anchor="ctr">
            <a:noAutofit/>
          </a:bodyPr>
          <a:lstStyle/>
          <a:p>
            <a:r>
              <a:rPr lang="en-AU" sz="3600" b="1" dirty="0"/>
              <a:t>Whole class demonstration </a:t>
            </a:r>
            <a:r>
              <a:rPr lang="en-AU" sz="3600" dirty="0"/>
              <a:t>(Pg. 32)</a:t>
            </a:r>
            <a:endParaRPr lang="en-AU" sz="3600" b="1" dirty="0"/>
          </a:p>
        </p:txBody>
      </p:sp>
      <p:sp>
        <p:nvSpPr>
          <p:cNvPr id="4" name="Content Placeholder 3">
            <a:extLst>
              <a:ext uri="{FF2B5EF4-FFF2-40B4-BE49-F238E27FC236}">
                <a16:creationId xmlns:a16="http://schemas.microsoft.com/office/drawing/2014/main" id="{B44D77EE-77F3-4275-BE6D-98FA6EB48343}"/>
              </a:ext>
            </a:extLst>
          </p:cNvPr>
          <p:cNvSpPr>
            <a:spLocks noGrp="1"/>
          </p:cNvSpPr>
          <p:nvPr>
            <p:ph type="body" idx="1"/>
          </p:nvPr>
        </p:nvSpPr>
        <p:spPr>
          <a:xfrm>
            <a:off x="4572000" y="1620801"/>
            <a:ext cx="3530652" cy="2762100"/>
          </a:xfrm>
        </p:spPr>
        <p:txBody>
          <a:bodyPr wrap="square" anchor="t">
            <a:normAutofit/>
          </a:bodyPr>
          <a:lstStyle/>
          <a:p>
            <a:pPr marL="0" indent="0">
              <a:lnSpc>
                <a:spcPct val="90000"/>
              </a:lnSpc>
              <a:spcAft>
                <a:spcPts val="600"/>
              </a:spcAft>
              <a:buNone/>
            </a:pPr>
            <a:r>
              <a:rPr lang="en-AU" sz="1400" dirty="0"/>
              <a:t>Answer the following reflection questions in your workbook.</a:t>
            </a:r>
          </a:p>
          <a:p>
            <a:pPr marL="385763" indent="-385763">
              <a:lnSpc>
                <a:spcPct val="90000"/>
              </a:lnSpc>
              <a:spcAft>
                <a:spcPts val="600"/>
              </a:spcAft>
              <a:buAutoNum type="arabicPeriod"/>
            </a:pPr>
            <a:r>
              <a:rPr lang="en-AU" sz="1400" dirty="0"/>
              <a:t>Did you notice a difference in the persons response with each approach? Outline how their words, body language and voice changed.</a:t>
            </a:r>
          </a:p>
          <a:p>
            <a:pPr marL="385763" indent="-385763">
              <a:lnSpc>
                <a:spcPct val="90000"/>
              </a:lnSpc>
              <a:spcAft>
                <a:spcPts val="600"/>
              </a:spcAft>
              <a:buAutoNum type="arabicPeriod"/>
            </a:pPr>
            <a:endParaRPr lang="en-AU" sz="1400" dirty="0"/>
          </a:p>
          <a:p>
            <a:pPr marL="385763" indent="-385763">
              <a:lnSpc>
                <a:spcPct val="90000"/>
              </a:lnSpc>
              <a:spcAft>
                <a:spcPts val="600"/>
              </a:spcAft>
              <a:buAutoNum type="arabicPeriod"/>
            </a:pPr>
            <a:r>
              <a:rPr lang="en-AU" sz="1400" dirty="0"/>
              <a:t>Which example felt the most comfortable and why? </a:t>
            </a:r>
          </a:p>
          <a:p>
            <a:pPr marL="385763" indent="-385763">
              <a:lnSpc>
                <a:spcPct val="90000"/>
              </a:lnSpc>
              <a:spcAft>
                <a:spcPts val="600"/>
              </a:spcAft>
              <a:buAutoNum type="arabicPeriod"/>
            </a:pPr>
            <a:endParaRPr lang="en-AU" sz="1400" dirty="0"/>
          </a:p>
          <a:p>
            <a:pPr marL="385763" indent="-385763">
              <a:lnSpc>
                <a:spcPct val="90000"/>
              </a:lnSpc>
              <a:spcAft>
                <a:spcPts val="600"/>
              </a:spcAft>
              <a:buAutoNum type="arabicPeriod"/>
            </a:pPr>
            <a:r>
              <a:rPr lang="en-AU" sz="1400" dirty="0"/>
              <a:t>Which example felt the least comfortable why?</a:t>
            </a:r>
          </a:p>
          <a:p>
            <a:pPr marL="0" indent="0">
              <a:lnSpc>
                <a:spcPct val="90000"/>
              </a:lnSpc>
              <a:spcAft>
                <a:spcPts val="600"/>
              </a:spcAft>
              <a:buNone/>
            </a:pPr>
            <a:endParaRPr lang="en-AU" sz="1400" dirty="0"/>
          </a:p>
        </p:txBody>
      </p:sp>
      <p:sp>
        <p:nvSpPr>
          <p:cNvPr id="3" name="Content Placeholder 2">
            <a:extLst>
              <a:ext uri="{FF2B5EF4-FFF2-40B4-BE49-F238E27FC236}">
                <a16:creationId xmlns:a16="http://schemas.microsoft.com/office/drawing/2014/main" id="{CA85401B-2EF4-4547-8F50-4534A20B58E0}"/>
              </a:ext>
            </a:extLst>
          </p:cNvPr>
          <p:cNvSpPr>
            <a:spLocks noGrp="1"/>
          </p:cNvSpPr>
          <p:nvPr>
            <p:ph type="body" idx="2"/>
          </p:nvPr>
        </p:nvSpPr>
        <p:spPr>
          <a:xfrm>
            <a:off x="688258" y="1620801"/>
            <a:ext cx="3355790" cy="2762100"/>
          </a:xfrm>
        </p:spPr>
        <p:txBody>
          <a:bodyPr wrap="square" anchor="t">
            <a:normAutofit/>
          </a:bodyPr>
          <a:lstStyle/>
          <a:p>
            <a:pPr marL="0" indent="0">
              <a:lnSpc>
                <a:spcPct val="90000"/>
              </a:lnSpc>
              <a:spcAft>
                <a:spcPts val="600"/>
              </a:spcAft>
              <a:buNone/>
            </a:pPr>
            <a:r>
              <a:rPr lang="en-AU" sz="1400" dirty="0"/>
              <a:t>Let’s practise asking for consent. How would you ask?</a:t>
            </a:r>
          </a:p>
          <a:p>
            <a:pPr marL="0" indent="0">
              <a:lnSpc>
                <a:spcPct val="90000"/>
              </a:lnSpc>
              <a:spcAft>
                <a:spcPts val="600"/>
              </a:spcAft>
              <a:buNone/>
            </a:pPr>
            <a:endParaRPr lang="en-AU" sz="1400" dirty="0"/>
          </a:p>
          <a:p>
            <a:pPr marL="0" indent="0">
              <a:lnSpc>
                <a:spcPct val="90000"/>
              </a:lnSpc>
              <a:spcAft>
                <a:spcPts val="600"/>
              </a:spcAft>
              <a:buNone/>
            </a:pPr>
            <a:r>
              <a:rPr lang="en-AU" sz="1400" dirty="0"/>
              <a:t>With a partner, you are wanting to use their pen. Practice taking their pen in the following ways: </a:t>
            </a:r>
          </a:p>
          <a:p>
            <a:pPr marL="0" indent="0">
              <a:lnSpc>
                <a:spcPct val="90000"/>
              </a:lnSpc>
              <a:spcAft>
                <a:spcPts val="600"/>
              </a:spcAft>
              <a:buNone/>
            </a:pPr>
            <a:endParaRPr lang="en-AU" sz="1400" dirty="0"/>
          </a:p>
          <a:p>
            <a:pPr>
              <a:lnSpc>
                <a:spcPct val="90000"/>
              </a:lnSpc>
              <a:spcAft>
                <a:spcPts val="600"/>
              </a:spcAft>
              <a:buFontTx/>
              <a:buChar char="-"/>
            </a:pPr>
            <a:r>
              <a:rPr lang="en-AU" sz="1400" dirty="0"/>
              <a:t>Try asking clearly with a question</a:t>
            </a:r>
          </a:p>
          <a:p>
            <a:pPr>
              <a:lnSpc>
                <a:spcPct val="90000"/>
              </a:lnSpc>
              <a:spcAft>
                <a:spcPts val="600"/>
              </a:spcAft>
              <a:buFontTx/>
              <a:buChar char="-"/>
            </a:pPr>
            <a:r>
              <a:rPr lang="en-AU" sz="1400" dirty="0"/>
              <a:t>Try just taking the item without asking</a:t>
            </a:r>
          </a:p>
          <a:p>
            <a:pPr>
              <a:lnSpc>
                <a:spcPct val="90000"/>
              </a:lnSpc>
              <a:spcAft>
                <a:spcPts val="600"/>
              </a:spcAft>
              <a:buFontTx/>
              <a:buChar char="-"/>
            </a:pPr>
            <a:r>
              <a:rPr lang="en-AU" sz="1400" dirty="0"/>
              <a:t>Then demand the item and take it</a:t>
            </a:r>
          </a:p>
        </p:txBody>
      </p:sp>
      <p:sp>
        <p:nvSpPr>
          <p:cNvPr id="9" name="Slide Number Placeholder 4">
            <a:extLst>
              <a:ext uri="{FF2B5EF4-FFF2-40B4-BE49-F238E27FC236}">
                <a16:creationId xmlns:a16="http://schemas.microsoft.com/office/drawing/2014/main" id="{349D9D80-2195-500C-E9D1-FF9CEC98136A}"/>
              </a:ext>
            </a:extLst>
          </p:cNvPr>
          <p:cNvSpPr>
            <a:spLocks noGrp="1"/>
          </p:cNvSpPr>
          <p:nvPr>
            <p:ph type="sldNum" idx="12"/>
          </p:nvPr>
        </p:nvSpPr>
        <p:spPr>
          <a:xfrm>
            <a:off x="8404375" y="4693376"/>
            <a:ext cx="548700" cy="300300"/>
          </a:xfrm>
        </p:spPr>
        <p:txBody>
          <a:bodyPr/>
          <a:lstStyle/>
          <a:p>
            <a:pPr marL="0" lvl="0" indent="0" algn="r" rtl="0">
              <a:spcBef>
                <a:spcPts val="0"/>
              </a:spcBef>
              <a:spcAft>
                <a:spcPts val="600"/>
              </a:spcAft>
              <a:buNone/>
            </a:pPr>
            <a:fld id="{00000000-1234-1234-1234-123412341234}" type="slidenum">
              <a:rPr lang="en"/>
              <a:pPr marL="0" lvl="0" indent="0" algn="r" rtl="0">
                <a:spcBef>
                  <a:spcPts val="0"/>
                </a:spcBef>
                <a:spcAft>
                  <a:spcPts val="600"/>
                </a:spcAft>
                <a:buNone/>
              </a:pPr>
              <a:t>31</a:t>
            </a:fld>
            <a:endParaRPr lang="en"/>
          </a:p>
        </p:txBody>
      </p:sp>
      <p:sp>
        <p:nvSpPr>
          <p:cNvPr id="6" name="Google Shape;769;p51">
            <a:extLst>
              <a:ext uri="{FF2B5EF4-FFF2-40B4-BE49-F238E27FC236}">
                <a16:creationId xmlns:a16="http://schemas.microsoft.com/office/drawing/2014/main" id="{BAA45467-C4FF-4220-BE4E-CBECF029707B}"/>
              </a:ext>
            </a:extLst>
          </p:cNvPr>
          <p:cNvSpPr/>
          <p:nvPr/>
        </p:nvSpPr>
        <p:spPr>
          <a:xfrm>
            <a:off x="8080002" y="3740209"/>
            <a:ext cx="743849" cy="642692"/>
          </a:xfrm>
          <a:custGeom>
            <a:avLst/>
            <a:gdLst/>
            <a:ahLst/>
            <a:cxnLst/>
            <a:rect l="l" t="t" r="r" b="b"/>
            <a:pathLst>
              <a:path w="15842" h="15938" extrusionOk="0">
                <a:moveTo>
                  <a:pt x="4794" y="7470"/>
                </a:moveTo>
                <a:lnTo>
                  <a:pt x="4867" y="7495"/>
                </a:lnTo>
                <a:lnTo>
                  <a:pt x="4940" y="7543"/>
                </a:lnTo>
                <a:lnTo>
                  <a:pt x="4989" y="7616"/>
                </a:lnTo>
                <a:lnTo>
                  <a:pt x="5013" y="7714"/>
                </a:lnTo>
                <a:lnTo>
                  <a:pt x="5013" y="7787"/>
                </a:lnTo>
                <a:lnTo>
                  <a:pt x="4989" y="7908"/>
                </a:lnTo>
                <a:lnTo>
                  <a:pt x="4916" y="7981"/>
                </a:lnTo>
                <a:lnTo>
                  <a:pt x="4843" y="8054"/>
                </a:lnTo>
                <a:lnTo>
                  <a:pt x="4721" y="8079"/>
                </a:lnTo>
                <a:lnTo>
                  <a:pt x="4600" y="8054"/>
                </a:lnTo>
                <a:lnTo>
                  <a:pt x="4527" y="7981"/>
                </a:lnTo>
                <a:lnTo>
                  <a:pt x="4454" y="7908"/>
                </a:lnTo>
                <a:lnTo>
                  <a:pt x="4429" y="7787"/>
                </a:lnTo>
                <a:lnTo>
                  <a:pt x="4454" y="7665"/>
                </a:lnTo>
                <a:lnTo>
                  <a:pt x="4527" y="7543"/>
                </a:lnTo>
                <a:lnTo>
                  <a:pt x="4600" y="7495"/>
                </a:lnTo>
                <a:lnTo>
                  <a:pt x="4697" y="7470"/>
                </a:lnTo>
                <a:close/>
                <a:moveTo>
                  <a:pt x="11169" y="7470"/>
                </a:moveTo>
                <a:lnTo>
                  <a:pt x="11242" y="7495"/>
                </a:lnTo>
                <a:lnTo>
                  <a:pt x="11315" y="7543"/>
                </a:lnTo>
                <a:lnTo>
                  <a:pt x="11364" y="7616"/>
                </a:lnTo>
                <a:lnTo>
                  <a:pt x="11388" y="7714"/>
                </a:lnTo>
                <a:lnTo>
                  <a:pt x="11388" y="7787"/>
                </a:lnTo>
                <a:lnTo>
                  <a:pt x="11364" y="7908"/>
                </a:lnTo>
                <a:lnTo>
                  <a:pt x="11291" y="7981"/>
                </a:lnTo>
                <a:lnTo>
                  <a:pt x="11218" y="8054"/>
                </a:lnTo>
                <a:lnTo>
                  <a:pt x="11096" y="8079"/>
                </a:lnTo>
                <a:lnTo>
                  <a:pt x="10975" y="8054"/>
                </a:lnTo>
                <a:lnTo>
                  <a:pt x="10902" y="7981"/>
                </a:lnTo>
                <a:lnTo>
                  <a:pt x="10829" y="7908"/>
                </a:lnTo>
                <a:lnTo>
                  <a:pt x="10804" y="7787"/>
                </a:lnTo>
                <a:lnTo>
                  <a:pt x="10829" y="7665"/>
                </a:lnTo>
                <a:lnTo>
                  <a:pt x="10902" y="7543"/>
                </a:lnTo>
                <a:lnTo>
                  <a:pt x="10975" y="7495"/>
                </a:lnTo>
                <a:lnTo>
                  <a:pt x="11072" y="7470"/>
                </a:lnTo>
                <a:close/>
                <a:moveTo>
                  <a:pt x="4770" y="7081"/>
                </a:moveTo>
                <a:lnTo>
                  <a:pt x="4600" y="7105"/>
                </a:lnTo>
                <a:lnTo>
                  <a:pt x="4429" y="7178"/>
                </a:lnTo>
                <a:lnTo>
                  <a:pt x="4308" y="7300"/>
                </a:lnTo>
                <a:lnTo>
                  <a:pt x="4186" y="7446"/>
                </a:lnTo>
                <a:lnTo>
                  <a:pt x="4113" y="7568"/>
                </a:lnTo>
                <a:lnTo>
                  <a:pt x="4064" y="7714"/>
                </a:lnTo>
                <a:lnTo>
                  <a:pt x="4016" y="7835"/>
                </a:lnTo>
                <a:lnTo>
                  <a:pt x="4016" y="7981"/>
                </a:lnTo>
                <a:lnTo>
                  <a:pt x="3967" y="8225"/>
                </a:lnTo>
                <a:lnTo>
                  <a:pt x="3967" y="8395"/>
                </a:lnTo>
                <a:lnTo>
                  <a:pt x="4016" y="8565"/>
                </a:lnTo>
                <a:lnTo>
                  <a:pt x="4064" y="8711"/>
                </a:lnTo>
                <a:lnTo>
                  <a:pt x="4162" y="8833"/>
                </a:lnTo>
                <a:lnTo>
                  <a:pt x="4259" y="8955"/>
                </a:lnTo>
                <a:lnTo>
                  <a:pt x="4381" y="9028"/>
                </a:lnTo>
                <a:lnTo>
                  <a:pt x="4527" y="9101"/>
                </a:lnTo>
                <a:lnTo>
                  <a:pt x="4697" y="9149"/>
                </a:lnTo>
                <a:lnTo>
                  <a:pt x="4892" y="9174"/>
                </a:lnTo>
                <a:lnTo>
                  <a:pt x="5062" y="9149"/>
                </a:lnTo>
                <a:lnTo>
                  <a:pt x="5232" y="9101"/>
                </a:lnTo>
                <a:lnTo>
                  <a:pt x="5378" y="9028"/>
                </a:lnTo>
                <a:lnTo>
                  <a:pt x="5500" y="8930"/>
                </a:lnTo>
                <a:lnTo>
                  <a:pt x="5622" y="8809"/>
                </a:lnTo>
                <a:lnTo>
                  <a:pt x="5719" y="8663"/>
                </a:lnTo>
                <a:lnTo>
                  <a:pt x="5792" y="8517"/>
                </a:lnTo>
                <a:lnTo>
                  <a:pt x="5841" y="8346"/>
                </a:lnTo>
                <a:lnTo>
                  <a:pt x="5865" y="8176"/>
                </a:lnTo>
                <a:lnTo>
                  <a:pt x="5841" y="8006"/>
                </a:lnTo>
                <a:lnTo>
                  <a:pt x="5816" y="7835"/>
                </a:lnTo>
                <a:lnTo>
                  <a:pt x="5768" y="7689"/>
                </a:lnTo>
                <a:lnTo>
                  <a:pt x="5695" y="7519"/>
                </a:lnTo>
                <a:lnTo>
                  <a:pt x="5573" y="7397"/>
                </a:lnTo>
                <a:lnTo>
                  <a:pt x="5427" y="7251"/>
                </a:lnTo>
                <a:lnTo>
                  <a:pt x="5281" y="7154"/>
                </a:lnTo>
                <a:lnTo>
                  <a:pt x="5111" y="7105"/>
                </a:lnTo>
                <a:lnTo>
                  <a:pt x="4940" y="7081"/>
                </a:lnTo>
                <a:close/>
                <a:moveTo>
                  <a:pt x="11145" y="7081"/>
                </a:moveTo>
                <a:lnTo>
                  <a:pt x="10975" y="7105"/>
                </a:lnTo>
                <a:lnTo>
                  <a:pt x="10804" y="7178"/>
                </a:lnTo>
                <a:lnTo>
                  <a:pt x="10683" y="7300"/>
                </a:lnTo>
                <a:lnTo>
                  <a:pt x="10561" y="7446"/>
                </a:lnTo>
                <a:lnTo>
                  <a:pt x="10488" y="7568"/>
                </a:lnTo>
                <a:lnTo>
                  <a:pt x="10439" y="7714"/>
                </a:lnTo>
                <a:lnTo>
                  <a:pt x="10391" y="7835"/>
                </a:lnTo>
                <a:lnTo>
                  <a:pt x="10391" y="7981"/>
                </a:lnTo>
                <a:lnTo>
                  <a:pt x="10342" y="8225"/>
                </a:lnTo>
                <a:lnTo>
                  <a:pt x="10342" y="8395"/>
                </a:lnTo>
                <a:lnTo>
                  <a:pt x="10391" y="8565"/>
                </a:lnTo>
                <a:lnTo>
                  <a:pt x="10439" y="8711"/>
                </a:lnTo>
                <a:lnTo>
                  <a:pt x="10537" y="8833"/>
                </a:lnTo>
                <a:lnTo>
                  <a:pt x="10634" y="8955"/>
                </a:lnTo>
                <a:lnTo>
                  <a:pt x="10756" y="9028"/>
                </a:lnTo>
                <a:lnTo>
                  <a:pt x="10902" y="9101"/>
                </a:lnTo>
                <a:lnTo>
                  <a:pt x="11072" y="9149"/>
                </a:lnTo>
                <a:lnTo>
                  <a:pt x="11267" y="9174"/>
                </a:lnTo>
                <a:lnTo>
                  <a:pt x="11437" y="9149"/>
                </a:lnTo>
                <a:lnTo>
                  <a:pt x="11607" y="9101"/>
                </a:lnTo>
                <a:lnTo>
                  <a:pt x="11753" y="9028"/>
                </a:lnTo>
                <a:lnTo>
                  <a:pt x="11875" y="8930"/>
                </a:lnTo>
                <a:lnTo>
                  <a:pt x="11997" y="8809"/>
                </a:lnTo>
                <a:lnTo>
                  <a:pt x="12094" y="8663"/>
                </a:lnTo>
                <a:lnTo>
                  <a:pt x="12167" y="8517"/>
                </a:lnTo>
                <a:lnTo>
                  <a:pt x="12216" y="8346"/>
                </a:lnTo>
                <a:lnTo>
                  <a:pt x="12240" y="8176"/>
                </a:lnTo>
                <a:lnTo>
                  <a:pt x="12216" y="8006"/>
                </a:lnTo>
                <a:lnTo>
                  <a:pt x="12191" y="7835"/>
                </a:lnTo>
                <a:lnTo>
                  <a:pt x="12143" y="7689"/>
                </a:lnTo>
                <a:lnTo>
                  <a:pt x="12070" y="7519"/>
                </a:lnTo>
                <a:lnTo>
                  <a:pt x="11948" y="7397"/>
                </a:lnTo>
                <a:lnTo>
                  <a:pt x="11802" y="7251"/>
                </a:lnTo>
                <a:lnTo>
                  <a:pt x="11656" y="7154"/>
                </a:lnTo>
                <a:lnTo>
                  <a:pt x="11486" y="7105"/>
                </a:lnTo>
                <a:lnTo>
                  <a:pt x="11315" y="7081"/>
                </a:lnTo>
                <a:close/>
                <a:moveTo>
                  <a:pt x="11972" y="10925"/>
                </a:moveTo>
                <a:lnTo>
                  <a:pt x="11875" y="10974"/>
                </a:lnTo>
                <a:lnTo>
                  <a:pt x="11778" y="11047"/>
                </a:lnTo>
                <a:lnTo>
                  <a:pt x="11607" y="11290"/>
                </a:lnTo>
                <a:lnTo>
                  <a:pt x="11413" y="11485"/>
                </a:lnTo>
                <a:lnTo>
                  <a:pt x="11194" y="11680"/>
                </a:lnTo>
                <a:lnTo>
                  <a:pt x="10950" y="11850"/>
                </a:lnTo>
                <a:lnTo>
                  <a:pt x="10707" y="11996"/>
                </a:lnTo>
                <a:lnTo>
                  <a:pt x="10439" y="12118"/>
                </a:lnTo>
                <a:lnTo>
                  <a:pt x="10172" y="12215"/>
                </a:lnTo>
                <a:lnTo>
                  <a:pt x="9880" y="12312"/>
                </a:lnTo>
                <a:lnTo>
                  <a:pt x="9588" y="12385"/>
                </a:lnTo>
                <a:lnTo>
                  <a:pt x="9296" y="12434"/>
                </a:lnTo>
                <a:lnTo>
                  <a:pt x="8712" y="12507"/>
                </a:lnTo>
                <a:lnTo>
                  <a:pt x="8128" y="12531"/>
                </a:lnTo>
                <a:lnTo>
                  <a:pt x="7568" y="12507"/>
                </a:lnTo>
                <a:lnTo>
                  <a:pt x="7325" y="12483"/>
                </a:lnTo>
                <a:lnTo>
                  <a:pt x="7106" y="12434"/>
                </a:lnTo>
                <a:lnTo>
                  <a:pt x="6668" y="12312"/>
                </a:lnTo>
                <a:lnTo>
                  <a:pt x="6230" y="12166"/>
                </a:lnTo>
                <a:lnTo>
                  <a:pt x="5816" y="11996"/>
                </a:lnTo>
                <a:lnTo>
                  <a:pt x="5427" y="11826"/>
                </a:lnTo>
                <a:lnTo>
                  <a:pt x="5013" y="11631"/>
                </a:lnTo>
                <a:lnTo>
                  <a:pt x="4794" y="11509"/>
                </a:lnTo>
                <a:lnTo>
                  <a:pt x="4600" y="11388"/>
                </a:lnTo>
                <a:lnTo>
                  <a:pt x="4454" y="11242"/>
                </a:lnTo>
                <a:lnTo>
                  <a:pt x="4308" y="11096"/>
                </a:lnTo>
                <a:lnTo>
                  <a:pt x="4259" y="11047"/>
                </a:lnTo>
                <a:lnTo>
                  <a:pt x="4210" y="11023"/>
                </a:lnTo>
                <a:lnTo>
                  <a:pt x="4089" y="11023"/>
                </a:lnTo>
                <a:lnTo>
                  <a:pt x="4040" y="11071"/>
                </a:lnTo>
                <a:lnTo>
                  <a:pt x="3991" y="11096"/>
                </a:lnTo>
                <a:lnTo>
                  <a:pt x="3991" y="11169"/>
                </a:lnTo>
                <a:lnTo>
                  <a:pt x="3991" y="11242"/>
                </a:lnTo>
                <a:lnTo>
                  <a:pt x="4016" y="11339"/>
                </a:lnTo>
                <a:lnTo>
                  <a:pt x="4064" y="11436"/>
                </a:lnTo>
                <a:lnTo>
                  <a:pt x="4210" y="11631"/>
                </a:lnTo>
                <a:lnTo>
                  <a:pt x="4381" y="11801"/>
                </a:lnTo>
                <a:lnTo>
                  <a:pt x="4575" y="11947"/>
                </a:lnTo>
                <a:lnTo>
                  <a:pt x="4794" y="12069"/>
                </a:lnTo>
                <a:lnTo>
                  <a:pt x="5038" y="12191"/>
                </a:lnTo>
                <a:lnTo>
                  <a:pt x="5451" y="12385"/>
                </a:lnTo>
                <a:lnTo>
                  <a:pt x="5938" y="12604"/>
                </a:lnTo>
                <a:lnTo>
                  <a:pt x="6424" y="12799"/>
                </a:lnTo>
                <a:lnTo>
                  <a:pt x="6935" y="12945"/>
                </a:lnTo>
                <a:lnTo>
                  <a:pt x="7446" y="13042"/>
                </a:lnTo>
                <a:lnTo>
                  <a:pt x="7763" y="13067"/>
                </a:lnTo>
                <a:lnTo>
                  <a:pt x="8079" y="13091"/>
                </a:lnTo>
                <a:lnTo>
                  <a:pt x="8420" y="13091"/>
                </a:lnTo>
                <a:lnTo>
                  <a:pt x="8760" y="13067"/>
                </a:lnTo>
                <a:lnTo>
                  <a:pt x="9101" y="13042"/>
                </a:lnTo>
                <a:lnTo>
                  <a:pt x="9442" y="12969"/>
                </a:lnTo>
                <a:lnTo>
                  <a:pt x="9758" y="12896"/>
                </a:lnTo>
                <a:lnTo>
                  <a:pt x="10099" y="12799"/>
                </a:lnTo>
                <a:lnTo>
                  <a:pt x="10415" y="12702"/>
                </a:lnTo>
                <a:lnTo>
                  <a:pt x="10731" y="12556"/>
                </a:lnTo>
                <a:lnTo>
                  <a:pt x="11023" y="12410"/>
                </a:lnTo>
                <a:lnTo>
                  <a:pt x="11315" y="12239"/>
                </a:lnTo>
                <a:lnTo>
                  <a:pt x="11583" y="12045"/>
                </a:lnTo>
                <a:lnTo>
                  <a:pt x="11826" y="11826"/>
                </a:lnTo>
                <a:lnTo>
                  <a:pt x="12045" y="11582"/>
                </a:lnTo>
                <a:lnTo>
                  <a:pt x="12264" y="11339"/>
                </a:lnTo>
                <a:lnTo>
                  <a:pt x="12313" y="11217"/>
                </a:lnTo>
                <a:lnTo>
                  <a:pt x="12289" y="11120"/>
                </a:lnTo>
                <a:lnTo>
                  <a:pt x="12240" y="11047"/>
                </a:lnTo>
                <a:lnTo>
                  <a:pt x="12167" y="10974"/>
                </a:lnTo>
                <a:lnTo>
                  <a:pt x="12070" y="10950"/>
                </a:lnTo>
                <a:lnTo>
                  <a:pt x="11972" y="10925"/>
                </a:lnTo>
                <a:close/>
                <a:moveTo>
                  <a:pt x="8493" y="682"/>
                </a:moveTo>
                <a:lnTo>
                  <a:pt x="8663" y="706"/>
                </a:lnTo>
                <a:lnTo>
                  <a:pt x="9101" y="755"/>
                </a:lnTo>
                <a:lnTo>
                  <a:pt x="9539" y="803"/>
                </a:lnTo>
                <a:lnTo>
                  <a:pt x="10001" y="901"/>
                </a:lnTo>
                <a:lnTo>
                  <a:pt x="10439" y="1022"/>
                </a:lnTo>
                <a:lnTo>
                  <a:pt x="10780" y="1120"/>
                </a:lnTo>
                <a:lnTo>
                  <a:pt x="11121" y="1241"/>
                </a:lnTo>
                <a:lnTo>
                  <a:pt x="11437" y="1411"/>
                </a:lnTo>
                <a:lnTo>
                  <a:pt x="11753" y="1557"/>
                </a:lnTo>
                <a:lnTo>
                  <a:pt x="11753" y="1582"/>
                </a:lnTo>
                <a:lnTo>
                  <a:pt x="11729" y="1655"/>
                </a:lnTo>
                <a:lnTo>
                  <a:pt x="11729" y="1752"/>
                </a:lnTo>
                <a:lnTo>
                  <a:pt x="11753" y="1801"/>
                </a:lnTo>
                <a:lnTo>
                  <a:pt x="11826" y="1825"/>
                </a:lnTo>
                <a:lnTo>
                  <a:pt x="11899" y="1825"/>
                </a:lnTo>
                <a:lnTo>
                  <a:pt x="11948" y="1776"/>
                </a:lnTo>
                <a:lnTo>
                  <a:pt x="11972" y="1752"/>
                </a:lnTo>
                <a:lnTo>
                  <a:pt x="11997" y="1752"/>
                </a:lnTo>
                <a:lnTo>
                  <a:pt x="11997" y="1728"/>
                </a:lnTo>
                <a:lnTo>
                  <a:pt x="12021" y="1728"/>
                </a:lnTo>
                <a:lnTo>
                  <a:pt x="12143" y="1801"/>
                </a:lnTo>
                <a:lnTo>
                  <a:pt x="12094" y="1874"/>
                </a:lnTo>
                <a:lnTo>
                  <a:pt x="12094" y="1947"/>
                </a:lnTo>
                <a:lnTo>
                  <a:pt x="12094" y="1995"/>
                </a:lnTo>
                <a:lnTo>
                  <a:pt x="12143" y="2020"/>
                </a:lnTo>
                <a:lnTo>
                  <a:pt x="12167" y="2044"/>
                </a:lnTo>
                <a:lnTo>
                  <a:pt x="12216" y="2020"/>
                </a:lnTo>
                <a:lnTo>
                  <a:pt x="12240" y="1995"/>
                </a:lnTo>
                <a:lnTo>
                  <a:pt x="12313" y="1922"/>
                </a:lnTo>
                <a:lnTo>
                  <a:pt x="12337" y="1922"/>
                </a:lnTo>
                <a:lnTo>
                  <a:pt x="12532" y="2068"/>
                </a:lnTo>
                <a:lnTo>
                  <a:pt x="12483" y="2190"/>
                </a:lnTo>
                <a:lnTo>
                  <a:pt x="12483" y="2239"/>
                </a:lnTo>
                <a:lnTo>
                  <a:pt x="12508" y="2336"/>
                </a:lnTo>
                <a:lnTo>
                  <a:pt x="12532" y="2385"/>
                </a:lnTo>
                <a:lnTo>
                  <a:pt x="12556" y="2409"/>
                </a:lnTo>
                <a:lnTo>
                  <a:pt x="12581" y="2409"/>
                </a:lnTo>
                <a:lnTo>
                  <a:pt x="12629" y="2385"/>
                </a:lnTo>
                <a:lnTo>
                  <a:pt x="12678" y="2360"/>
                </a:lnTo>
                <a:lnTo>
                  <a:pt x="12751" y="2287"/>
                </a:lnTo>
                <a:lnTo>
                  <a:pt x="12775" y="2239"/>
                </a:lnTo>
                <a:lnTo>
                  <a:pt x="12970" y="2409"/>
                </a:lnTo>
                <a:lnTo>
                  <a:pt x="12873" y="2531"/>
                </a:lnTo>
                <a:lnTo>
                  <a:pt x="12848" y="2604"/>
                </a:lnTo>
                <a:lnTo>
                  <a:pt x="12824" y="2677"/>
                </a:lnTo>
                <a:lnTo>
                  <a:pt x="12824" y="2725"/>
                </a:lnTo>
                <a:lnTo>
                  <a:pt x="12873" y="2750"/>
                </a:lnTo>
                <a:lnTo>
                  <a:pt x="12921" y="2774"/>
                </a:lnTo>
                <a:lnTo>
                  <a:pt x="12946" y="2774"/>
                </a:lnTo>
                <a:lnTo>
                  <a:pt x="13067" y="2701"/>
                </a:lnTo>
                <a:lnTo>
                  <a:pt x="13189" y="2604"/>
                </a:lnTo>
                <a:lnTo>
                  <a:pt x="13311" y="2725"/>
                </a:lnTo>
                <a:lnTo>
                  <a:pt x="13384" y="2823"/>
                </a:lnTo>
                <a:lnTo>
                  <a:pt x="13262" y="3017"/>
                </a:lnTo>
                <a:lnTo>
                  <a:pt x="13213" y="3066"/>
                </a:lnTo>
                <a:lnTo>
                  <a:pt x="13189" y="3163"/>
                </a:lnTo>
                <a:lnTo>
                  <a:pt x="13165" y="3236"/>
                </a:lnTo>
                <a:lnTo>
                  <a:pt x="13189" y="3285"/>
                </a:lnTo>
                <a:lnTo>
                  <a:pt x="13238" y="3309"/>
                </a:lnTo>
                <a:lnTo>
                  <a:pt x="13335" y="3285"/>
                </a:lnTo>
                <a:lnTo>
                  <a:pt x="13408" y="3236"/>
                </a:lnTo>
                <a:lnTo>
                  <a:pt x="13554" y="3115"/>
                </a:lnTo>
                <a:lnTo>
                  <a:pt x="13578" y="3042"/>
                </a:lnTo>
                <a:lnTo>
                  <a:pt x="13773" y="3309"/>
                </a:lnTo>
                <a:lnTo>
                  <a:pt x="13676" y="3407"/>
                </a:lnTo>
                <a:lnTo>
                  <a:pt x="13554" y="3504"/>
                </a:lnTo>
                <a:lnTo>
                  <a:pt x="13505" y="3577"/>
                </a:lnTo>
                <a:lnTo>
                  <a:pt x="13481" y="3650"/>
                </a:lnTo>
                <a:lnTo>
                  <a:pt x="13481" y="3699"/>
                </a:lnTo>
                <a:lnTo>
                  <a:pt x="13505" y="3723"/>
                </a:lnTo>
                <a:lnTo>
                  <a:pt x="13603" y="3747"/>
                </a:lnTo>
                <a:lnTo>
                  <a:pt x="13700" y="3723"/>
                </a:lnTo>
                <a:lnTo>
                  <a:pt x="13773" y="3674"/>
                </a:lnTo>
                <a:lnTo>
                  <a:pt x="13870" y="3626"/>
                </a:lnTo>
                <a:lnTo>
                  <a:pt x="13968" y="3577"/>
                </a:lnTo>
                <a:lnTo>
                  <a:pt x="14162" y="3918"/>
                </a:lnTo>
                <a:lnTo>
                  <a:pt x="14065" y="3991"/>
                </a:lnTo>
                <a:lnTo>
                  <a:pt x="13870" y="4161"/>
                </a:lnTo>
                <a:lnTo>
                  <a:pt x="13773" y="4234"/>
                </a:lnTo>
                <a:lnTo>
                  <a:pt x="13700" y="4331"/>
                </a:lnTo>
                <a:lnTo>
                  <a:pt x="13700" y="4356"/>
                </a:lnTo>
                <a:lnTo>
                  <a:pt x="13724" y="4380"/>
                </a:lnTo>
                <a:lnTo>
                  <a:pt x="13846" y="4380"/>
                </a:lnTo>
                <a:lnTo>
                  <a:pt x="13943" y="4356"/>
                </a:lnTo>
                <a:lnTo>
                  <a:pt x="14065" y="4307"/>
                </a:lnTo>
                <a:lnTo>
                  <a:pt x="14162" y="4234"/>
                </a:lnTo>
                <a:lnTo>
                  <a:pt x="14284" y="4161"/>
                </a:lnTo>
                <a:lnTo>
                  <a:pt x="14503" y="4696"/>
                </a:lnTo>
                <a:lnTo>
                  <a:pt x="14332" y="4769"/>
                </a:lnTo>
                <a:lnTo>
                  <a:pt x="14211" y="4842"/>
                </a:lnTo>
                <a:lnTo>
                  <a:pt x="14065" y="4940"/>
                </a:lnTo>
                <a:lnTo>
                  <a:pt x="13968" y="5061"/>
                </a:lnTo>
                <a:lnTo>
                  <a:pt x="13919" y="5134"/>
                </a:lnTo>
                <a:lnTo>
                  <a:pt x="13895" y="5207"/>
                </a:lnTo>
                <a:lnTo>
                  <a:pt x="13895" y="5256"/>
                </a:lnTo>
                <a:lnTo>
                  <a:pt x="13919" y="5280"/>
                </a:lnTo>
                <a:lnTo>
                  <a:pt x="13968" y="5305"/>
                </a:lnTo>
                <a:lnTo>
                  <a:pt x="14016" y="5305"/>
                </a:lnTo>
                <a:lnTo>
                  <a:pt x="14114" y="5256"/>
                </a:lnTo>
                <a:lnTo>
                  <a:pt x="14235" y="5183"/>
                </a:lnTo>
                <a:lnTo>
                  <a:pt x="14551" y="5037"/>
                </a:lnTo>
                <a:lnTo>
                  <a:pt x="14600" y="5013"/>
                </a:lnTo>
                <a:lnTo>
                  <a:pt x="14770" y="5524"/>
                </a:lnTo>
                <a:lnTo>
                  <a:pt x="14430" y="5670"/>
                </a:lnTo>
                <a:lnTo>
                  <a:pt x="14162" y="5791"/>
                </a:lnTo>
                <a:lnTo>
                  <a:pt x="13919" y="5937"/>
                </a:lnTo>
                <a:lnTo>
                  <a:pt x="13919" y="5986"/>
                </a:lnTo>
                <a:lnTo>
                  <a:pt x="13943" y="6010"/>
                </a:lnTo>
                <a:lnTo>
                  <a:pt x="14089" y="6035"/>
                </a:lnTo>
                <a:lnTo>
                  <a:pt x="14235" y="6059"/>
                </a:lnTo>
                <a:lnTo>
                  <a:pt x="14381" y="6035"/>
                </a:lnTo>
                <a:lnTo>
                  <a:pt x="14527" y="6010"/>
                </a:lnTo>
                <a:lnTo>
                  <a:pt x="14843" y="5889"/>
                </a:lnTo>
                <a:lnTo>
                  <a:pt x="14965" y="6424"/>
                </a:lnTo>
                <a:lnTo>
                  <a:pt x="14795" y="6497"/>
                </a:lnTo>
                <a:lnTo>
                  <a:pt x="14405" y="6619"/>
                </a:lnTo>
                <a:lnTo>
                  <a:pt x="14041" y="6740"/>
                </a:lnTo>
                <a:lnTo>
                  <a:pt x="13992" y="6789"/>
                </a:lnTo>
                <a:lnTo>
                  <a:pt x="13992" y="6813"/>
                </a:lnTo>
                <a:lnTo>
                  <a:pt x="13992" y="6862"/>
                </a:lnTo>
                <a:lnTo>
                  <a:pt x="14041" y="6886"/>
                </a:lnTo>
                <a:lnTo>
                  <a:pt x="14235" y="6886"/>
                </a:lnTo>
                <a:lnTo>
                  <a:pt x="14430" y="6862"/>
                </a:lnTo>
                <a:lnTo>
                  <a:pt x="14795" y="6813"/>
                </a:lnTo>
                <a:lnTo>
                  <a:pt x="15038" y="6740"/>
                </a:lnTo>
                <a:lnTo>
                  <a:pt x="15111" y="7178"/>
                </a:lnTo>
                <a:lnTo>
                  <a:pt x="14843" y="7227"/>
                </a:lnTo>
                <a:lnTo>
                  <a:pt x="14430" y="7349"/>
                </a:lnTo>
                <a:lnTo>
                  <a:pt x="14235" y="7422"/>
                </a:lnTo>
                <a:lnTo>
                  <a:pt x="14065" y="7543"/>
                </a:lnTo>
                <a:lnTo>
                  <a:pt x="14041" y="7592"/>
                </a:lnTo>
                <a:lnTo>
                  <a:pt x="14041" y="7665"/>
                </a:lnTo>
                <a:lnTo>
                  <a:pt x="14089" y="7714"/>
                </a:lnTo>
                <a:lnTo>
                  <a:pt x="14138" y="7738"/>
                </a:lnTo>
                <a:lnTo>
                  <a:pt x="14357" y="7714"/>
                </a:lnTo>
                <a:lnTo>
                  <a:pt x="14551" y="7665"/>
                </a:lnTo>
                <a:lnTo>
                  <a:pt x="14941" y="7568"/>
                </a:lnTo>
                <a:lnTo>
                  <a:pt x="15135" y="7519"/>
                </a:lnTo>
                <a:lnTo>
                  <a:pt x="15184" y="7981"/>
                </a:lnTo>
                <a:lnTo>
                  <a:pt x="14868" y="8030"/>
                </a:lnTo>
                <a:lnTo>
                  <a:pt x="14624" y="8054"/>
                </a:lnTo>
                <a:lnTo>
                  <a:pt x="14381" y="8079"/>
                </a:lnTo>
                <a:lnTo>
                  <a:pt x="14235" y="8103"/>
                </a:lnTo>
                <a:lnTo>
                  <a:pt x="14138" y="8152"/>
                </a:lnTo>
                <a:lnTo>
                  <a:pt x="14016" y="8200"/>
                </a:lnTo>
                <a:lnTo>
                  <a:pt x="13943" y="8298"/>
                </a:lnTo>
                <a:lnTo>
                  <a:pt x="13919" y="8322"/>
                </a:lnTo>
                <a:lnTo>
                  <a:pt x="13919" y="8346"/>
                </a:lnTo>
                <a:lnTo>
                  <a:pt x="13943" y="8395"/>
                </a:lnTo>
                <a:lnTo>
                  <a:pt x="13968" y="8395"/>
                </a:lnTo>
                <a:lnTo>
                  <a:pt x="14089" y="8419"/>
                </a:lnTo>
                <a:lnTo>
                  <a:pt x="14211" y="8444"/>
                </a:lnTo>
                <a:lnTo>
                  <a:pt x="14478" y="8444"/>
                </a:lnTo>
                <a:lnTo>
                  <a:pt x="14989" y="8395"/>
                </a:lnTo>
                <a:lnTo>
                  <a:pt x="15208" y="8395"/>
                </a:lnTo>
                <a:lnTo>
                  <a:pt x="15208" y="8857"/>
                </a:lnTo>
                <a:lnTo>
                  <a:pt x="14722" y="8882"/>
                </a:lnTo>
                <a:lnTo>
                  <a:pt x="14503" y="8882"/>
                </a:lnTo>
                <a:lnTo>
                  <a:pt x="14284" y="8906"/>
                </a:lnTo>
                <a:lnTo>
                  <a:pt x="14065" y="8955"/>
                </a:lnTo>
                <a:lnTo>
                  <a:pt x="13968" y="8979"/>
                </a:lnTo>
                <a:lnTo>
                  <a:pt x="13870" y="9028"/>
                </a:lnTo>
                <a:lnTo>
                  <a:pt x="13870" y="9052"/>
                </a:lnTo>
                <a:lnTo>
                  <a:pt x="13870" y="9076"/>
                </a:lnTo>
                <a:lnTo>
                  <a:pt x="13968" y="9125"/>
                </a:lnTo>
                <a:lnTo>
                  <a:pt x="14065" y="9174"/>
                </a:lnTo>
                <a:lnTo>
                  <a:pt x="14284" y="9222"/>
                </a:lnTo>
                <a:lnTo>
                  <a:pt x="14722" y="9222"/>
                </a:lnTo>
                <a:lnTo>
                  <a:pt x="14941" y="9247"/>
                </a:lnTo>
                <a:lnTo>
                  <a:pt x="15184" y="9247"/>
                </a:lnTo>
                <a:lnTo>
                  <a:pt x="15160" y="9465"/>
                </a:lnTo>
                <a:lnTo>
                  <a:pt x="14965" y="9514"/>
                </a:lnTo>
                <a:lnTo>
                  <a:pt x="14722" y="9563"/>
                </a:lnTo>
                <a:lnTo>
                  <a:pt x="14503" y="9660"/>
                </a:lnTo>
                <a:lnTo>
                  <a:pt x="14260" y="9757"/>
                </a:lnTo>
                <a:lnTo>
                  <a:pt x="14041" y="9879"/>
                </a:lnTo>
                <a:lnTo>
                  <a:pt x="14016" y="9903"/>
                </a:lnTo>
                <a:lnTo>
                  <a:pt x="14016" y="9952"/>
                </a:lnTo>
                <a:lnTo>
                  <a:pt x="14041" y="9976"/>
                </a:lnTo>
                <a:lnTo>
                  <a:pt x="14089" y="9976"/>
                </a:lnTo>
                <a:lnTo>
                  <a:pt x="14308" y="10001"/>
                </a:lnTo>
                <a:lnTo>
                  <a:pt x="14527" y="9976"/>
                </a:lnTo>
                <a:lnTo>
                  <a:pt x="14965" y="9903"/>
                </a:lnTo>
                <a:lnTo>
                  <a:pt x="15087" y="9879"/>
                </a:lnTo>
                <a:lnTo>
                  <a:pt x="14989" y="10390"/>
                </a:lnTo>
                <a:lnTo>
                  <a:pt x="14527" y="10463"/>
                </a:lnTo>
                <a:lnTo>
                  <a:pt x="14357" y="10487"/>
                </a:lnTo>
                <a:lnTo>
                  <a:pt x="14162" y="10512"/>
                </a:lnTo>
                <a:lnTo>
                  <a:pt x="13992" y="10560"/>
                </a:lnTo>
                <a:lnTo>
                  <a:pt x="13919" y="10609"/>
                </a:lnTo>
                <a:lnTo>
                  <a:pt x="13870" y="10682"/>
                </a:lnTo>
                <a:lnTo>
                  <a:pt x="13846" y="10731"/>
                </a:lnTo>
                <a:lnTo>
                  <a:pt x="13846" y="10804"/>
                </a:lnTo>
                <a:lnTo>
                  <a:pt x="13870" y="10852"/>
                </a:lnTo>
                <a:lnTo>
                  <a:pt x="13919" y="10901"/>
                </a:lnTo>
                <a:lnTo>
                  <a:pt x="13992" y="10925"/>
                </a:lnTo>
                <a:lnTo>
                  <a:pt x="14065" y="10950"/>
                </a:lnTo>
                <a:lnTo>
                  <a:pt x="14235" y="10950"/>
                </a:lnTo>
                <a:lnTo>
                  <a:pt x="14600" y="10901"/>
                </a:lnTo>
                <a:lnTo>
                  <a:pt x="14819" y="10877"/>
                </a:lnTo>
                <a:lnTo>
                  <a:pt x="14819" y="10877"/>
                </a:lnTo>
                <a:lnTo>
                  <a:pt x="14624" y="11339"/>
                </a:lnTo>
                <a:lnTo>
                  <a:pt x="14478" y="11339"/>
                </a:lnTo>
                <a:lnTo>
                  <a:pt x="14308" y="11315"/>
                </a:lnTo>
                <a:lnTo>
                  <a:pt x="14114" y="11339"/>
                </a:lnTo>
                <a:lnTo>
                  <a:pt x="13919" y="11363"/>
                </a:lnTo>
                <a:lnTo>
                  <a:pt x="13749" y="11436"/>
                </a:lnTo>
                <a:lnTo>
                  <a:pt x="13724" y="11461"/>
                </a:lnTo>
                <a:lnTo>
                  <a:pt x="13749" y="11485"/>
                </a:lnTo>
                <a:lnTo>
                  <a:pt x="13919" y="11558"/>
                </a:lnTo>
                <a:lnTo>
                  <a:pt x="14089" y="11607"/>
                </a:lnTo>
                <a:lnTo>
                  <a:pt x="14430" y="11655"/>
                </a:lnTo>
                <a:lnTo>
                  <a:pt x="14454" y="11655"/>
                </a:lnTo>
                <a:lnTo>
                  <a:pt x="14211" y="12069"/>
                </a:lnTo>
                <a:lnTo>
                  <a:pt x="13968" y="12069"/>
                </a:lnTo>
                <a:lnTo>
                  <a:pt x="13724" y="12093"/>
                </a:lnTo>
                <a:lnTo>
                  <a:pt x="13603" y="12069"/>
                </a:lnTo>
                <a:lnTo>
                  <a:pt x="13481" y="12045"/>
                </a:lnTo>
                <a:lnTo>
                  <a:pt x="13335" y="12020"/>
                </a:lnTo>
                <a:lnTo>
                  <a:pt x="13213" y="12020"/>
                </a:lnTo>
                <a:lnTo>
                  <a:pt x="13189" y="12045"/>
                </a:lnTo>
                <a:lnTo>
                  <a:pt x="13189" y="12069"/>
                </a:lnTo>
                <a:lnTo>
                  <a:pt x="13189" y="12166"/>
                </a:lnTo>
                <a:lnTo>
                  <a:pt x="13238" y="12239"/>
                </a:lnTo>
                <a:lnTo>
                  <a:pt x="13311" y="12312"/>
                </a:lnTo>
                <a:lnTo>
                  <a:pt x="13408" y="12361"/>
                </a:lnTo>
                <a:lnTo>
                  <a:pt x="13530" y="12385"/>
                </a:lnTo>
                <a:lnTo>
                  <a:pt x="13651" y="12410"/>
                </a:lnTo>
                <a:lnTo>
                  <a:pt x="13943" y="12434"/>
                </a:lnTo>
                <a:lnTo>
                  <a:pt x="13603" y="12823"/>
                </a:lnTo>
                <a:lnTo>
                  <a:pt x="13067" y="12726"/>
                </a:lnTo>
                <a:lnTo>
                  <a:pt x="12848" y="12677"/>
                </a:lnTo>
                <a:lnTo>
                  <a:pt x="12727" y="12677"/>
                </a:lnTo>
                <a:lnTo>
                  <a:pt x="12629" y="12702"/>
                </a:lnTo>
                <a:lnTo>
                  <a:pt x="12605" y="12726"/>
                </a:lnTo>
                <a:lnTo>
                  <a:pt x="12605" y="12775"/>
                </a:lnTo>
                <a:lnTo>
                  <a:pt x="12629" y="12848"/>
                </a:lnTo>
                <a:lnTo>
                  <a:pt x="12678" y="12921"/>
                </a:lnTo>
                <a:lnTo>
                  <a:pt x="12751" y="12969"/>
                </a:lnTo>
                <a:lnTo>
                  <a:pt x="12824" y="13018"/>
                </a:lnTo>
                <a:lnTo>
                  <a:pt x="13043" y="13115"/>
                </a:lnTo>
                <a:lnTo>
                  <a:pt x="13262" y="13164"/>
                </a:lnTo>
                <a:lnTo>
                  <a:pt x="13116" y="13286"/>
                </a:lnTo>
                <a:lnTo>
                  <a:pt x="13067" y="13286"/>
                </a:lnTo>
                <a:lnTo>
                  <a:pt x="12605" y="13261"/>
                </a:lnTo>
                <a:lnTo>
                  <a:pt x="12362" y="13213"/>
                </a:lnTo>
                <a:lnTo>
                  <a:pt x="12240" y="13188"/>
                </a:lnTo>
                <a:lnTo>
                  <a:pt x="12094" y="13188"/>
                </a:lnTo>
                <a:lnTo>
                  <a:pt x="12021" y="13213"/>
                </a:lnTo>
                <a:lnTo>
                  <a:pt x="11997" y="13261"/>
                </a:lnTo>
                <a:lnTo>
                  <a:pt x="11972" y="13334"/>
                </a:lnTo>
                <a:lnTo>
                  <a:pt x="12021" y="13383"/>
                </a:lnTo>
                <a:lnTo>
                  <a:pt x="12143" y="13505"/>
                </a:lnTo>
                <a:lnTo>
                  <a:pt x="12289" y="13578"/>
                </a:lnTo>
                <a:lnTo>
                  <a:pt x="12483" y="13626"/>
                </a:lnTo>
                <a:lnTo>
                  <a:pt x="12654" y="13651"/>
                </a:lnTo>
                <a:lnTo>
                  <a:pt x="12240" y="13943"/>
                </a:lnTo>
                <a:lnTo>
                  <a:pt x="12143" y="13918"/>
                </a:lnTo>
                <a:lnTo>
                  <a:pt x="11680" y="13821"/>
                </a:lnTo>
                <a:lnTo>
                  <a:pt x="11461" y="13772"/>
                </a:lnTo>
                <a:lnTo>
                  <a:pt x="11267" y="13724"/>
                </a:lnTo>
                <a:lnTo>
                  <a:pt x="11218" y="13748"/>
                </a:lnTo>
                <a:lnTo>
                  <a:pt x="11218" y="13821"/>
                </a:lnTo>
                <a:lnTo>
                  <a:pt x="11242" y="13894"/>
                </a:lnTo>
                <a:lnTo>
                  <a:pt x="11315" y="13967"/>
                </a:lnTo>
                <a:lnTo>
                  <a:pt x="11437" y="14064"/>
                </a:lnTo>
                <a:lnTo>
                  <a:pt x="11607" y="14137"/>
                </a:lnTo>
                <a:lnTo>
                  <a:pt x="11802" y="14210"/>
                </a:lnTo>
                <a:lnTo>
                  <a:pt x="11437" y="14381"/>
                </a:lnTo>
                <a:lnTo>
                  <a:pt x="11388" y="14332"/>
                </a:lnTo>
                <a:lnTo>
                  <a:pt x="11315" y="14308"/>
                </a:lnTo>
                <a:lnTo>
                  <a:pt x="11194" y="14259"/>
                </a:lnTo>
                <a:lnTo>
                  <a:pt x="10902" y="14235"/>
                </a:lnTo>
                <a:lnTo>
                  <a:pt x="10634" y="14210"/>
                </a:lnTo>
                <a:lnTo>
                  <a:pt x="10512" y="14210"/>
                </a:lnTo>
                <a:lnTo>
                  <a:pt x="10391" y="14235"/>
                </a:lnTo>
                <a:lnTo>
                  <a:pt x="10366" y="14235"/>
                </a:lnTo>
                <a:lnTo>
                  <a:pt x="10366" y="14283"/>
                </a:lnTo>
                <a:lnTo>
                  <a:pt x="10366" y="14332"/>
                </a:lnTo>
                <a:lnTo>
                  <a:pt x="10391" y="14381"/>
                </a:lnTo>
                <a:lnTo>
                  <a:pt x="10488" y="14478"/>
                </a:lnTo>
                <a:lnTo>
                  <a:pt x="10610" y="14551"/>
                </a:lnTo>
                <a:lnTo>
                  <a:pt x="10731" y="14575"/>
                </a:lnTo>
                <a:lnTo>
                  <a:pt x="10877" y="14624"/>
                </a:lnTo>
                <a:lnTo>
                  <a:pt x="10512" y="14746"/>
                </a:lnTo>
                <a:lnTo>
                  <a:pt x="10318" y="14673"/>
                </a:lnTo>
                <a:lnTo>
                  <a:pt x="10123" y="14624"/>
                </a:lnTo>
                <a:lnTo>
                  <a:pt x="9904" y="14600"/>
                </a:lnTo>
                <a:lnTo>
                  <a:pt x="9807" y="14600"/>
                </a:lnTo>
                <a:lnTo>
                  <a:pt x="9709" y="14648"/>
                </a:lnTo>
                <a:lnTo>
                  <a:pt x="9661" y="14673"/>
                </a:lnTo>
                <a:lnTo>
                  <a:pt x="9685" y="14721"/>
                </a:lnTo>
                <a:lnTo>
                  <a:pt x="9734" y="14794"/>
                </a:lnTo>
                <a:lnTo>
                  <a:pt x="9807" y="14843"/>
                </a:lnTo>
                <a:lnTo>
                  <a:pt x="9928" y="14916"/>
                </a:lnTo>
                <a:lnTo>
                  <a:pt x="9612" y="14989"/>
                </a:lnTo>
                <a:lnTo>
                  <a:pt x="9588" y="14940"/>
                </a:lnTo>
                <a:lnTo>
                  <a:pt x="9539" y="14916"/>
                </a:lnTo>
                <a:lnTo>
                  <a:pt x="9417" y="14867"/>
                </a:lnTo>
                <a:lnTo>
                  <a:pt x="9223" y="14843"/>
                </a:lnTo>
                <a:lnTo>
                  <a:pt x="9150" y="14843"/>
                </a:lnTo>
                <a:lnTo>
                  <a:pt x="9052" y="14867"/>
                </a:lnTo>
                <a:lnTo>
                  <a:pt x="9004" y="14916"/>
                </a:lnTo>
                <a:lnTo>
                  <a:pt x="8979" y="14965"/>
                </a:lnTo>
                <a:lnTo>
                  <a:pt x="8979" y="15013"/>
                </a:lnTo>
                <a:lnTo>
                  <a:pt x="9004" y="15062"/>
                </a:lnTo>
                <a:lnTo>
                  <a:pt x="9004" y="15086"/>
                </a:lnTo>
                <a:lnTo>
                  <a:pt x="8663" y="15135"/>
                </a:lnTo>
                <a:lnTo>
                  <a:pt x="8298" y="15159"/>
                </a:lnTo>
                <a:lnTo>
                  <a:pt x="7227" y="15159"/>
                </a:lnTo>
                <a:lnTo>
                  <a:pt x="6862" y="15111"/>
                </a:lnTo>
                <a:lnTo>
                  <a:pt x="6497" y="15062"/>
                </a:lnTo>
                <a:lnTo>
                  <a:pt x="6157" y="14989"/>
                </a:lnTo>
                <a:lnTo>
                  <a:pt x="5816" y="14916"/>
                </a:lnTo>
                <a:lnTo>
                  <a:pt x="5451" y="14819"/>
                </a:lnTo>
                <a:lnTo>
                  <a:pt x="5135" y="14697"/>
                </a:lnTo>
                <a:lnTo>
                  <a:pt x="4794" y="14575"/>
                </a:lnTo>
                <a:lnTo>
                  <a:pt x="4478" y="14405"/>
                </a:lnTo>
                <a:lnTo>
                  <a:pt x="4162" y="14259"/>
                </a:lnTo>
                <a:lnTo>
                  <a:pt x="3845" y="14064"/>
                </a:lnTo>
                <a:lnTo>
                  <a:pt x="3553" y="13870"/>
                </a:lnTo>
                <a:lnTo>
                  <a:pt x="3286" y="13675"/>
                </a:lnTo>
                <a:lnTo>
                  <a:pt x="3018" y="13456"/>
                </a:lnTo>
                <a:lnTo>
                  <a:pt x="2775" y="13237"/>
                </a:lnTo>
                <a:lnTo>
                  <a:pt x="2531" y="12994"/>
                </a:lnTo>
                <a:lnTo>
                  <a:pt x="2312" y="12775"/>
                </a:lnTo>
                <a:lnTo>
                  <a:pt x="2118" y="12507"/>
                </a:lnTo>
                <a:lnTo>
                  <a:pt x="1899" y="12239"/>
                </a:lnTo>
                <a:lnTo>
                  <a:pt x="1728" y="11972"/>
                </a:lnTo>
                <a:lnTo>
                  <a:pt x="1558" y="11704"/>
                </a:lnTo>
                <a:lnTo>
                  <a:pt x="1412" y="11412"/>
                </a:lnTo>
                <a:lnTo>
                  <a:pt x="1266" y="11120"/>
                </a:lnTo>
                <a:lnTo>
                  <a:pt x="1144" y="10828"/>
                </a:lnTo>
                <a:lnTo>
                  <a:pt x="1047" y="10512"/>
                </a:lnTo>
                <a:lnTo>
                  <a:pt x="950" y="10195"/>
                </a:lnTo>
                <a:lnTo>
                  <a:pt x="877" y="9879"/>
                </a:lnTo>
                <a:lnTo>
                  <a:pt x="828" y="9538"/>
                </a:lnTo>
                <a:lnTo>
                  <a:pt x="779" y="9003"/>
                </a:lnTo>
                <a:lnTo>
                  <a:pt x="755" y="8468"/>
                </a:lnTo>
                <a:lnTo>
                  <a:pt x="755" y="7933"/>
                </a:lnTo>
                <a:lnTo>
                  <a:pt x="779" y="7397"/>
                </a:lnTo>
                <a:lnTo>
                  <a:pt x="852" y="6862"/>
                </a:lnTo>
                <a:lnTo>
                  <a:pt x="950" y="6351"/>
                </a:lnTo>
                <a:lnTo>
                  <a:pt x="1096" y="5840"/>
                </a:lnTo>
                <a:lnTo>
                  <a:pt x="1266" y="5353"/>
                </a:lnTo>
                <a:lnTo>
                  <a:pt x="1388" y="5061"/>
                </a:lnTo>
                <a:lnTo>
                  <a:pt x="1558" y="4745"/>
                </a:lnTo>
                <a:lnTo>
                  <a:pt x="1753" y="4404"/>
                </a:lnTo>
                <a:lnTo>
                  <a:pt x="1996" y="4064"/>
                </a:lnTo>
                <a:lnTo>
                  <a:pt x="2264" y="3699"/>
                </a:lnTo>
                <a:lnTo>
                  <a:pt x="2556" y="3334"/>
                </a:lnTo>
                <a:lnTo>
                  <a:pt x="2896" y="2944"/>
                </a:lnTo>
                <a:lnTo>
                  <a:pt x="3261" y="2604"/>
                </a:lnTo>
                <a:lnTo>
                  <a:pt x="3651" y="2263"/>
                </a:lnTo>
                <a:lnTo>
                  <a:pt x="4089" y="1922"/>
                </a:lnTo>
                <a:lnTo>
                  <a:pt x="4527" y="1630"/>
                </a:lnTo>
                <a:lnTo>
                  <a:pt x="5013" y="1363"/>
                </a:lnTo>
                <a:lnTo>
                  <a:pt x="5524" y="1144"/>
                </a:lnTo>
                <a:lnTo>
                  <a:pt x="6035" y="974"/>
                </a:lnTo>
                <a:lnTo>
                  <a:pt x="6327" y="925"/>
                </a:lnTo>
                <a:lnTo>
                  <a:pt x="6595" y="876"/>
                </a:lnTo>
                <a:lnTo>
                  <a:pt x="6887" y="828"/>
                </a:lnTo>
                <a:lnTo>
                  <a:pt x="7179" y="803"/>
                </a:lnTo>
                <a:lnTo>
                  <a:pt x="7544" y="779"/>
                </a:lnTo>
                <a:lnTo>
                  <a:pt x="7933" y="730"/>
                </a:lnTo>
                <a:lnTo>
                  <a:pt x="8322" y="682"/>
                </a:lnTo>
                <a:close/>
                <a:moveTo>
                  <a:pt x="8152" y="0"/>
                </a:moveTo>
                <a:lnTo>
                  <a:pt x="7763" y="25"/>
                </a:lnTo>
                <a:lnTo>
                  <a:pt x="7373" y="73"/>
                </a:lnTo>
                <a:lnTo>
                  <a:pt x="7081" y="49"/>
                </a:lnTo>
                <a:lnTo>
                  <a:pt x="6789" y="49"/>
                </a:lnTo>
                <a:lnTo>
                  <a:pt x="6473" y="73"/>
                </a:lnTo>
                <a:lnTo>
                  <a:pt x="6157" y="146"/>
                </a:lnTo>
                <a:lnTo>
                  <a:pt x="5841" y="219"/>
                </a:lnTo>
                <a:lnTo>
                  <a:pt x="5549" y="317"/>
                </a:lnTo>
                <a:lnTo>
                  <a:pt x="5232" y="438"/>
                </a:lnTo>
                <a:lnTo>
                  <a:pt x="4916" y="560"/>
                </a:lnTo>
                <a:lnTo>
                  <a:pt x="4332" y="876"/>
                </a:lnTo>
                <a:lnTo>
                  <a:pt x="3748" y="1217"/>
                </a:lnTo>
                <a:lnTo>
                  <a:pt x="3237" y="1606"/>
                </a:lnTo>
                <a:lnTo>
                  <a:pt x="2775" y="1995"/>
                </a:lnTo>
                <a:lnTo>
                  <a:pt x="2507" y="2239"/>
                </a:lnTo>
                <a:lnTo>
                  <a:pt x="2264" y="2482"/>
                </a:lnTo>
                <a:lnTo>
                  <a:pt x="2045" y="2725"/>
                </a:lnTo>
                <a:lnTo>
                  <a:pt x="1826" y="2993"/>
                </a:lnTo>
                <a:lnTo>
                  <a:pt x="1631" y="3261"/>
                </a:lnTo>
                <a:lnTo>
                  <a:pt x="1461" y="3528"/>
                </a:lnTo>
                <a:lnTo>
                  <a:pt x="1120" y="4088"/>
                </a:lnTo>
                <a:lnTo>
                  <a:pt x="852" y="4696"/>
                </a:lnTo>
                <a:lnTo>
                  <a:pt x="609" y="5305"/>
                </a:lnTo>
                <a:lnTo>
                  <a:pt x="414" y="5962"/>
                </a:lnTo>
                <a:lnTo>
                  <a:pt x="220" y="6643"/>
                </a:lnTo>
                <a:lnTo>
                  <a:pt x="122" y="7008"/>
                </a:lnTo>
                <a:lnTo>
                  <a:pt x="74" y="7373"/>
                </a:lnTo>
                <a:lnTo>
                  <a:pt x="25" y="7738"/>
                </a:lnTo>
                <a:lnTo>
                  <a:pt x="1" y="8103"/>
                </a:lnTo>
                <a:lnTo>
                  <a:pt x="1" y="8468"/>
                </a:lnTo>
                <a:lnTo>
                  <a:pt x="25" y="8809"/>
                </a:lnTo>
                <a:lnTo>
                  <a:pt x="49" y="9174"/>
                </a:lnTo>
                <a:lnTo>
                  <a:pt x="98" y="9514"/>
                </a:lnTo>
                <a:lnTo>
                  <a:pt x="195" y="9879"/>
                </a:lnTo>
                <a:lnTo>
                  <a:pt x="268" y="10220"/>
                </a:lnTo>
                <a:lnTo>
                  <a:pt x="390" y="10560"/>
                </a:lnTo>
                <a:lnTo>
                  <a:pt x="512" y="10901"/>
                </a:lnTo>
                <a:lnTo>
                  <a:pt x="658" y="11242"/>
                </a:lnTo>
                <a:lnTo>
                  <a:pt x="804" y="11582"/>
                </a:lnTo>
                <a:lnTo>
                  <a:pt x="1169" y="12264"/>
                </a:lnTo>
                <a:lnTo>
                  <a:pt x="1388" y="12629"/>
                </a:lnTo>
                <a:lnTo>
                  <a:pt x="1631" y="12994"/>
                </a:lnTo>
                <a:lnTo>
                  <a:pt x="1899" y="13334"/>
                </a:lnTo>
                <a:lnTo>
                  <a:pt x="2166" y="13651"/>
                </a:lnTo>
                <a:lnTo>
                  <a:pt x="2434" y="13943"/>
                </a:lnTo>
                <a:lnTo>
                  <a:pt x="2750" y="14235"/>
                </a:lnTo>
                <a:lnTo>
                  <a:pt x="3042" y="14502"/>
                </a:lnTo>
                <a:lnTo>
                  <a:pt x="3383" y="14746"/>
                </a:lnTo>
                <a:lnTo>
                  <a:pt x="3699" y="14965"/>
                </a:lnTo>
                <a:lnTo>
                  <a:pt x="4064" y="15159"/>
                </a:lnTo>
                <a:lnTo>
                  <a:pt x="4429" y="15354"/>
                </a:lnTo>
                <a:lnTo>
                  <a:pt x="4794" y="15500"/>
                </a:lnTo>
                <a:lnTo>
                  <a:pt x="5184" y="15622"/>
                </a:lnTo>
                <a:lnTo>
                  <a:pt x="5597" y="15743"/>
                </a:lnTo>
                <a:lnTo>
                  <a:pt x="6011" y="15816"/>
                </a:lnTo>
                <a:lnTo>
                  <a:pt x="6424" y="15889"/>
                </a:lnTo>
                <a:lnTo>
                  <a:pt x="6862" y="15914"/>
                </a:lnTo>
                <a:lnTo>
                  <a:pt x="7300" y="15938"/>
                </a:lnTo>
                <a:lnTo>
                  <a:pt x="7738" y="15938"/>
                </a:lnTo>
                <a:lnTo>
                  <a:pt x="8152" y="15914"/>
                </a:lnTo>
                <a:lnTo>
                  <a:pt x="8590" y="15889"/>
                </a:lnTo>
                <a:lnTo>
                  <a:pt x="9004" y="15841"/>
                </a:lnTo>
                <a:lnTo>
                  <a:pt x="9442" y="15768"/>
                </a:lnTo>
                <a:lnTo>
                  <a:pt x="9855" y="15670"/>
                </a:lnTo>
                <a:lnTo>
                  <a:pt x="10245" y="15573"/>
                </a:lnTo>
                <a:lnTo>
                  <a:pt x="10658" y="15451"/>
                </a:lnTo>
                <a:lnTo>
                  <a:pt x="11048" y="15305"/>
                </a:lnTo>
                <a:lnTo>
                  <a:pt x="11461" y="15135"/>
                </a:lnTo>
                <a:lnTo>
                  <a:pt x="11826" y="14940"/>
                </a:lnTo>
                <a:lnTo>
                  <a:pt x="12216" y="14721"/>
                </a:lnTo>
                <a:lnTo>
                  <a:pt x="12581" y="14478"/>
                </a:lnTo>
                <a:lnTo>
                  <a:pt x="12921" y="14235"/>
                </a:lnTo>
                <a:lnTo>
                  <a:pt x="13286" y="13943"/>
                </a:lnTo>
                <a:lnTo>
                  <a:pt x="13603" y="13651"/>
                </a:lnTo>
                <a:lnTo>
                  <a:pt x="13895" y="13334"/>
                </a:lnTo>
                <a:lnTo>
                  <a:pt x="14187" y="13018"/>
                </a:lnTo>
                <a:lnTo>
                  <a:pt x="14454" y="12702"/>
                </a:lnTo>
                <a:lnTo>
                  <a:pt x="14697" y="12361"/>
                </a:lnTo>
                <a:lnTo>
                  <a:pt x="14916" y="11996"/>
                </a:lnTo>
                <a:lnTo>
                  <a:pt x="15111" y="11631"/>
                </a:lnTo>
                <a:lnTo>
                  <a:pt x="15135" y="11631"/>
                </a:lnTo>
                <a:lnTo>
                  <a:pt x="15160" y="11582"/>
                </a:lnTo>
                <a:lnTo>
                  <a:pt x="15160" y="11534"/>
                </a:lnTo>
                <a:lnTo>
                  <a:pt x="15330" y="11096"/>
                </a:lnTo>
                <a:lnTo>
                  <a:pt x="15500" y="10658"/>
                </a:lnTo>
                <a:lnTo>
                  <a:pt x="15622" y="10195"/>
                </a:lnTo>
                <a:lnTo>
                  <a:pt x="15719" y="9733"/>
                </a:lnTo>
                <a:lnTo>
                  <a:pt x="15744" y="9709"/>
                </a:lnTo>
                <a:lnTo>
                  <a:pt x="15768" y="9684"/>
                </a:lnTo>
                <a:lnTo>
                  <a:pt x="15792" y="9636"/>
                </a:lnTo>
                <a:lnTo>
                  <a:pt x="15768" y="9611"/>
                </a:lnTo>
                <a:lnTo>
                  <a:pt x="15744" y="9563"/>
                </a:lnTo>
                <a:lnTo>
                  <a:pt x="15792" y="9174"/>
                </a:lnTo>
                <a:lnTo>
                  <a:pt x="15841" y="8760"/>
                </a:lnTo>
                <a:lnTo>
                  <a:pt x="15841" y="8371"/>
                </a:lnTo>
                <a:lnTo>
                  <a:pt x="15817" y="7957"/>
                </a:lnTo>
                <a:lnTo>
                  <a:pt x="15744" y="7105"/>
                </a:lnTo>
                <a:lnTo>
                  <a:pt x="15671" y="6667"/>
                </a:lnTo>
                <a:lnTo>
                  <a:pt x="15598" y="6254"/>
                </a:lnTo>
                <a:lnTo>
                  <a:pt x="15525" y="5840"/>
                </a:lnTo>
                <a:lnTo>
                  <a:pt x="15403" y="5426"/>
                </a:lnTo>
                <a:lnTo>
                  <a:pt x="15281" y="5013"/>
                </a:lnTo>
                <a:lnTo>
                  <a:pt x="15160" y="4623"/>
                </a:lnTo>
                <a:lnTo>
                  <a:pt x="14989" y="4234"/>
                </a:lnTo>
                <a:lnTo>
                  <a:pt x="14819" y="3845"/>
                </a:lnTo>
                <a:lnTo>
                  <a:pt x="14624" y="3480"/>
                </a:lnTo>
                <a:lnTo>
                  <a:pt x="14405" y="3115"/>
                </a:lnTo>
                <a:lnTo>
                  <a:pt x="14162" y="2774"/>
                </a:lnTo>
                <a:lnTo>
                  <a:pt x="13895" y="2458"/>
                </a:lnTo>
                <a:lnTo>
                  <a:pt x="13603" y="2141"/>
                </a:lnTo>
                <a:lnTo>
                  <a:pt x="13286" y="1849"/>
                </a:lnTo>
                <a:lnTo>
                  <a:pt x="12970" y="1582"/>
                </a:lnTo>
                <a:lnTo>
                  <a:pt x="12654" y="1363"/>
                </a:lnTo>
                <a:lnTo>
                  <a:pt x="12313" y="1144"/>
                </a:lnTo>
                <a:lnTo>
                  <a:pt x="11948" y="949"/>
                </a:lnTo>
                <a:lnTo>
                  <a:pt x="11607" y="779"/>
                </a:lnTo>
                <a:lnTo>
                  <a:pt x="11218" y="609"/>
                </a:lnTo>
                <a:lnTo>
                  <a:pt x="10853" y="487"/>
                </a:lnTo>
                <a:lnTo>
                  <a:pt x="10464" y="365"/>
                </a:lnTo>
                <a:lnTo>
                  <a:pt x="10099" y="268"/>
                </a:lnTo>
                <a:lnTo>
                  <a:pt x="9709" y="171"/>
                </a:lnTo>
                <a:lnTo>
                  <a:pt x="9320" y="98"/>
                </a:lnTo>
                <a:lnTo>
                  <a:pt x="8931" y="49"/>
                </a:lnTo>
                <a:lnTo>
                  <a:pt x="8541" y="25"/>
                </a:lnTo>
                <a:lnTo>
                  <a:pt x="8152" y="0"/>
                </a:lnTo>
                <a:close/>
              </a:path>
            </a:pathLst>
          </a:custGeom>
          <a:solidFill>
            <a:schemeClr val="dk1"/>
          </a:solidFill>
          <a:ln>
            <a:noFill/>
          </a:ln>
        </p:spPr>
        <p:txBody>
          <a:bodyPr spcFirstLastPara="1" wrap="square" lIns="121900" tIns="121900" rIns="121900" bIns="121900" anchor="ctr" anchorCtr="0">
            <a:noAutofit/>
          </a:bodyPr>
          <a:lstStyle/>
          <a:p>
            <a:endParaRPr sz="2400"/>
          </a:p>
        </p:txBody>
      </p:sp>
    </p:spTree>
    <p:extLst>
      <p:ext uri="{BB962C8B-B14F-4D97-AF65-F5344CB8AC3E}">
        <p14:creationId xmlns:p14="http://schemas.microsoft.com/office/powerpoint/2010/main" val="2215677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randombar(horizontal)">
                                      <p:cBhvr>
                                        <p:cTn id="7" dur="500"/>
                                        <p:tgtEl>
                                          <p:spTgt spid="3">
                                            <p:txEl>
                                              <p:pRg st="2" end="2"/>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randombar(horizontal)">
                                      <p:cBhvr>
                                        <p:cTn id="10" dur="500"/>
                                        <p:tgtEl>
                                          <p:spTgt spid="3">
                                            <p:txEl>
                                              <p:pRg st="4" end="4"/>
                                            </p:txEl>
                                          </p:spTgt>
                                        </p:tgtEl>
                                      </p:cBhvr>
                                    </p:animEffect>
                                  </p:childTnLst>
                                </p:cTn>
                              </p:par>
                              <p:par>
                                <p:cTn id="11" presetID="14"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randombar(horizontal)">
                                      <p:cBhvr>
                                        <p:cTn id="13" dur="500"/>
                                        <p:tgtEl>
                                          <p:spTgt spid="3">
                                            <p:txEl>
                                              <p:pRg st="5" end="5"/>
                                            </p:txEl>
                                          </p:spTgt>
                                        </p:tgtEl>
                                      </p:cBhvr>
                                    </p:animEffect>
                                  </p:childTnLst>
                                </p:cTn>
                              </p:par>
                              <p:par>
                                <p:cTn id="14" presetID="14" presetClass="entr" presetSubtype="1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randombar(horizontal)">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4">
                                            <p:txEl>
                                              <p:pRg st="0" end="0"/>
                                            </p:txEl>
                                          </p:spTgt>
                                        </p:tgtEl>
                                        <p:attrNameLst>
                                          <p:attrName>style.visibility</p:attrName>
                                        </p:attrNameLst>
                                      </p:cBhvr>
                                      <p:to>
                                        <p:strVal val="visible"/>
                                      </p:to>
                                    </p:set>
                                    <p:animEffect transition="in" filter="randombar(horizontal)">
                                      <p:cBhvr>
                                        <p:cTn id="21" dur="500"/>
                                        <p:tgtEl>
                                          <p:spTgt spid="4">
                                            <p:txEl>
                                              <p:pRg st="0" end="0"/>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animEffect transition="in" filter="randombar(horizontal)">
                                      <p:cBhvr>
                                        <p:cTn id="24" dur="500"/>
                                        <p:tgtEl>
                                          <p:spTgt spid="4">
                                            <p:txEl>
                                              <p:pRg st="1" end="1"/>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randombar(horizontal)">
                                      <p:cBhvr>
                                        <p:cTn id="27" dur="500"/>
                                        <p:tgtEl>
                                          <p:spTgt spid="4">
                                            <p:txEl>
                                              <p:pRg st="3" end="3"/>
                                            </p:txEl>
                                          </p:spTgt>
                                        </p:tgtEl>
                                      </p:cBhvr>
                                    </p:animEffect>
                                  </p:childTnLst>
                                </p:cTn>
                              </p:par>
                              <p:par>
                                <p:cTn id="28" presetID="14" presetClass="entr" presetSubtype="10" fill="hold" nodeType="with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Effect transition="in" filter="randombar(horizontal)">
                                      <p:cBhvr>
                                        <p:cTn id="30"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4F38B-8953-40ED-A433-751BCB20EF9C}"/>
              </a:ext>
            </a:extLst>
          </p:cNvPr>
          <p:cNvSpPr>
            <a:spLocks noGrp="1"/>
          </p:cNvSpPr>
          <p:nvPr>
            <p:ph type="title"/>
          </p:nvPr>
        </p:nvSpPr>
        <p:spPr>
          <a:xfrm>
            <a:off x="1019300" y="1923829"/>
            <a:ext cx="2879400" cy="951900"/>
          </a:xfrm>
        </p:spPr>
        <p:txBody>
          <a:bodyPr/>
          <a:lstStyle/>
          <a:p>
            <a:r>
              <a:rPr lang="en-AU" sz="3600" dirty="0"/>
              <a:t>Activity 4 – Role play </a:t>
            </a:r>
            <a:endParaRPr lang="en-AU" dirty="0"/>
          </a:p>
        </p:txBody>
      </p:sp>
      <p:sp>
        <p:nvSpPr>
          <p:cNvPr id="3" name="Text Placeholder 2">
            <a:extLst>
              <a:ext uri="{FF2B5EF4-FFF2-40B4-BE49-F238E27FC236}">
                <a16:creationId xmlns:a16="http://schemas.microsoft.com/office/drawing/2014/main" id="{FF78F5F5-E65D-4E9A-A91C-021C811EABE1}"/>
              </a:ext>
            </a:extLst>
          </p:cNvPr>
          <p:cNvSpPr>
            <a:spLocks noGrp="1"/>
          </p:cNvSpPr>
          <p:nvPr>
            <p:ph type="body" idx="1"/>
          </p:nvPr>
        </p:nvSpPr>
        <p:spPr>
          <a:xfrm>
            <a:off x="4572000" y="204564"/>
            <a:ext cx="4381075" cy="4789112"/>
          </a:xfrm>
        </p:spPr>
        <p:txBody>
          <a:bodyPr/>
          <a:lstStyle/>
          <a:p>
            <a:pPr marL="0" indent="0">
              <a:buNone/>
            </a:pPr>
            <a:r>
              <a:rPr lang="en-AU" sz="1300" dirty="0"/>
              <a:t>How would you ask for and give consent in these scenarios? </a:t>
            </a:r>
          </a:p>
          <a:p>
            <a:pPr marL="0" indent="0">
              <a:buNone/>
            </a:pPr>
            <a:r>
              <a:rPr lang="en-AU" sz="1300" dirty="0"/>
              <a:t>In pairs you will be allocated a scenario to act out.</a:t>
            </a:r>
          </a:p>
          <a:p>
            <a:pPr marL="0" indent="0">
              <a:buNone/>
            </a:pPr>
            <a:endParaRPr lang="en-AU" sz="1300" dirty="0"/>
          </a:p>
          <a:p>
            <a:pPr marL="0" indent="0">
              <a:buNone/>
            </a:pPr>
            <a:r>
              <a:rPr lang="en-AU" sz="1300" b="1" i="1" dirty="0"/>
              <a:t>Practise asking for, giving and withdrawing consent. </a:t>
            </a:r>
          </a:p>
          <a:p>
            <a:pPr marL="0" indent="0">
              <a:buNone/>
            </a:pPr>
            <a:endParaRPr lang="en-AU" sz="1300" dirty="0"/>
          </a:p>
          <a:p>
            <a:pPr marL="0" indent="0">
              <a:buNone/>
            </a:pPr>
            <a:r>
              <a:rPr lang="en-AU" sz="1300" dirty="0"/>
              <a:t>Explain how you know you have true consent that meets the DEVICES model.</a:t>
            </a:r>
          </a:p>
          <a:p>
            <a:pPr marL="0" indent="0">
              <a:buNone/>
            </a:pPr>
            <a:endParaRPr lang="en-AU" sz="1300" dirty="0"/>
          </a:p>
          <a:p>
            <a:pPr marL="514350" indent="-514350">
              <a:buAutoNum type="alphaLcParenR"/>
            </a:pPr>
            <a:r>
              <a:rPr lang="en-AU" sz="1300" dirty="0"/>
              <a:t>You want to send your friend a YouTube clip from your favourite gaming streamer, but it contains violence that they might not be comfortable seeing.</a:t>
            </a:r>
          </a:p>
          <a:p>
            <a:pPr marL="514350" indent="-514350">
              <a:buAutoNum type="alphaLcParenR"/>
            </a:pPr>
            <a:endParaRPr lang="en-AU" sz="1300" dirty="0"/>
          </a:p>
          <a:p>
            <a:pPr marL="514350" indent="-514350">
              <a:buAutoNum type="alphaLcParenR"/>
            </a:pPr>
            <a:r>
              <a:rPr lang="en-AU" sz="1300" dirty="0"/>
              <a:t>You want to kiss someone you have a crush on, and you haven’t kissed them before.</a:t>
            </a:r>
          </a:p>
          <a:p>
            <a:pPr marL="514350" indent="-514350">
              <a:buAutoNum type="alphaLcParenR"/>
            </a:pPr>
            <a:endParaRPr lang="en-AU" sz="1300" dirty="0"/>
          </a:p>
          <a:p>
            <a:pPr marL="514350" indent="-514350">
              <a:buAutoNum type="alphaLcParenR"/>
            </a:pPr>
            <a:r>
              <a:rPr lang="en-AU" sz="1300" dirty="0"/>
              <a:t>You want to borrow your sibling’s shirt for a photo shoot. You’ve done it many times before, but this time you’re doing a shoot with lots of messy food, and it might get stained.</a:t>
            </a:r>
          </a:p>
          <a:p>
            <a:pPr marL="514350" indent="-514350">
              <a:buAutoNum type="alphaLcParenR"/>
            </a:pPr>
            <a:endParaRPr lang="en-AU" sz="1300" dirty="0"/>
          </a:p>
          <a:p>
            <a:pPr marL="514350" indent="-514350">
              <a:buAutoNum type="alphaLcParenR"/>
            </a:pPr>
            <a:r>
              <a:rPr lang="en-AU" sz="1300" dirty="0"/>
              <a:t>You want a classmate to let you copy their homework.</a:t>
            </a:r>
          </a:p>
          <a:p>
            <a:endParaRPr lang="en-AU" sz="1400" dirty="0"/>
          </a:p>
        </p:txBody>
      </p:sp>
      <p:sp>
        <p:nvSpPr>
          <p:cNvPr id="4" name="Slide Number Placeholder 3">
            <a:extLst>
              <a:ext uri="{FF2B5EF4-FFF2-40B4-BE49-F238E27FC236}">
                <a16:creationId xmlns:a16="http://schemas.microsoft.com/office/drawing/2014/main" id="{1C6C274C-F8E4-46BB-A41E-BCCA4CFF91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
        <p:nvSpPr>
          <p:cNvPr id="5" name="Google Shape;199;p8">
            <a:extLst>
              <a:ext uri="{FF2B5EF4-FFF2-40B4-BE49-F238E27FC236}">
                <a16:creationId xmlns:a16="http://schemas.microsoft.com/office/drawing/2014/main" id="{66165CE9-314B-4F05-B0B8-6690BDC288E2}"/>
              </a:ext>
            </a:extLst>
          </p:cNvPr>
          <p:cNvSpPr/>
          <p:nvPr/>
        </p:nvSpPr>
        <p:spPr>
          <a:xfrm>
            <a:off x="3281783" y="3888259"/>
            <a:ext cx="616917" cy="689081"/>
          </a:xfrm>
          <a:custGeom>
            <a:avLst/>
            <a:gdLst/>
            <a:ahLst/>
            <a:cxnLst/>
            <a:rect l="l" t="t" r="r" b="b"/>
            <a:pathLst>
              <a:path w="10442" h="9372" extrusionOk="0">
                <a:moveTo>
                  <a:pt x="9521" y="6398"/>
                </a:moveTo>
                <a:lnTo>
                  <a:pt x="9521" y="6398"/>
                </a:lnTo>
                <a:lnTo>
                  <a:pt x="9286" y="6098"/>
                </a:lnTo>
                <a:lnTo>
                  <a:pt x="9072" y="5777"/>
                </a:lnTo>
                <a:lnTo>
                  <a:pt x="8687" y="5114"/>
                </a:lnTo>
                <a:lnTo>
                  <a:pt x="8687" y="5114"/>
                </a:lnTo>
                <a:lnTo>
                  <a:pt x="8580" y="4921"/>
                </a:lnTo>
                <a:lnTo>
                  <a:pt x="8409" y="4643"/>
                </a:lnTo>
                <a:lnTo>
                  <a:pt x="8345" y="4472"/>
                </a:lnTo>
                <a:lnTo>
                  <a:pt x="8302" y="4344"/>
                </a:lnTo>
                <a:lnTo>
                  <a:pt x="8280" y="4215"/>
                </a:lnTo>
                <a:lnTo>
                  <a:pt x="8302" y="4151"/>
                </a:lnTo>
                <a:lnTo>
                  <a:pt x="8323" y="4108"/>
                </a:lnTo>
                <a:lnTo>
                  <a:pt x="8323" y="4108"/>
                </a:lnTo>
                <a:lnTo>
                  <a:pt x="8366" y="4066"/>
                </a:lnTo>
                <a:lnTo>
                  <a:pt x="8451" y="4044"/>
                </a:lnTo>
                <a:lnTo>
                  <a:pt x="8516" y="4044"/>
                </a:lnTo>
                <a:lnTo>
                  <a:pt x="8601" y="4066"/>
                </a:lnTo>
                <a:lnTo>
                  <a:pt x="8815" y="4130"/>
                </a:lnTo>
                <a:lnTo>
                  <a:pt x="9051" y="4258"/>
                </a:lnTo>
                <a:lnTo>
                  <a:pt x="9286" y="4386"/>
                </a:lnTo>
                <a:lnTo>
                  <a:pt x="9500" y="4472"/>
                </a:lnTo>
                <a:lnTo>
                  <a:pt x="9607" y="4515"/>
                </a:lnTo>
                <a:lnTo>
                  <a:pt x="9714" y="4536"/>
                </a:lnTo>
                <a:lnTo>
                  <a:pt x="9799" y="4536"/>
                </a:lnTo>
                <a:lnTo>
                  <a:pt x="9885" y="4515"/>
                </a:lnTo>
                <a:lnTo>
                  <a:pt x="9885" y="4515"/>
                </a:lnTo>
                <a:lnTo>
                  <a:pt x="9928" y="4472"/>
                </a:lnTo>
                <a:lnTo>
                  <a:pt x="9992" y="4429"/>
                </a:lnTo>
                <a:lnTo>
                  <a:pt x="10013" y="4386"/>
                </a:lnTo>
                <a:lnTo>
                  <a:pt x="10035" y="4322"/>
                </a:lnTo>
                <a:lnTo>
                  <a:pt x="10056" y="4194"/>
                </a:lnTo>
                <a:lnTo>
                  <a:pt x="10035" y="4044"/>
                </a:lnTo>
                <a:lnTo>
                  <a:pt x="9992" y="3894"/>
                </a:lnTo>
                <a:lnTo>
                  <a:pt x="9949" y="3766"/>
                </a:lnTo>
                <a:lnTo>
                  <a:pt x="9821" y="3531"/>
                </a:lnTo>
                <a:lnTo>
                  <a:pt x="9821" y="3531"/>
                </a:lnTo>
                <a:lnTo>
                  <a:pt x="9692" y="3317"/>
                </a:lnTo>
                <a:lnTo>
                  <a:pt x="9521" y="3124"/>
                </a:lnTo>
                <a:lnTo>
                  <a:pt x="9414" y="3017"/>
                </a:lnTo>
                <a:lnTo>
                  <a:pt x="9329" y="2953"/>
                </a:lnTo>
                <a:lnTo>
                  <a:pt x="9200" y="2867"/>
                </a:lnTo>
                <a:lnTo>
                  <a:pt x="9093" y="2825"/>
                </a:lnTo>
                <a:lnTo>
                  <a:pt x="9093" y="2825"/>
                </a:lnTo>
                <a:lnTo>
                  <a:pt x="8815" y="2739"/>
                </a:lnTo>
                <a:lnTo>
                  <a:pt x="8537" y="2675"/>
                </a:lnTo>
                <a:lnTo>
                  <a:pt x="8280" y="2589"/>
                </a:lnTo>
                <a:lnTo>
                  <a:pt x="8152" y="2525"/>
                </a:lnTo>
                <a:lnTo>
                  <a:pt x="8045" y="2439"/>
                </a:lnTo>
                <a:lnTo>
                  <a:pt x="8045" y="2439"/>
                </a:lnTo>
                <a:lnTo>
                  <a:pt x="7831" y="2247"/>
                </a:lnTo>
                <a:lnTo>
                  <a:pt x="7617" y="2054"/>
                </a:lnTo>
                <a:lnTo>
                  <a:pt x="7446" y="1840"/>
                </a:lnTo>
                <a:lnTo>
                  <a:pt x="7275" y="1605"/>
                </a:lnTo>
                <a:lnTo>
                  <a:pt x="7275" y="1605"/>
                </a:lnTo>
                <a:lnTo>
                  <a:pt x="6911" y="1134"/>
                </a:lnTo>
                <a:lnTo>
                  <a:pt x="6740" y="920"/>
                </a:lnTo>
                <a:lnTo>
                  <a:pt x="6547" y="706"/>
                </a:lnTo>
                <a:lnTo>
                  <a:pt x="6355" y="535"/>
                </a:lnTo>
                <a:lnTo>
                  <a:pt x="6141" y="364"/>
                </a:lnTo>
                <a:lnTo>
                  <a:pt x="5884" y="214"/>
                </a:lnTo>
                <a:lnTo>
                  <a:pt x="5606" y="107"/>
                </a:lnTo>
                <a:lnTo>
                  <a:pt x="5606" y="107"/>
                </a:lnTo>
                <a:lnTo>
                  <a:pt x="5328" y="43"/>
                </a:lnTo>
                <a:lnTo>
                  <a:pt x="5050" y="0"/>
                </a:lnTo>
                <a:lnTo>
                  <a:pt x="4771" y="0"/>
                </a:lnTo>
                <a:lnTo>
                  <a:pt x="4493" y="43"/>
                </a:lnTo>
                <a:lnTo>
                  <a:pt x="4237" y="107"/>
                </a:lnTo>
                <a:lnTo>
                  <a:pt x="3980" y="214"/>
                </a:lnTo>
                <a:lnTo>
                  <a:pt x="3744" y="343"/>
                </a:lnTo>
                <a:lnTo>
                  <a:pt x="3488" y="514"/>
                </a:lnTo>
                <a:lnTo>
                  <a:pt x="3488" y="514"/>
                </a:lnTo>
                <a:lnTo>
                  <a:pt x="3274" y="685"/>
                </a:lnTo>
                <a:lnTo>
                  <a:pt x="3060" y="856"/>
                </a:lnTo>
                <a:lnTo>
                  <a:pt x="2889" y="1070"/>
                </a:lnTo>
                <a:lnTo>
                  <a:pt x="2717" y="1263"/>
                </a:lnTo>
                <a:lnTo>
                  <a:pt x="2546" y="1477"/>
                </a:lnTo>
                <a:lnTo>
                  <a:pt x="2418" y="1712"/>
                </a:lnTo>
                <a:lnTo>
                  <a:pt x="2290" y="1947"/>
                </a:lnTo>
                <a:lnTo>
                  <a:pt x="2183" y="2226"/>
                </a:lnTo>
                <a:lnTo>
                  <a:pt x="2183" y="2226"/>
                </a:lnTo>
                <a:lnTo>
                  <a:pt x="1969" y="2696"/>
                </a:lnTo>
                <a:lnTo>
                  <a:pt x="1733" y="3210"/>
                </a:lnTo>
                <a:lnTo>
                  <a:pt x="1583" y="3445"/>
                </a:lnTo>
                <a:lnTo>
                  <a:pt x="1434" y="3680"/>
                </a:lnTo>
                <a:lnTo>
                  <a:pt x="1263" y="3894"/>
                </a:lnTo>
                <a:lnTo>
                  <a:pt x="1091" y="4087"/>
                </a:lnTo>
                <a:lnTo>
                  <a:pt x="1091" y="4087"/>
                </a:lnTo>
                <a:lnTo>
                  <a:pt x="877" y="4237"/>
                </a:lnTo>
                <a:lnTo>
                  <a:pt x="663" y="4365"/>
                </a:lnTo>
                <a:lnTo>
                  <a:pt x="449" y="4515"/>
                </a:lnTo>
                <a:lnTo>
                  <a:pt x="364" y="4600"/>
                </a:lnTo>
                <a:lnTo>
                  <a:pt x="278" y="4707"/>
                </a:lnTo>
                <a:lnTo>
                  <a:pt x="278" y="4707"/>
                </a:lnTo>
                <a:lnTo>
                  <a:pt x="150" y="4879"/>
                </a:lnTo>
                <a:lnTo>
                  <a:pt x="64" y="5093"/>
                </a:lnTo>
                <a:lnTo>
                  <a:pt x="22" y="5307"/>
                </a:lnTo>
                <a:lnTo>
                  <a:pt x="0" y="5520"/>
                </a:lnTo>
                <a:lnTo>
                  <a:pt x="0" y="5520"/>
                </a:lnTo>
                <a:lnTo>
                  <a:pt x="22" y="5713"/>
                </a:lnTo>
                <a:lnTo>
                  <a:pt x="86" y="5906"/>
                </a:lnTo>
                <a:lnTo>
                  <a:pt x="171" y="6098"/>
                </a:lnTo>
                <a:lnTo>
                  <a:pt x="300" y="6269"/>
                </a:lnTo>
                <a:lnTo>
                  <a:pt x="364" y="6334"/>
                </a:lnTo>
                <a:lnTo>
                  <a:pt x="428" y="6398"/>
                </a:lnTo>
                <a:lnTo>
                  <a:pt x="492" y="6419"/>
                </a:lnTo>
                <a:lnTo>
                  <a:pt x="578" y="6419"/>
                </a:lnTo>
                <a:lnTo>
                  <a:pt x="663" y="6419"/>
                </a:lnTo>
                <a:lnTo>
                  <a:pt x="728" y="6376"/>
                </a:lnTo>
                <a:lnTo>
                  <a:pt x="813" y="6291"/>
                </a:lnTo>
                <a:lnTo>
                  <a:pt x="899" y="6184"/>
                </a:lnTo>
                <a:lnTo>
                  <a:pt x="899" y="6184"/>
                </a:lnTo>
                <a:lnTo>
                  <a:pt x="1027" y="5991"/>
                </a:lnTo>
                <a:lnTo>
                  <a:pt x="1091" y="5906"/>
                </a:lnTo>
                <a:lnTo>
                  <a:pt x="1177" y="5820"/>
                </a:lnTo>
                <a:lnTo>
                  <a:pt x="1177" y="5820"/>
                </a:lnTo>
                <a:lnTo>
                  <a:pt x="1284" y="5777"/>
                </a:lnTo>
                <a:lnTo>
                  <a:pt x="1412" y="5713"/>
                </a:lnTo>
                <a:lnTo>
                  <a:pt x="1541" y="5692"/>
                </a:lnTo>
                <a:lnTo>
                  <a:pt x="1605" y="5692"/>
                </a:lnTo>
                <a:lnTo>
                  <a:pt x="1648" y="5713"/>
                </a:lnTo>
                <a:lnTo>
                  <a:pt x="1648" y="5713"/>
                </a:lnTo>
                <a:lnTo>
                  <a:pt x="1690" y="5777"/>
                </a:lnTo>
                <a:lnTo>
                  <a:pt x="1712" y="5884"/>
                </a:lnTo>
                <a:lnTo>
                  <a:pt x="1755" y="6120"/>
                </a:lnTo>
                <a:lnTo>
                  <a:pt x="1755" y="6569"/>
                </a:lnTo>
                <a:lnTo>
                  <a:pt x="1755" y="6569"/>
                </a:lnTo>
                <a:lnTo>
                  <a:pt x="1840" y="7232"/>
                </a:lnTo>
                <a:lnTo>
                  <a:pt x="1969" y="7874"/>
                </a:lnTo>
                <a:lnTo>
                  <a:pt x="1969" y="7874"/>
                </a:lnTo>
                <a:lnTo>
                  <a:pt x="2011" y="8131"/>
                </a:lnTo>
                <a:lnTo>
                  <a:pt x="2054" y="8409"/>
                </a:lnTo>
                <a:lnTo>
                  <a:pt x="2140" y="8687"/>
                </a:lnTo>
                <a:lnTo>
                  <a:pt x="2204" y="8815"/>
                </a:lnTo>
                <a:lnTo>
                  <a:pt x="2268" y="8922"/>
                </a:lnTo>
                <a:lnTo>
                  <a:pt x="2268" y="8922"/>
                </a:lnTo>
                <a:lnTo>
                  <a:pt x="2354" y="9008"/>
                </a:lnTo>
                <a:lnTo>
                  <a:pt x="2439" y="9072"/>
                </a:lnTo>
                <a:lnTo>
                  <a:pt x="2546" y="9136"/>
                </a:lnTo>
                <a:lnTo>
                  <a:pt x="2675" y="9201"/>
                </a:lnTo>
                <a:lnTo>
                  <a:pt x="2782" y="9222"/>
                </a:lnTo>
                <a:lnTo>
                  <a:pt x="2910" y="9243"/>
                </a:lnTo>
                <a:lnTo>
                  <a:pt x="3038" y="9222"/>
                </a:lnTo>
                <a:lnTo>
                  <a:pt x="3145" y="9201"/>
                </a:lnTo>
                <a:lnTo>
                  <a:pt x="3145" y="9201"/>
                </a:lnTo>
                <a:lnTo>
                  <a:pt x="3231" y="9136"/>
                </a:lnTo>
                <a:lnTo>
                  <a:pt x="3317" y="9072"/>
                </a:lnTo>
                <a:lnTo>
                  <a:pt x="3488" y="8901"/>
                </a:lnTo>
                <a:lnTo>
                  <a:pt x="3616" y="8730"/>
                </a:lnTo>
                <a:lnTo>
                  <a:pt x="3766" y="8559"/>
                </a:lnTo>
                <a:lnTo>
                  <a:pt x="3766" y="8559"/>
                </a:lnTo>
                <a:lnTo>
                  <a:pt x="3916" y="8387"/>
                </a:lnTo>
                <a:lnTo>
                  <a:pt x="4023" y="8302"/>
                </a:lnTo>
                <a:lnTo>
                  <a:pt x="4151" y="8216"/>
                </a:lnTo>
                <a:lnTo>
                  <a:pt x="4258" y="8152"/>
                </a:lnTo>
                <a:lnTo>
                  <a:pt x="4365" y="8109"/>
                </a:lnTo>
                <a:lnTo>
                  <a:pt x="4472" y="8109"/>
                </a:lnTo>
                <a:lnTo>
                  <a:pt x="4536" y="8131"/>
                </a:lnTo>
                <a:lnTo>
                  <a:pt x="4579" y="8152"/>
                </a:lnTo>
                <a:lnTo>
                  <a:pt x="4579" y="8152"/>
                </a:lnTo>
                <a:lnTo>
                  <a:pt x="4664" y="8238"/>
                </a:lnTo>
                <a:lnTo>
                  <a:pt x="4729" y="8345"/>
                </a:lnTo>
                <a:lnTo>
                  <a:pt x="4857" y="8559"/>
                </a:lnTo>
                <a:lnTo>
                  <a:pt x="4964" y="8794"/>
                </a:lnTo>
                <a:lnTo>
                  <a:pt x="5028" y="8901"/>
                </a:lnTo>
                <a:lnTo>
                  <a:pt x="5092" y="9008"/>
                </a:lnTo>
                <a:lnTo>
                  <a:pt x="5092" y="9008"/>
                </a:lnTo>
                <a:lnTo>
                  <a:pt x="5199" y="9094"/>
                </a:lnTo>
                <a:lnTo>
                  <a:pt x="5285" y="9179"/>
                </a:lnTo>
                <a:lnTo>
                  <a:pt x="5392" y="9243"/>
                </a:lnTo>
                <a:lnTo>
                  <a:pt x="5520" y="9308"/>
                </a:lnTo>
                <a:lnTo>
                  <a:pt x="5649" y="9350"/>
                </a:lnTo>
                <a:lnTo>
                  <a:pt x="5777" y="9372"/>
                </a:lnTo>
                <a:lnTo>
                  <a:pt x="5905" y="9372"/>
                </a:lnTo>
                <a:lnTo>
                  <a:pt x="6012" y="9350"/>
                </a:lnTo>
                <a:lnTo>
                  <a:pt x="6012" y="9350"/>
                </a:lnTo>
                <a:lnTo>
                  <a:pt x="6119" y="9308"/>
                </a:lnTo>
                <a:lnTo>
                  <a:pt x="6205" y="9243"/>
                </a:lnTo>
                <a:lnTo>
                  <a:pt x="6269" y="9158"/>
                </a:lnTo>
                <a:lnTo>
                  <a:pt x="6333" y="9072"/>
                </a:lnTo>
                <a:lnTo>
                  <a:pt x="6440" y="8880"/>
                </a:lnTo>
                <a:lnTo>
                  <a:pt x="6547" y="8708"/>
                </a:lnTo>
                <a:lnTo>
                  <a:pt x="6547" y="8708"/>
                </a:lnTo>
                <a:lnTo>
                  <a:pt x="6633" y="8601"/>
                </a:lnTo>
                <a:lnTo>
                  <a:pt x="6718" y="8516"/>
                </a:lnTo>
                <a:lnTo>
                  <a:pt x="6804" y="8430"/>
                </a:lnTo>
                <a:lnTo>
                  <a:pt x="6911" y="8387"/>
                </a:lnTo>
                <a:lnTo>
                  <a:pt x="7018" y="8345"/>
                </a:lnTo>
                <a:lnTo>
                  <a:pt x="7125" y="8323"/>
                </a:lnTo>
                <a:lnTo>
                  <a:pt x="7232" y="8345"/>
                </a:lnTo>
                <a:lnTo>
                  <a:pt x="7360" y="8366"/>
                </a:lnTo>
                <a:lnTo>
                  <a:pt x="7360" y="8366"/>
                </a:lnTo>
                <a:lnTo>
                  <a:pt x="7467" y="8430"/>
                </a:lnTo>
                <a:lnTo>
                  <a:pt x="7574" y="8494"/>
                </a:lnTo>
                <a:lnTo>
                  <a:pt x="7745" y="8623"/>
                </a:lnTo>
                <a:lnTo>
                  <a:pt x="7938" y="8773"/>
                </a:lnTo>
                <a:lnTo>
                  <a:pt x="8045" y="8837"/>
                </a:lnTo>
                <a:lnTo>
                  <a:pt x="8152" y="8880"/>
                </a:lnTo>
                <a:lnTo>
                  <a:pt x="8152" y="8880"/>
                </a:lnTo>
                <a:lnTo>
                  <a:pt x="8366" y="8944"/>
                </a:lnTo>
                <a:lnTo>
                  <a:pt x="8473" y="8944"/>
                </a:lnTo>
                <a:lnTo>
                  <a:pt x="8580" y="8944"/>
                </a:lnTo>
                <a:lnTo>
                  <a:pt x="8665" y="8922"/>
                </a:lnTo>
                <a:lnTo>
                  <a:pt x="8751" y="8880"/>
                </a:lnTo>
                <a:lnTo>
                  <a:pt x="8837" y="8794"/>
                </a:lnTo>
                <a:lnTo>
                  <a:pt x="8879" y="8708"/>
                </a:lnTo>
                <a:lnTo>
                  <a:pt x="8879" y="8708"/>
                </a:lnTo>
                <a:lnTo>
                  <a:pt x="8922" y="8601"/>
                </a:lnTo>
                <a:lnTo>
                  <a:pt x="8944" y="8494"/>
                </a:lnTo>
                <a:lnTo>
                  <a:pt x="8944" y="8259"/>
                </a:lnTo>
                <a:lnTo>
                  <a:pt x="8944" y="8045"/>
                </a:lnTo>
                <a:lnTo>
                  <a:pt x="8944" y="7938"/>
                </a:lnTo>
                <a:lnTo>
                  <a:pt x="8986" y="7853"/>
                </a:lnTo>
                <a:lnTo>
                  <a:pt x="8986" y="7853"/>
                </a:lnTo>
                <a:lnTo>
                  <a:pt x="9029" y="7767"/>
                </a:lnTo>
                <a:lnTo>
                  <a:pt x="9072" y="7746"/>
                </a:lnTo>
                <a:lnTo>
                  <a:pt x="9136" y="7724"/>
                </a:lnTo>
                <a:lnTo>
                  <a:pt x="9222" y="7724"/>
                </a:lnTo>
                <a:lnTo>
                  <a:pt x="9393" y="7767"/>
                </a:lnTo>
                <a:lnTo>
                  <a:pt x="9585" y="7874"/>
                </a:lnTo>
                <a:lnTo>
                  <a:pt x="9778" y="7960"/>
                </a:lnTo>
                <a:lnTo>
                  <a:pt x="9992" y="8024"/>
                </a:lnTo>
                <a:lnTo>
                  <a:pt x="10099" y="8045"/>
                </a:lnTo>
                <a:lnTo>
                  <a:pt x="10185" y="8024"/>
                </a:lnTo>
                <a:lnTo>
                  <a:pt x="10270" y="8002"/>
                </a:lnTo>
                <a:lnTo>
                  <a:pt x="10356" y="7960"/>
                </a:lnTo>
                <a:lnTo>
                  <a:pt x="10356" y="7960"/>
                </a:lnTo>
                <a:lnTo>
                  <a:pt x="10420" y="7874"/>
                </a:lnTo>
                <a:lnTo>
                  <a:pt x="10441" y="7788"/>
                </a:lnTo>
                <a:lnTo>
                  <a:pt x="10441" y="7681"/>
                </a:lnTo>
                <a:lnTo>
                  <a:pt x="10420" y="7574"/>
                </a:lnTo>
                <a:lnTo>
                  <a:pt x="10377" y="7467"/>
                </a:lnTo>
                <a:lnTo>
                  <a:pt x="10334" y="7360"/>
                </a:lnTo>
                <a:lnTo>
                  <a:pt x="10163" y="7125"/>
                </a:lnTo>
                <a:lnTo>
                  <a:pt x="9992" y="6911"/>
                </a:lnTo>
                <a:lnTo>
                  <a:pt x="9799" y="6697"/>
                </a:lnTo>
                <a:lnTo>
                  <a:pt x="9521" y="6398"/>
                </a:lnTo>
                <a:lnTo>
                  <a:pt x="9521" y="6398"/>
                </a:lnTo>
                <a:close/>
                <a:moveTo>
                  <a:pt x="8772" y="7425"/>
                </a:moveTo>
                <a:lnTo>
                  <a:pt x="8772" y="7425"/>
                </a:lnTo>
                <a:lnTo>
                  <a:pt x="8730" y="7489"/>
                </a:lnTo>
                <a:lnTo>
                  <a:pt x="8687" y="7553"/>
                </a:lnTo>
                <a:lnTo>
                  <a:pt x="8644" y="7746"/>
                </a:lnTo>
                <a:lnTo>
                  <a:pt x="8580" y="8131"/>
                </a:lnTo>
                <a:lnTo>
                  <a:pt x="8537" y="8302"/>
                </a:lnTo>
                <a:lnTo>
                  <a:pt x="8516" y="8366"/>
                </a:lnTo>
                <a:lnTo>
                  <a:pt x="8473" y="8409"/>
                </a:lnTo>
                <a:lnTo>
                  <a:pt x="8409" y="8452"/>
                </a:lnTo>
                <a:lnTo>
                  <a:pt x="8323" y="8452"/>
                </a:lnTo>
                <a:lnTo>
                  <a:pt x="8238" y="8452"/>
                </a:lnTo>
                <a:lnTo>
                  <a:pt x="8109" y="8409"/>
                </a:lnTo>
                <a:lnTo>
                  <a:pt x="8109" y="8409"/>
                </a:lnTo>
                <a:lnTo>
                  <a:pt x="7981" y="8345"/>
                </a:lnTo>
                <a:lnTo>
                  <a:pt x="7852" y="8259"/>
                </a:lnTo>
                <a:lnTo>
                  <a:pt x="7596" y="8067"/>
                </a:lnTo>
                <a:lnTo>
                  <a:pt x="7467" y="7960"/>
                </a:lnTo>
                <a:lnTo>
                  <a:pt x="7339" y="7895"/>
                </a:lnTo>
                <a:lnTo>
                  <a:pt x="7211" y="7831"/>
                </a:lnTo>
                <a:lnTo>
                  <a:pt x="7061" y="7810"/>
                </a:lnTo>
                <a:lnTo>
                  <a:pt x="7061" y="7810"/>
                </a:lnTo>
                <a:lnTo>
                  <a:pt x="6954" y="7810"/>
                </a:lnTo>
                <a:lnTo>
                  <a:pt x="6868" y="7831"/>
                </a:lnTo>
                <a:lnTo>
                  <a:pt x="6783" y="7874"/>
                </a:lnTo>
                <a:lnTo>
                  <a:pt x="6697" y="7917"/>
                </a:lnTo>
                <a:lnTo>
                  <a:pt x="6569" y="8024"/>
                </a:lnTo>
                <a:lnTo>
                  <a:pt x="6440" y="8174"/>
                </a:lnTo>
                <a:lnTo>
                  <a:pt x="6226" y="8494"/>
                </a:lnTo>
                <a:lnTo>
                  <a:pt x="6119" y="8644"/>
                </a:lnTo>
                <a:lnTo>
                  <a:pt x="5991" y="8773"/>
                </a:lnTo>
                <a:lnTo>
                  <a:pt x="5991" y="8773"/>
                </a:lnTo>
                <a:lnTo>
                  <a:pt x="5927" y="8815"/>
                </a:lnTo>
                <a:lnTo>
                  <a:pt x="5863" y="8837"/>
                </a:lnTo>
                <a:lnTo>
                  <a:pt x="5798" y="8837"/>
                </a:lnTo>
                <a:lnTo>
                  <a:pt x="5734" y="8858"/>
                </a:lnTo>
                <a:lnTo>
                  <a:pt x="5584" y="8815"/>
                </a:lnTo>
                <a:lnTo>
                  <a:pt x="5456" y="8730"/>
                </a:lnTo>
                <a:lnTo>
                  <a:pt x="5456" y="8730"/>
                </a:lnTo>
                <a:lnTo>
                  <a:pt x="5392" y="8666"/>
                </a:lnTo>
                <a:lnTo>
                  <a:pt x="5328" y="8580"/>
                </a:lnTo>
                <a:lnTo>
                  <a:pt x="5242" y="8387"/>
                </a:lnTo>
                <a:lnTo>
                  <a:pt x="5178" y="8195"/>
                </a:lnTo>
                <a:lnTo>
                  <a:pt x="5092" y="8002"/>
                </a:lnTo>
                <a:lnTo>
                  <a:pt x="5092" y="8002"/>
                </a:lnTo>
                <a:lnTo>
                  <a:pt x="5028" y="7917"/>
                </a:lnTo>
                <a:lnTo>
                  <a:pt x="4964" y="7831"/>
                </a:lnTo>
                <a:lnTo>
                  <a:pt x="4878" y="7767"/>
                </a:lnTo>
                <a:lnTo>
                  <a:pt x="4814" y="7724"/>
                </a:lnTo>
                <a:lnTo>
                  <a:pt x="4729" y="7681"/>
                </a:lnTo>
                <a:lnTo>
                  <a:pt x="4643" y="7660"/>
                </a:lnTo>
                <a:lnTo>
                  <a:pt x="4472" y="7660"/>
                </a:lnTo>
                <a:lnTo>
                  <a:pt x="4301" y="7703"/>
                </a:lnTo>
                <a:lnTo>
                  <a:pt x="4130" y="7767"/>
                </a:lnTo>
                <a:lnTo>
                  <a:pt x="3958" y="7874"/>
                </a:lnTo>
                <a:lnTo>
                  <a:pt x="3809" y="8002"/>
                </a:lnTo>
                <a:lnTo>
                  <a:pt x="3809" y="8002"/>
                </a:lnTo>
                <a:lnTo>
                  <a:pt x="3595" y="8216"/>
                </a:lnTo>
                <a:lnTo>
                  <a:pt x="3274" y="8494"/>
                </a:lnTo>
                <a:lnTo>
                  <a:pt x="3081" y="8623"/>
                </a:lnTo>
                <a:lnTo>
                  <a:pt x="2931" y="8708"/>
                </a:lnTo>
                <a:lnTo>
                  <a:pt x="2867" y="8730"/>
                </a:lnTo>
                <a:lnTo>
                  <a:pt x="2824" y="8708"/>
                </a:lnTo>
                <a:lnTo>
                  <a:pt x="2782" y="8687"/>
                </a:lnTo>
                <a:lnTo>
                  <a:pt x="2760" y="8623"/>
                </a:lnTo>
                <a:lnTo>
                  <a:pt x="2760" y="8623"/>
                </a:lnTo>
                <a:lnTo>
                  <a:pt x="2782" y="8559"/>
                </a:lnTo>
                <a:lnTo>
                  <a:pt x="2824" y="8473"/>
                </a:lnTo>
                <a:lnTo>
                  <a:pt x="2931" y="8238"/>
                </a:lnTo>
                <a:lnTo>
                  <a:pt x="2974" y="8131"/>
                </a:lnTo>
                <a:lnTo>
                  <a:pt x="2974" y="8045"/>
                </a:lnTo>
                <a:lnTo>
                  <a:pt x="2974" y="8024"/>
                </a:lnTo>
                <a:lnTo>
                  <a:pt x="2953" y="8002"/>
                </a:lnTo>
                <a:lnTo>
                  <a:pt x="2910" y="7981"/>
                </a:lnTo>
                <a:lnTo>
                  <a:pt x="2867" y="8002"/>
                </a:lnTo>
                <a:lnTo>
                  <a:pt x="2867" y="8002"/>
                </a:lnTo>
                <a:lnTo>
                  <a:pt x="2803" y="8024"/>
                </a:lnTo>
                <a:lnTo>
                  <a:pt x="2760" y="8067"/>
                </a:lnTo>
                <a:lnTo>
                  <a:pt x="2675" y="8195"/>
                </a:lnTo>
                <a:lnTo>
                  <a:pt x="2610" y="8323"/>
                </a:lnTo>
                <a:lnTo>
                  <a:pt x="2568" y="8366"/>
                </a:lnTo>
                <a:lnTo>
                  <a:pt x="2503" y="8366"/>
                </a:lnTo>
                <a:lnTo>
                  <a:pt x="2503" y="8366"/>
                </a:lnTo>
                <a:lnTo>
                  <a:pt x="2503" y="8238"/>
                </a:lnTo>
                <a:lnTo>
                  <a:pt x="2503" y="8131"/>
                </a:lnTo>
                <a:lnTo>
                  <a:pt x="2525" y="8024"/>
                </a:lnTo>
                <a:lnTo>
                  <a:pt x="2589" y="7895"/>
                </a:lnTo>
                <a:lnTo>
                  <a:pt x="2589" y="7895"/>
                </a:lnTo>
                <a:lnTo>
                  <a:pt x="2717" y="7724"/>
                </a:lnTo>
                <a:lnTo>
                  <a:pt x="2760" y="7639"/>
                </a:lnTo>
                <a:lnTo>
                  <a:pt x="2803" y="7553"/>
                </a:lnTo>
                <a:lnTo>
                  <a:pt x="2803" y="7553"/>
                </a:lnTo>
                <a:lnTo>
                  <a:pt x="2824" y="7425"/>
                </a:lnTo>
                <a:lnTo>
                  <a:pt x="2803" y="7382"/>
                </a:lnTo>
                <a:lnTo>
                  <a:pt x="2782" y="7360"/>
                </a:lnTo>
                <a:lnTo>
                  <a:pt x="2717" y="7382"/>
                </a:lnTo>
                <a:lnTo>
                  <a:pt x="2632" y="7446"/>
                </a:lnTo>
                <a:lnTo>
                  <a:pt x="2461" y="7617"/>
                </a:lnTo>
                <a:lnTo>
                  <a:pt x="2354" y="7703"/>
                </a:lnTo>
                <a:lnTo>
                  <a:pt x="2354" y="7703"/>
                </a:lnTo>
                <a:lnTo>
                  <a:pt x="2332" y="7660"/>
                </a:lnTo>
                <a:lnTo>
                  <a:pt x="2311" y="7596"/>
                </a:lnTo>
                <a:lnTo>
                  <a:pt x="2311" y="7553"/>
                </a:lnTo>
                <a:lnTo>
                  <a:pt x="2332" y="7489"/>
                </a:lnTo>
                <a:lnTo>
                  <a:pt x="2418" y="7360"/>
                </a:lnTo>
                <a:lnTo>
                  <a:pt x="2546" y="7211"/>
                </a:lnTo>
                <a:lnTo>
                  <a:pt x="2782" y="6954"/>
                </a:lnTo>
                <a:lnTo>
                  <a:pt x="2867" y="6826"/>
                </a:lnTo>
                <a:lnTo>
                  <a:pt x="2867" y="6783"/>
                </a:lnTo>
                <a:lnTo>
                  <a:pt x="2867" y="6740"/>
                </a:lnTo>
                <a:lnTo>
                  <a:pt x="2867" y="6740"/>
                </a:lnTo>
                <a:lnTo>
                  <a:pt x="2846" y="6676"/>
                </a:lnTo>
                <a:lnTo>
                  <a:pt x="2824" y="6654"/>
                </a:lnTo>
                <a:lnTo>
                  <a:pt x="2782" y="6633"/>
                </a:lnTo>
                <a:lnTo>
                  <a:pt x="2760" y="6654"/>
                </a:lnTo>
                <a:lnTo>
                  <a:pt x="2675" y="6697"/>
                </a:lnTo>
                <a:lnTo>
                  <a:pt x="2589" y="6783"/>
                </a:lnTo>
                <a:lnTo>
                  <a:pt x="2418" y="6975"/>
                </a:lnTo>
                <a:lnTo>
                  <a:pt x="2332" y="7040"/>
                </a:lnTo>
                <a:lnTo>
                  <a:pt x="2311" y="7061"/>
                </a:lnTo>
                <a:lnTo>
                  <a:pt x="2290" y="7061"/>
                </a:lnTo>
                <a:lnTo>
                  <a:pt x="2290" y="7061"/>
                </a:lnTo>
                <a:lnTo>
                  <a:pt x="2247" y="7018"/>
                </a:lnTo>
                <a:lnTo>
                  <a:pt x="2225" y="6997"/>
                </a:lnTo>
                <a:lnTo>
                  <a:pt x="2225" y="6933"/>
                </a:lnTo>
                <a:lnTo>
                  <a:pt x="2225" y="6868"/>
                </a:lnTo>
                <a:lnTo>
                  <a:pt x="2268" y="6740"/>
                </a:lnTo>
                <a:lnTo>
                  <a:pt x="2354" y="6569"/>
                </a:lnTo>
                <a:lnTo>
                  <a:pt x="2525" y="6269"/>
                </a:lnTo>
                <a:lnTo>
                  <a:pt x="2653" y="6077"/>
                </a:lnTo>
                <a:lnTo>
                  <a:pt x="2653" y="6077"/>
                </a:lnTo>
                <a:lnTo>
                  <a:pt x="2675" y="5970"/>
                </a:lnTo>
                <a:lnTo>
                  <a:pt x="2675" y="5927"/>
                </a:lnTo>
                <a:lnTo>
                  <a:pt x="2653" y="5906"/>
                </a:lnTo>
                <a:lnTo>
                  <a:pt x="2632" y="5906"/>
                </a:lnTo>
                <a:lnTo>
                  <a:pt x="2589" y="5906"/>
                </a:lnTo>
                <a:lnTo>
                  <a:pt x="2482" y="5970"/>
                </a:lnTo>
                <a:lnTo>
                  <a:pt x="2482" y="5970"/>
                </a:lnTo>
                <a:lnTo>
                  <a:pt x="2418" y="6034"/>
                </a:lnTo>
                <a:lnTo>
                  <a:pt x="2354" y="6120"/>
                </a:lnTo>
                <a:lnTo>
                  <a:pt x="2290" y="6205"/>
                </a:lnTo>
                <a:lnTo>
                  <a:pt x="2247" y="6227"/>
                </a:lnTo>
                <a:lnTo>
                  <a:pt x="2204" y="6248"/>
                </a:lnTo>
                <a:lnTo>
                  <a:pt x="2204" y="6248"/>
                </a:lnTo>
                <a:lnTo>
                  <a:pt x="2204" y="5927"/>
                </a:lnTo>
                <a:lnTo>
                  <a:pt x="2161" y="5606"/>
                </a:lnTo>
                <a:lnTo>
                  <a:pt x="2140" y="5307"/>
                </a:lnTo>
                <a:lnTo>
                  <a:pt x="2118" y="4986"/>
                </a:lnTo>
                <a:lnTo>
                  <a:pt x="2118" y="4986"/>
                </a:lnTo>
                <a:lnTo>
                  <a:pt x="2140" y="4686"/>
                </a:lnTo>
                <a:lnTo>
                  <a:pt x="2118" y="4515"/>
                </a:lnTo>
                <a:lnTo>
                  <a:pt x="2097" y="4451"/>
                </a:lnTo>
                <a:lnTo>
                  <a:pt x="2054" y="4408"/>
                </a:lnTo>
                <a:lnTo>
                  <a:pt x="2054" y="4408"/>
                </a:lnTo>
                <a:lnTo>
                  <a:pt x="2011" y="4365"/>
                </a:lnTo>
                <a:lnTo>
                  <a:pt x="1969" y="4365"/>
                </a:lnTo>
                <a:lnTo>
                  <a:pt x="1904" y="4386"/>
                </a:lnTo>
                <a:lnTo>
                  <a:pt x="1840" y="4451"/>
                </a:lnTo>
                <a:lnTo>
                  <a:pt x="1797" y="4536"/>
                </a:lnTo>
                <a:lnTo>
                  <a:pt x="1733" y="4729"/>
                </a:lnTo>
                <a:lnTo>
                  <a:pt x="1690" y="4879"/>
                </a:lnTo>
                <a:lnTo>
                  <a:pt x="1690" y="4879"/>
                </a:lnTo>
                <a:lnTo>
                  <a:pt x="1669" y="5071"/>
                </a:lnTo>
                <a:lnTo>
                  <a:pt x="1626" y="5157"/>
                </a:lnTo>
                <a:lnTo>
                  <a:pt x="1605" y="5221"/>
                </a:lnTo>
                <a:lnTo>
                  <a:pt x="1605" y="5221"/>
                </a:lnTo>
                <a:lnTo>
                  <a:pt x="1519" y="5264"/>
                </a:lnTo>
                <a:lnTo>
                  <a:pt x="1412" y="5285"/>
                </a:lnTo>
                <a:lnTo>
                  <a:pt x="1305" y="5307"/>
                </a:lnTo>
                <a:lnTo>
                  <a:pt x="1220" y="5328"/>
                </a:lnTo>
                <a:lnTo>
                  <a:pt x="1220" y="5328"/>
                </a:lnTo>
                <a:lnTo>
                  <a:pt x="1027" y="5435"/>
                </a:lnTo>
                <a:lnTo>
                  <a:pt x="877" y="5542"/>
                </a:lnTo>
                <a:lnTo>
                  <a:pt x="877" y="5542"/>
                </a:lnTo>
                <a:lnTo>
                  <a:pt x="728" y="5692"/>
                </a:lnTo>
                <a:lnTo>
                  <a:pt x="663" y="5777"/>
                </a:lnTo>
                <a:lnTo>
                  <a:pt x="599" y="5820"/>
                </a:lnTo>
                <a:lnTo>
                  <a:pt x="599" y="5820"/>
                </a:lnTo>
                <a:lnTo>
                  <a:pt x="556" y="5799"/>
                </a:lnTo>
                <a:lnTo>
                  <a:pt x="514" y="5756"/>
                </a:lnTo>
                <a:lnTo>
                  <a:pt x="492" y="5670"/>
                </a:lnTo>
                <a:lnTo>
                  <a:pt x="471" y="5606"/>
                </a:lnTo>
                <a:lnTo>
                  <a:pt x="492" y="5413"/>
                </a:lnTo>
                <a:lnTo>
                  <a:pt x="492" y="5307"/>
                </a:lnTo>
                <a:lnTo>
                  <a:pt x="492" y="5307"/>
                </a:lnTo>
                <a:lnTo>
                  <a:pt x="514" y="5200"/>
                </a:lnTo>
                <a:lnTo>
                  <a:pt x="556" y="5093"/>
                </a:lnTo>
                <a:lnTo>
                  <a:pt x="642" y="4921"/>
                </a:lnTo>
                <a:lnTo>
                  <a:pt x="770" y="4772"/>
                </a:lnTo>
                <a:lnTo>
                  <a:pt x="920" y="4622"/>
                </a:lnTo>
                <a:lnTo>
                  <a:pt x="1241" y="4322"/>
                </a:lnTo>
                <a:lnTo>
                  <a:pt x="1391" y="4173"/>
                </a:lnTo>
                <a:lnTo>
                  <a:pt x="1519" y="4023"/>
                </a:lnTo>
                <a:lnTo>
                  <a:pt x="1519" y="4023"/>
                </a:lnTo>
                <a:lnTo>
                  <a:pt x="1797" y="3616"/>
                </a:lnTo>
                <a:lnTo>
                  <a:pt x="2033" y="3188"/>
                </a:lnTo>
                <a:lnTo>
                  <a:pt x="2546" y="2354"/>
                </a:lnTo>
                <a:lnTo>
                  <a:pt x="2546" y="2354"/>
                </a:lnTo>
                <a:lnTo>
                  <a:pt x="2782" y="1947"/>
                </a:lnTo>
                <a:lnTo>
                  <a:pt x="3038" y="1541"/>
                </a:lnTo>
                <a:lnTo>
                  <a:pt x="3188" y="1348"/>
                </a:lnTo>
                <a:lnTo>
                  <a:pt x="3359" y="1156"/>
                </a:lnTo>
                <a:lnTo>
                  <a:pt x="3530" y="985"/>
                </a:lnTo>
                <a:lnTo>
                  <a:pt x="3723" y="835"/>
                </a:lnTo>
                <a:lnTo>
                  <a:pt x="3723" y="835"/>
                </a:lnTo>
                <a:lnTo>
                  <a:pt x="3916" y="728"/>
                </a:lnTo>
                <a:lnTo>
                  <a:pt x="4108" y="621"/>
                </a:lnTo>
                <a:lnTo>
                  <a:pt x="4301" y="557"/>
                </a:lnTo>
                <a:lnTo>
                  <a:pt x="4515" y="492"/>
                </a:lnTo>
                <a:lnTo>
                  <a:pt x="4707" y="471"/>
                </a:lnTo>
                <a:lnTo>
                  <a:pt x="4900" y="450"/>
                </a:lnTo>
                <a:lnTo>
                  <a:pt x="5092" y="471"/>
                </a:lnTo>
                <a:lnTo>
                  <a:pt x="5264" y="492"/>
                </a:lnTo>
                <a:lnTo>
                  <a:pt x="5456" y="535"/>
                </a:lnTo>
                <a:lnTo>
                  <a:pt x="5649" y="621"/>
                </a:lnTo>
                <a:lnTo>
                  <a:pt x="5820" y="706"/>
                </a:lnTo>
                <a:lnTo>
                  <a:pt x="5991" y="813"/>
                </a:lnTo>
                <a:lnTo>
                  <a:pt x="6141" y="920"/>
                </a:lnTo>
                <a:lnTo>
                  <a:pt x="6312" y="1070"/>
                </a:lnTo>
                <a:lnTo>
                  <a:pt x="6440" y="1220"/>
                </a:lnTo>
                <a:lnTo>
                  <a:pt x="6590" y="1391"/>
                </a:lnTo>
                <a:lnTo>
                  <a:pt x="6590" y="1391"/>
                </a:lnTo>
                <a:lnTo>
                  <a:pt x="7061" y="2054"/>
                </a:lnTo>
                <a:lnTo>
                  <a:pt x="7189" y="2226"/>
                </a:lnTo>
                <a:lnTo>
                  <a:pt x="7318" y="2375"/>
                </a:lnTo>
                <a:lnTo>
                  <a:pt x="7467" y="2504"/>
                </a:lnTo>
                <a:lnTo>
                  <a:pt x="7638" y="2632"/>
                </a:lnTo>
                <a:lnTo>
                  <a:pt x="7638" y="2632"/>
                </a:lnTo>
                <a:lnTo>
                  <a:pt x="7981" y="2889"/>
                </a:lnTo>
                <a:lnTo>
                  <a:pt x="8152" y="2974"/>
                </a:lnTo>
                <a:lnTo>
                  <a:pt x="8345" y="3060"/>
                </a:lnTo>
                <a:lnTo>
                  <a:pt x="8345" y="3060"/>
                </a:lnTo>
                <a:lnTo>
                  <a:pt x="8580" y="3103"/>
                </a:lnTo>
                <a:lnTo>
                  <a:pt x="8794" y="3124"/>
                </a:lnTo>
                <a:lnTo>
                  <a:pt x="9008" y="3188"/>
                </a:lnTo>
                <a:lnTo>
                  <a:pt x="9093" y="3231"/>
                </a:lnTo>
                <a:lnTo>
                  <a:pt x="9200" y="3274"/>
                </a:lnTo>
                <a:lnTo>
                  <a:pt x="9200" y="3274"/>
                </a:lnTo>
                <a:lnTo>
                  <a:pt x="9286" y="3359"/>
                </a:lnTo>
                <a:lnTo>
                  <a:pt x="9372" y="3445"/>
                </a:lnTo>
                <a:lnTo>
                  <a:pt x="9436" y="3552"/>
                </a:lnTo>
                <a:lnTo>
                  <a:pt x="9500" y="3659"/>
                </a:lnTo>
                <a:lnTo>
                  <a:pt x="9564" y="3916"/>
                </a:lnTo>
                <a:lnTo>
                  <a:pt x="9607" y="4151"/>
                </a:lnTo>
                <a:lnTo>
                  <a:pt x="9607" y="4151"/>
                </a:lnTo>
                <a:lnTo>
                  <a:pt x="9372" y="4001"/>
                </a:lnTo>
                <a:lnTo>
                  <a:pt x="9136" y="3852"/>
                </a:lnTo>
                <a:lnTo>
                  <a:pt x="9008" y="3787"/>
                </a:lnTo>
                <a:lnTo>
                  <a:pt x="8901" y="3745"/>
                </a:lnTo>
                <a:lnTo>
                  <a:pt x="8751" y="3723"/>
                </a:lnTo>
                <a:lnTo>
                  <a:pt x="8623" y="3702"/>
                </a:lnTo>
                <a:lnTo>
                  <a:pt x="8623" y="3702"/>
                </a:lnTo>
                <a:lnTo>
                  <a:pt x="8345" y="3745"/>
                </a:lnTo>
                <a:lnTo>
                  <a:pt x="8216" y="3745"/>
                </a:lnTo>
                <a:lnTo>
                  <a:pt x="8088" y="3723"/>
                </a:lnTo>
                <a:lnTo>
                  <a:pt x="8088" y="3723"/>
                </a:lnTo>
                <a:lnTo>
                  <a:pt x="8002" y="3659"/>
                </a:lnTo>
                <a:lnTo>
                  <a:pt x="7917" y="3595"/>
                </a:lnTo>
                <a:lnTo>
                  <a:pt x="7788" y="3424"/>
                </a:lnTo>
                <a:lnTo>
                  <a:pt x="7788" y="3424"/>
                </a:lnTo>
                <a:lnTo>
                  <a:pt x="7596" y="3167"/>
                </a:lnTo>
                <a:lnTo>
                  <a:pt x="7446" y="3017"/>
                </a:lnTo>
                <a:lnTo>
                  <a:pt x="7403" y="2996"/>
                </a:lnTo>
                <a:lnTo>
                  <a:pt x="7382" y="2996"/>
                </a:lnTo>
                <a:lnTo>
                  <a:pt x="7360" y="2996"/>
                </a:lnTo>
                <a:lnTo>
                  <a:pt x="7360" y="2996"/>
                </a:lnTo>
                <a:lnTo>
                  <a:pt x="7339" y="3039"/>
                </a:lnTo>
                <a:lnTo>
                  <a:pt x="7339" y="3060"/>
                </a:lnTo>
                <a:lnTo>
                  <a:pt x="7360" y="3188"/>
                </a:lnTo>
                <a:lnTo>
                  <a:pt x="7510" y="3488"/>
                </a:lnTo>
                <a:lnTo>
                  <a:pt x="7788" y="4001"/>
                </a:lnTo>
                <a:lnTo>
                  <a:pt x="7788" y="4001"/>
                </a:lnTo>
                <a:lnTo>
                  <a:pt x="8302" y="5135"/>
                </a:lnTo>
                <a:lnTo>
                  <a:pt x="8580" y="5692"/>
                </a:lnTo>
                <a:lnTo>
                  <a:pt x="8879" y="6227"/>
                </a:lnTo>
                <a:lnTo>
                  <a:pt x="8879" y="6227"/>
                </a:lnTo>
                <a:lnTo>
                  <a:pt x="9029" y="6440"/>
                </a:lnTo>
                <a:lnTo>
                  <a:pt x="9222" y="6633"/>
                </a:lnTo>
                <a:lnTo>
                  <a:pt x="9393" y="6804"/>
                </a:lnTo>
                <a:lnTo>
                  <a:pt x="9564" y="6997"/>
                </a:lnTo>
                <a:lnTo>
                  <a:pt x="9564" y="6997"/>
                </a:lnTo>
                <a:lnTo>
                  <a:pt x="9735" y="7189"/>
                </a:lnTo>
                <a:lnTo>
                  <a:pt x="9885" y="7382"/>
                </a:lnTo>
                <a:lnTo>
                  <a:pt x="9885" y="7382"/>
                </a:lnTo>
                <a:lnTo>
                  <a:pt x="9928" y="7510"/>
                </a:lnTo>
                <a:lnTo>
                  <a:pt x="9971" y="7596"/>
                </a:lnTo>
                <a:lnTo>
                  <a:pt x="10013" y="7639"/>
                </a:lnTo>
                <a:lnTo>
                  <a:pt x="10013" y="7639"/>
                </a:lnTo>
                <a:lnTo>
                  <a:pt x="9864" y="7596"/>
                </a:lnTo>
                <a:lnTo>
                  <a:pt x="9692" y="7532"/>
                </a:lnTo>
                <a:lnTo>
                  <a:pt x="9372" y="7382"/>
                </a:lnTo>
                <a:lnTo>
                  <a:pt x="9222" y="7339"/>
                </a:lnTo>
                <a:lnTo>
                  <a:pt x="9072" y="7318"/>
                </a:lnTo>
                <a:lnTo>
                  <a:pt x="8986" y="7318"/>
                </a:lnTo>
                <a:lnTo>
                  <a:pt x="8922" y="7339"/>
                </a:lnTo>
                <a:lnTo>
                  <a:pt x="8837" y="7360"/>
                </a:lnTo>
                <a:lnTo>
                  <a:pt x="8772" y="7425"/>
                </a:lnTo>
                <a:lnTo>
                  <a:pt x="8772" y="7425"/>
                </a:lnTo>
                <a:close/>
                <a:moveTo>
                  <a:pt x="5242" y="2268"/>
                </a:moveTo>
                <a:lnTo>
                  <a:pt x="5242" y="2268"/>
                </a:lnTo>
                <a:lnTo>
                  <a:pt x="5071" y="2311"/>
                </a:lnTo>
                <a:lnTo>
                  <a:pt x="4921" y="2397"/>
                </a:lnTo>
                <a:lnTo>
                  <a:pt x="4836" y="2482"/>
                </a:lnTo>
                <a:lnTo>
                  <a:pt x="4771" y="2611"/>
                </a:lnTo>
                <a:lnTo>
                  <a:pt x="4750" y="2739"/>
                </a:lnTo>
                <a:lnTo>
                  <a:pt x="4750" y="2889"/>
                </a:lnTo>
                <a:lnTo>
                  <a:pt x="4771" y="3039"/>
                </a:lnTo>
                <a:lnTo>
                  <a:pt x="4814" y="3188"/>
                </a:lnTo>
                <a:lnTo>
                  <a:pt x="4900" y="3338"/>
                </a:lnTo>
                <a:lnTo>
                  <a:pt x="4985" y="3466"/>
                </a:lnTo>
                <a:lnTo>
                  <a:pt x="5114" y="3595"/>
                </a:lnTo>
                <a:lnTo>
                  <a:pt x="5221" y="3680"/>
                </a:lnTo>
                <a:lnTo>
                  <a:pt x="5371" y="3766"/>
                </a:lnTo>
                <a:lnTo>
                  <a:pt x="5499" y="3809"/>
                </a:lnTo>
                <a:lnTo>
                  <a:pt x="5649" y="3809"/>
                </a:lnTo>
                <a:lnTo>
                  <a:pt x="5820" y="3766"/>
                </a:lnTo>
                <a:lnTo>
                  <a:pt x="5820" y="3766"/>
                </a:lnTo>
                <a:lnTo>
                  <a:pt x="5927" y="3702"/>
                </a:lnTo>
                <a:lnTo>
                  <a:pt x="6012" y="3616"/>
                </a:lnTo>
                <a:lnTo>
                  <a:pt x="6077" y="3531"/>
                </a:lnTo>
                <a:lnTo>
                  <a:pt x="6098" y="3402"/>
                </a:lnTo>
                <a:lnTo>
                  <a:pt x="6119" y="3274"/>
                </a:lnTo>
                <a:lnTo>
                  <a:pt x="6098" y="3146"/>
                </a:lnTo>
                <a:lnTo>
                  <a:pt x="6077" y="3017"/>
                </a:lnTo>
                <a:lnTo>
                  <a:pt x="6034" y="2889"/>
                </a:lnTo>
                <a:lnTo>
                  <a:pt x="5970" y="2760"/>
                </a:lnTo>
                <a:lnTo>
                  <a:pt x="5884" y="2632"/>
                </a:lnTo>
                <a:lnTo>
                  <a:pt x="5798" y="2525"/>
                </a:lnTo>
                <a:lnTo>
                  <a:pt x="5691" y="2418"/>
                </a:lnTo>
                <a:lnTo>
                  <a:pt x="5584" y="2354"/>
                </a:lnTo>
                <a:lnTo>
                  <a:pt x="5477" y="2290"/>
                </a:lnTo>
                <a:lnTo>
                  <a:pt x="5371" y="2268"/>
                </a:lnTo>
                <a:lnTo>
                  <a:pt x="5242" y="2268"/>
                </a:lnTo>
                <a:lnTo>
                  <a:pt x="5242" y="2268"/>
                </a:lnTo>
                <a:close/>
                <a:moveTo>
                  <a:pt x="3787" y="2760"/>
                </a:moveTo>
                <a:lnTo>
                  <a:pt x="3787" y="2760"/>
                </a:lnTo>
                <a:lnTo>
                  <a:pt x="3659" y="2739"/>
                </a:lnTo>
                <a:lnTo>
                  <a:pt x="3552" y="2739"/>
                </a:lnTo>
                <a:lnTo>
                  <a:pt x="3445" y="2782"/>
                </a:lnTo>
                <a:lnTo>
                  <a:pt x="3359" y="2846"/>
                </a:lnTo>
                <a:lnTo>
                  <a:pt x="3252" y="2953"/>
                </a:lnTo>
                <a:lnTo>
                  <a:pt x="3188" y="3081"/>
                </a:lnTo>
                <a:lnTo>
                  <a:pt x="3124" y="3210"/>
                </a:lnTo>
                <a:lnTo>
                  <a:pt x="3081" y="3359"/>
                </a:lnTo>
                <a:lnTo>
                  <a:pt x="3038" y="3509"/>
                </a:lnTo>
                <a:lnTo>
                  <a:pt x="3038" y="3659"/>
                </a:lnTo>
                <a:lnTo>
                  <a:pt x="3038" y="3809"/>
                </a:lnTo>
                <a:lnTo>
                  <a:pt x="3081" y="3959"/>
                </a:lnTo>
                <a:lnTo>
                  <a:pt x="3145" y="4087"/>
                </a:lnTo>
                <a:lnTo>
                  <a:pt x="3231" y="4173"/>
                </a:lnTo>
                <a:lnTo>
                  <a:pt x="3359" y="4258"/>
                </a:lnTo>
                <a:lnTo>
                  <a:pt x="3530" y="4301"/>
                </a:lnTo>
                <a:lnTo>
                  <a:pt x="3530" y="4301"/>
                </a:lnTo>
                <a:lnTo>
                  <a:pt x="3659" y="4301"/>
                </a:lnTo>
                <a:lnTo>
                  <a:pt x="3787" y="4280"/>
                </a:lnTo>
                <a:lnTo>
                  <a:pt x="3894" y="4237"/>
                </a:lnTo>
                <a:lnTo>
                  <a:pt x="3980" y="4151"/>
                </a:lnTo>
                <a:lnTo>
                  <a:pt x="4044" y="4066"/>
                </a:lnTo>
                <a:lnTo>
                  <a:pt x="4108" y="3959"/>
                </a:lnTo>
                <a:lnTo>
                  <a:pt x="4151" y="3830"/>
                </a:lnTo>
                <a:lnTo>
                  <a:pt x="4172" y="3702"/>
                </a:lnTo>
                <a:lnTo>
                  <a:pt x="4172" y="3552"/>
                </a:lnTo>
                <a:lnTo>
                  <a:pt x="4151" y="3424"/>
                </a:lnTo>
                <a:lnTo>
                  <a:pt x="4130" y="3274"/>
                </a:lnTo>
                <a:lnTo>
                  <a:pt x="4087" y="3146"/>
                </a:lnTo>
                <a:lnTo>
                  <a:pt x="4044" y="3039"/>
                </a:lnTo>
                <a:lnTo>
                  <a:pt x="3958" y="2932"/>
                </a:lnTo>
                <a:lnTo>
                  <a:pt x="3873" y="2846"/>
                </a:lnTo>
                <a:lnTo>
                  <a:pt x="3787" y="2760"/>
                </a:lnTo>
                <a:lnTo>
                  <a:pt x="3787" y="2760"/>
                </a:lnTo>
                <a:close/>
                <a:moveTo>
                  <a:pt x="5649" y="4558"/>
                </a:moveTo>
                <a:lnTo>
                  <a:pt x="5649" y="4558"/>
                </a:lnTo>
                <a:lnTo>
                  <a:pt x="5499" y="4493"/>
                </a:lnTo>
                <a:lnTo>
                  <a:pt x="5349" y="4472"/>
                </a:lnTo>
                <a:lnTo>
                  <a:pt x="5199" y="4472"/>
                </a:lnTo>
                <a:lnTo>
                  <a:pt x="5050" y="4515"/>
                </a:lnTo>
                <a:lnTo>
                  <a:pt x="4900" y="4579"/>
                </a:lnTo>
                <a:lnTo>
                  <a:pt x="4771" y="4643"/>
                </a:lnTo>
                <a:lnTo>
                  <a:pt x="4515" y="4814"/>
                </a:lnTo>
                <a:lnTo>
                  <a:pt x="4515" y="4814"/>
                </a:lnTo>
                <a:lnTo>
                  <a:pt x="4365" y="4921"/>
                </a:lnTo>
                <a:lnTo>
                  <a:pt x="4279" y="5007"/>
                </a:lnTo>
                <a:lnTo>
                  <a:pt x="4215" y="5114"/>
                </a:lnTo>
                <a:lnTo>
                  <a:pt x="4172" y="5200"/>
                </a:lnTo>
                <a:lnTo>
                  <a:pt x="4172" y="5285"/>
                </a:lnTo>
                <a:lnTo>
                  <a:pt x="4194" y="5328"/>
                </a:lnTo>
                <a:lnTo>
                  <a:pt x="4215" y="5349"/>
                </a:lnTo>
                <a:lnTo>
                  <a:pt x="4279" y="5392"/>
                </a:lnTo>
                <a:lnTo>
                  <a:pt x="4344" y="5413"/>
                </a:lnTo>
                <a:lnTo>
                  <a:pt x="4344" y="5413"/>
                </a:lnTo>
                <a:lnTo>
                  <a:pt x="4408" y="5413"/>
                </a:lnTo>
                <a:lnTo>
                  <a:pt x="4493" y="5413"/>
                </a:lnTo>
                <a:lnTo>
                  <a:pt x="4643" y="5349"/>
                </a:lnTo>
                <a:lnTo>
                  <a:pt x="4793" y="5285"/>
                </a:lnTo>
                <a:lnTo>
                  <a:pt x="4943" y="5242"/>
                </a:lnTo>
                <a:lnTo>
                  <a:pt x="4943" y="5242"/>
                </a:lnTo>
                <a:lnTo>
                  <a:pt x="5092" y="5242"/>
                </a:lnTo>
                <a:lnTo>
                  <a:pt x="5221" y="5242"/>
                </a:lnTo>
                <a:lnTo>
                  <a:pt x="5371" y="5242"/>
                </a:lnTo>
                <a:lnTo>
                  <a:pt x="5520" y="5242"/>
                </a:lnTo>
                <a:lnTo>
                  <a:pt x="5520" y="5242"/>
                </a:lnTo>
                <a:lnTo>
                  <a:pt x="5649" y="5200"/>
                </a:lnTo>
                <a:lnTo>
                  <a:pt x="5756" y="5135"/>
                </a:lnTo>
                <a:lnTo>
                  <a:pt x="5820" y="5050"/>
                </a:lnTo>
                <a:lnTo>
                  <a:pt x="5863" y="4943"/>
                </a:lnTo>
                <a:lnTo>
                  <a:pt x="5863" y="4836"/>
                </a:lnTo>
                <a:lnTo>
                  <a:pt x="5841" y="4729"/>
                </a:lnTo>
                <a:lnTo>
                  <a:pt x="5756" y="4643"/>
                </a:lnTo>
                <a:lnTo>
                  <a:pt x="5649" y="4558"/>
                </a:lnTo>
                <a:lnTo>
                  <a:pt x="5649" y="4558"/>
                </a:lnTo>
                <a:close/>
                <a:moveTo>
                  <a:pt x="7510" y="5285"/>
                </a:moveTo>
                <a:lnTo>
                  <a:pt x="7510" y="5285"/>
                </a:lnTo>
                <a:lnTo>
                  <a:pt x="7531" y="5285"/>
                </a:lnTo>
                <a:lnTo>
                  <a:pt x="7531" y="5285"/>
                </a:lnTo>
                <a:lnTo>
                  <a:pt x="7553" y="5285"/>
                </a:lnTo>
                <a:lnTo>
                  <a:pt x="7553" y="5285"/>
                </a:lnTo>
                <a:lnTo>
                  <a:pt x="7510" y="5285"/>
                </a:lnTo>
                <a:lnTo>
                  <a:pt x="7510" y="5285"/>
                </a:lnTo>
                <a:close/>
                <a:moveTo>
                  <a:pt x="7531" y="5285"/>
                </a:moveTo>
                <a:lnTo>
                  <a:pt x="7531" y="5285"/>
                </a:lnTo>
                <a:lnTo>
                  <a:pt x="7446" y="5285"/>
                </a:lnTo>
                <a:lnTo>
                  <a:pt x="7403" y="5328"/>
                </a:lnTo>
                <a:lnTo>
                  <a:pt x="7403" y="5392"/>
                </a:lnTo>
                <a:lnTo>
                  <a:pt x="7425" y="5478"/>
                </a:lnTo>
                <a:lnTo>
                  <a:pt x="7489" y="5670"/>
                </a:lnTo>
                <a:lnTo>
                  <a:pt x="7553" y="5777"/>
                </a:lnTo>
                <a:lnTo>
                  <a:pt x="7553" y="5777"/>
                </a:lnTo>
                <a:lnTo>
                  <a:pt x="7660" y="5991"/>
                </a:lnTo>
                <a:lnTo>
                  <a:pt x="7788" y="6205"/>
                </a:lnTo>
                <a:lnTo>
                  <a:pt x="7874" y="6291"/>
                </a:lnTo>
                <a:lnTo>
                  <a:pt x="7959" y="6376"/>
                </a:lnTo>
                <a:lnTo>
                  <a:pt x="8045" y="6440"/>
                </a:lnTo>
                <a:lnTo>
                  <a:pt x="8152" y="6462"/>
                </a:lnTo>
                <a:lnTo>
                  <a:pt x="8152" y="6462"/>
                </a:lnTo>
                <a:lnTo>
                  <a:pt x="8173" y="6376"/>
                </a:lnTo>
                <a:lnTo>
                  <a:pt x="8152" y="6269"/>
                </a:lnTo>
                <a:lnTo>
                  <a:pt x="8131" y="6184"/>
                </a:lnTo>
                <a:lnTo>
                  <a:pt x="8088" y="6098"/>
                </a:lnTo>
                <a:lnTo>
                  <a:pt x="7852" y="5756"/>
                </a:lnTo>
                <a:lnTo>
                  <a:pt x="7852" y="5756"/>
                </a:lnTo>
                <a:lnTo>
                  <a:pt x="7724" y="5499"/>
                </a:lnTo>
                <a:lnTo>
                  <a:pt x="7638" y="5371"/>
                </a:lnTo>
                <a:lnTo>
                  <a:pt x="7574" y="5307"/>
                </a:lnTo>
                <a:lnTo>
                  <a:pt x="7531" y="5285"/>
                </a:lnTo>
                <a:lnTo>
                  <a:pt x="7531" y="5285"/>
                </a:lnTo>
                <a:close/>
                <a:moveTo>
                  <a:pt x="6633" y="6547"/>
                </a:moveTo>
                <a:lnTo>
                  <a:pt x="6633" y="6547"/>
                </a:lnTo>
                <a:lnTo>
                  <a:pt x="6547" y="6569"/>
                </a:lnTo>
                <a:lnTo>
                  <a:pt x="6504" y="6612"/>
                </a:lnTo>
                <a:lnTo>
                  <a:pt x="6504" y="6633"/>
                </a:lnTo>
                <a:lnTo>
                  <a:pt x="6504" y="6719"/>
                </a:lnTo>
                <a:lnTo>
                  <a:pt x="6526" y="6847"/>
                </a:lnTo>
                <a:lnTo>
                  <a:pt x="6526" y="6847"/>
                </a:lnTo>
                <a:lnTo>
                  <a:pt x="6611" y="7082"/>
                </a:lnTo>
                <a:lnTo>
                  <a:pt x="6654" y="7211"/>
                </a:lnTo>
                <a:lnTo>
                  <a:pt x="6718" y="7318"/>
                </a:lnTo>
                <a:lnTo>
                  <a:pt x="6718" y="7318"/>
                </a:lnTo>
                <a:lnTo>
                  <a:pt x="6783" y="7382"/>
                </a:lnTo>
                <a:lnTo>
                  <a:pt x="6847" y="7425"/>
                </a:lnTo>
                <a:lnTo>
                  <a:pt x="6890" y="7425"/>
                </a:lnTo>
                <a:lnTo>
                  <a:pt x="6911" y="7382"/>
                </a:lnTo>
                <a:lnTo>
                  <a:pt x="6932" y="7339"/>
                </a:lnTo>
                <a:lnTo>
                  <a:pt x="6954" y="7254"/>
                </a:lnTo>
                <a:lnTo>
                  <a:pt x="6932" y="7168"/>
                </a:lnTo>
                <a:lnTo>
                  <a:pt x="6911" y="7082"/>
                </a:lnTo>
                <a:lnTo>
                  <a:pt x="6911" y="7082"/>
                </a:lnTo>
                <a:lnTo>
                  <a:pt x="6804" y="6804"/>
                </a:lnTo>
                <a:lnTo>
                  <a:pt x="6718" y="6654"/>
                </a:lnTo>
                <a:lnTo>
                  <a:pt x="6633" y="6547"/>
                </a:lnTo>
                <a:lnTo>
                  <a:pt x="6633" y="6547"/>
                </a:lnTo>
                <a:close/>
                <a:moveTo>
                  <a:pt x="6633" y="6547"/>
                </a:moveTo>
                <a:lnTo>
                  <a:pt x="6633" y="6547"/>
                </a:lnTo>
                <a:lnTo>
                  <a:pt x="6590" y="6526"/>
                </a:lnTo>
                <a:lnTo>
                  <a:pt x="6590" y="6526"/>
                </a:lnTo>
                <a:lnTo>
                  <a:pt x="6590" y="6526"/>
                </a:lnTo>
                <a:lnTo>
                  <a:pt x="6590" y="6526"/>
                </a:lnTo>
                <a:lnTo>
                  <a:pt x="6633" y="6547"/>
                </a:lnTo>
                <a:lnTo>
                  <a:pt x="6633" y="6547"/>
                </a:lnTo>
                <a:close/>
                <a:moveTo>
                  <a:pt x="6633" y="6547"/>
                </a:moveTo>
                <a:lnTo>
                  <a:pt x="6633" y="6547"/>
                </a:lnTo>
                <a:lnTo>
                  <a:pt x="6633" y="6547"/>
                </a:lnTo>
                <a:lnTo>
                  <a:pt x="6633" y="6547"/>
                </a:lnTo>
                <a:lnTo>
                  <a:pt x="6654" y="6547"/>
                </a:lnTo>
                <a:lnTo>
                  <a:pt x="6654" y="6547"/>
                </a:lnTo>
                <a:lnTo>
                  <a:pt x="6633" y="6547"/>
                </a:lnTo>
                <a:lnTo>
                  <a:pt x="6633" y="6547"/>
                </a:ln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6" name="Google Shape;200;p8">
            <a:extLst>
              <a:ext uri="{FF2B5EF4-FFF2-40B4-BE49-F238E27FC236}">
                <a16:creationId xmlns:a16="http://schemas.microsoft.com/office/drawing/2014/main" id="{30DCA3C6-1C77-4B4F-ABF5-5940D65F6682}"/>
              </a:ext>
            </a:extLst>
          </p:cNvPr>
          <p:cNvSpPr/>
          <p:nvPr/>
        </p:nvSpPr>
        <p:spPr>
          <a:xfrm>
            <a:off x="976184" y="852617"/>
            <a:ext cx="660691" cy="656396"/>
          </a:xfrm>
          <a:custGeom>
            <a:avLst/>
            <a:gdLst/>
            <a:ahLst/>
            <a:cxnLst/>
            <a:rect l="l" t="t" r="r" b="b"/>
            <a:pathLst>
              <a:path w="10036" h="9180" extrusionOk="0">
                <a:moveTo>
                  <a:pt x="9779" y="1049"/>
                </a:moveTo>
                <a:lnTo>
                  <a:pt x="9779" y="1049"/>
                </a:lnTo>
                <a:lnTo>
                  <a:pt x="9672" y="1007"/>
                </a:lnTo>
                <a:lnTo>
                  <a:pt x="9543" y="985"/>
                </a:lnTo>
                <a:lnTo>
                  <a:pt x="9308" y="942"/>
                </a:lnTo>
                <a:lnTo>
                  <a:pt x="9308" y="942"/>
                </a:lnTo>
                <a:lnTo>
                  <a:pt x="9180" y="921"/>
                </a:lnTo>
                <a:lnTo>
                  <a:pt x="9115" y="921"/>
                </a:lnTo>
                <a:lnTo>
                  <a:pt x="9051" y="878"/>
                </a:lnTo>
                <a:lnTo>
                  <a:pt x="9051" y="878"/>
                </a:lnTo>
                <a:lnTo>
                  <a:pt x="8966" y="835"/>
                </a:lnTo>
                <a:lnTo>
                  <a:pt x="8966" y="835"/>
                </a:lnTo>
                <a:lnTo>
                  <a:pt x="8944" y="814"/>
                </a:lnTo>
                <a:lnTo>
                  <a:pt x="8966" y="835"/>
                </a:lnTo>
                <a:lnTo>
                  <a:pt x="8966" y="835"/>
                </a:lnTo>
                <a:lnTo>
                  <a:pt x="8987" y="814"/>
                </a:lnTo>
                <a:lnTo>
                  <a:pt x="8987" y="771"/>
                </a:lnTo>
                <a:lnTo>
                  <a:pt x="8987" y="771"/>
                </a:lnTo>
                <a:lnTo>
                  <a:pt x="8966" y="664"/>
                </a:lnTo>
                <a:lnTo>
                  <a:pt x="8987" y="557"/>
                </a:lnTo>
                <a:lnTo>
                  <a:pt x="8966" y="450"/>
                </a:lnTo>
                <a:lnTo>
                  <a:pt x="8944" y="386"/>
                </a:lnTo>
                <a:lnTo>
                  <a:pt x="8901" y="322"/>
                </a:lnTo>
                <a:lnTo>
                  <a:pt x="8901" y="322"/>
                </a:lnTo>
                <a:lnTo>
                  <a:pt x="8837" y="258"/>
                </a:lnTo>
                <a:lnTo>
                  <a:pt x="8773" y="194"/>
                </a:lnTo>
                <a:lnTo>
                  <a:pt x="8602" y="108"/>
                </a:lnTo>
                <a:lnTo>
                  <a:pt x="8602" y="108"/>
                </a:lnTo>
                <a:lnTo>
                  <a:pt x="8495" y="87"/>
                </a:lnTo>
                <a:lnTo>
                  <a:pt x="8388" y="65"/>
                </a:lnTo>
                <a:lnTo>
                  <a:pt x="8281" y="87"/>
                </a:lnTo>
                <a:lnTo>
                  <a:pt x="8174" y="129"/>
                </a:lnTo>
                <a:lnTo>
                  <a:pt x="8174" y="129"/>
                </a:lnTo>
                <a:lnTo>
                  <a:pt x="8110" y="215"/>
                </a:lnTo>
                <a:lnTo>
                  <a:pt x="8046" y="300"/>
                </a:lnTo>
                <a:lnTo>
                  <a:pt x="7981" y="386"/>
                </a:lnTo>
                <a:lnTo>
                  <a:pt x="7939" y="407"/>
                </a:lnTo>
                <a:lnTo>
                  <a:pt x="7874" y="429"/>
                </a:lnTo>
                <a:lnTo>
                  <a:pt x="7874" y="429"/>
                </a:lnTo>
                <a:lnTo>
                  <a:pt x="7810" y="407"/>
                </a:lnTo>
                <a:lnTo>
                  <a:pt x="7746" y="386"/>
                </a:lnTo>
                <a:lnTo>
                  <a:pt x="7618" y="322"/>
                </a:lnTo>
                <a:lnTo>
                  <a:pt x="7489" y="236"/>
                </a:lnTo>
                <a:lnTo>
                  <a:pt x="7361" y="172"/>
                </a:lnTo>
                <a:lnTo>
                  <a:pt x="7361" y="172"/>
                </a:lnTo>
                <a:lnTo>
                  <a:pt x="7168" y="108"/>
                </a:lnTo>
                <a:lnTo>
                  <a:pt x="6954" y="65"/>
                </a:lnTo>
                <a:lnTo>
                  <a:pt x="6569" y="22"/>
                </a:lnTo>
                <a:lnTo>
                  <a:pt x="6569" y="22"/>
                </a:lnTo>
                <a:lnTo>
                  <a:pt x="6077" y="1"/>
                </a:lnTo>
                <a:lnTo>
                  <a:pt x="5585" y="1"/>
                </a:lnTo>
                <a:lnTo>
                  <a:pt x="5093" y="44"/>
                </a:lnTo>
                <a:lnTo>
                  <a:pt x="4622" y="108"/>
                </a:lnTo>
                <a:lnTo>
                  <a:pt x="4622" y="108"/>
                </a:lnTo>
                <a:lnTo>
                  <a:pt x="4173" y="194"/>
                </a:lnTo>
                <a:lnTo>
                  <a:pt x="3724" y="300"/>
                </a:lnTo>
                <a:lnTo>
                  <a:pt x="3296" y="450"/>
                </a:lnTo>
                <a:lnTo>
                  <a:pt x="2846" y="600"/>
                </a:lnTo>
                <a:lnTo>
                  <a:pt x="2846" y="600"/>
                </a:lnTo>
                <a:lnTo>
                  <a:pt x="2461" y="750"/>
                </a:lnTo>
                <a:lnTo>
                  <a:pt x="2055" y="921"/>
                </a:lnTo>
                <a:lnTo>
                  <a:pt x="1670" y="1114"/>
                </a:lnTo>
                <a:lnTo>
                  <a:pt x="1499" y="1221"/>
                </a:lnTo>
                <a:lnTo>
                  <a:pt x="1327" y="1327"/>
                </a:lnTo>
                <a:lnTo>
                  <a:pt x="1327" y="1327"/>
                </a:lnTo>
                <a:lnTo>
                  <a:pt x="1113" y="1477"/>
                </a:lnTo>
                <a:lnTo>
                  <a:pt x="964" y="1606"/>
                </a:lnTo>
                <a:lnTo>
                  <a:pt x="793" y="1755"/>
                </a:lnTo>
                <a:lnTo>
                  <a:pt x="664" y="1884"/>
                </a:lnTo>
                <a:lnTo>
                  <a:pt x="557" y="2034"/>
                </a:lnTo>
                <a:lnTo>
                  <a:pt x="557" y="2098"/>
                </a:lnTo>
                <a:lnTo>
                  <a:pt x="557" y="2141"/>
                </a:lnTo>
                <a:lnTo>
                  <a:pt x="579" y="2205"/>
                </a:lnTo>
                <a:lnTo>
                  <a:pt x="621" y="2247"/>
                </a:lnTo>
                <a:lnTo>
                  <a:pt x="621" y="2247"/>
                </a:lnTo>
                <a:lnTo>
                  <a:pt x="686" y="2269"/>
                </a:lnTo>
                <a:lnTo>
                  <a:pt x="728" y="2269"/>
                </a:lnTo>
                <a:lnTo>
                  <a:pt x="835" y="2226"/>
                </a:lnTo>
                <a:lnTo>
                  <a:pt x="1049" y="2119"/>
                </a:lnTo>
                <a:lnTo>
                  <a:pt x="1049" y="2119"/>
                </a:lnTo>
                <a:lnTo>
                  <a:pt x="1242" y="2034"/>
                </a:lnTo>
                <a:lnTo>
                  <a:pt x="1434" y="1969"/>
                </a:lnTo>
                <a:lnTo>
                  <a:pt x="1819" y="1862"/>
                </a:lnTo>
                <a:lnTo>
                  <a:pt x="1819" y="1862"/>
                </a:lnTo>
                <a:lnTo>
                  <a:pt x="2718" y="1606"/>
                </a:lnTo>
                <a:lnTo>
                  <a:pt x="3189" y="1499"/>
                </a:lnTo>
                <a:lnTo>
                  <a:pt x="3424" y="1456"/>
                </a:lnTo>
                <a:lnTo>
                  <a:pt x="3638" y="1434"/>
                </a:lnTo>
                <a:lnTo>
                  <a:pt x="3638" y="1434"/>
                </a:lnTo>
                <a:lnTo>
                  <a:pt x="3809" y="1434"/>
                </a:lnTo>
                <a:lnTo>
                  <a:pt x="3980" y="1456"/>
                </a:lnTo>
                <a:lnTo>
                  <a:pt x="4152" y="1456"/>
                </a:lnTo>
                <a:lnTo>
                  <a:pt x="4301" y="1434"/>
                </a:lnTo>
                <a:lnTo>
                  <a:pt x="4301" y="1434"/>
                </a:lnTo>
                <a:lnTo>
                  <a:pt x="4387" y="1392"/>
                </a:lnTo>
                <a:lnTo>
                  <a:pt x="4451" y="1349"/>
                </a:lnTo>
                <a:lnTo>
                  <a:pt x="4558" y="1242"/>
                </a:lnTo>
                <a:lnTo>
                  <a:pt x="4687" y="1114"/>
                </a:lnTo>
                <a:lnTo>
                  <a:pt x="4751" y="1071"/>
                </a:lnTo>
                <a:lnTo>
                  <a:pt x="4836" y="1049"/>
                </a:lnTo>
                <a:lnTo>
                  <a:pt x="4836" y="1049"/>
                </a:lnTo>
                <a:lnTo>
                  <a:pt x="4879" y="1156"/>
                </a:lnTo>
                <a:lnTo>
                  <a:pt x="4943" y="1285"/>
                </a:lnTo>
                <a:lnTo>
                  <a:pt x="5029" y="1392"/>
                </a:lnTo>
                <a:lnTo>
                  <a:pt x="5093" y="1434"/>
                </a:lnTo>
                <a:lnTo>
                  <a:pt x="5136" y="1456"/>
                </a:lnTo>
                <a:lnTo>
                  <a:pt x="5136" y="1456"/>
                </a:lnTo>
                <a:lnTo>
                  <a:pt x="5200" y="1456"/>
                </a:lnTo>
                <a:lnTo>
                  <a:pt x="5286" y="1434"/>
                </a:lnTo>
                <a:lnTo>
                  <a:pt x="5371" y="1434"/>
                </a:lnTo>
                <a:lnTo>
                  <a:pt x="5435" y="1413"/>
                </a:lnTo>
                <a:lnTo>
                  <a:pt x="5435" y="1413"/>
                </a:lnTo>
                <a:lnTo>
                  <a:pt x="5585" y="1434"/>
                </a:lnTo>
                <a:lnTo>
                  <a:pt x="5756" y="1456"/>
                </a:lnTo>
                <a:lnTo>
                  <a:pt x="5756" y="1456"/>
                </a:lnTo>
                <a:lnTo>
                  <a:pt x="5927" y="1520"/>
                </a:lnTo>
                <a:lnTo>
                  <a:pt x="6013" y="1541"/>
                </a:lnTo>
                <a:lnTo>
                  <a:pt x="6120" y="1520"/>
                </a:lnTo>
                <a:lnTo>
                  <a:pt x="6120" y="1520"/>
                </a:lnTo>
                <a:lnTo>
                  <a:pt x="6248" y="1413"/>
                </a:lnTo>
                <a:lnTo>
                  <a:pt x="6313" y="1349"/>
                </a:lnTo>
                <a:lnTo>
                  <a:pt x="6355" y="1327"/>
                </a:lnTo>
                <a:lnTo>
                  <a:pt x="6355" y="1327"/>
                </a:lnTo>
                <a:lnTo>
                  <a:pt x="6377" y="1349"/>
                </a:lnTo>
                <a:lnTo>
                  <a:pt x="6398" y="1392"/>
                </a:lnTo>
                <a:lnTo>
                  <a:pt x="6377" y="1499"/>
                </a:lnTo>
                <a:lnTo>
                  <a:pt x="6355" y="1627"/>
                </a:lnTo>
                <a:lnTo>
                  <a:pt x="6355" y="1713"/>
                </a:lnTo>
                <a:lnTo>
                  <a:pt x="6355" y="1713"/>
                </a:lnTo>
                <a:lnTo>
                  <a:pt x="6398" y="1820"/>
                </a:lnTo>
                <a:lnTo>
                  <a:pt x="6484" y="1905"/>
                </a:lnTo>
                <a:lnTo>
                  <a:pt x="6591" y="1991"/>
                </a:lnTo>
                <a:lnTo>
                  <a:pt x="6698" y="2055"/>
                </a:lnTo>
                <a:lnTo>
                  <a:pt x="6698" y="2055"/>
                </a:lnTo>
                <a:lnTo>
                  <a:pt x="6954" y="2183"/>
                </a:lnTo>
                <a:lnTo>
                  <a:pt x="7233" y="2312"/>
                </a:lnTo>
                <a:lnTo>
                  <a:pt x="7233" y="2312"/>
                </a:lnTo>
                <a:lnTo>
                  <a:pt x="7468" y="2376"/>
                </a:lnTo>
                <a:lnTo>
                  <a:pt x="7596" y="2419"/>
                </a:lnTo>
                <a:lnTo>
                  <a:pt x="7682" y="2461"/>
                </a:lnTo>
                <a:lnTo>
                  <a:pt x="7682" y="2461"/>
                </a:lnTo>
                <a:lnTo>
                  <a:pt x="7725" y="2504"/>
                </a:lnTo>
                <a:lnTo>
                  <a:pt x="7746" y="2568"/>
                </a:lnTo>
                <a:lnTo>
                  <a:pt x="7768" y="2675"/>
                </a:lnTo>
                <a:lnTo>
                  <a:pt x="7768" y="2825"/>
                </a:lnTo>
                <a:lnTo>
                  <a:pt x="7746" y="2975"/>
                </a:lnTo>
                <a:lnTo>
                  <a:pt x="7661" y="3274"/>
                </a:lnTo>
                <a:lnTo>
                  <a:pt x="7596" y="3510"/>
                </a:lnTo>
                <a:lnTo>
                  <a:pt x="7596" y="3510"/>
                </a:lnTo>
                <a:lnTo>
                  <a:pt x="7468" y="4195"/>
                </a:lnTo>
                <a:lnTo>
                  <a:pt x="7340" y="4858"/>
                </a:lnTo>
                <a:lnTo>
                  <a:pt x="7340" y="4858"/>
                </a:lnTo>
                <a:lnTo>
                  <a:pt x="7211" y="5500"/>
                </a:lnTo>
                <a:lnTo>
                  <a:pt x="7083" y="6142"/>
                </a:lnTo>
                <a:lnTo>
                  <a:pt x="6954" y="6762"/>
                </a:lnTo>
                <a:lnTo>
                  <a:pt x="6783" y="7382"/>
                </a:lnTo>
                <a:lnTo>
                  <a:pt x="6783" y="7382"/>
                </a:lnTo>
                <a:lnTo>
                  <a:pt x="6655" y="7810"/>
                </a:lnTo>
                <a:lnTo>
                  <a:pt x="6591" y="8110"/>
                </a:lnTo>
                <a:lnTo>
                  <a:pt x="6548" y="8431"/>
                </a:lnTo>
                <a:lnTo>
                  <a:pt x="6527" y="8730"/>
                </a:lnTo>
                <a:lnTo>
                  <a:pt x="6548" y="8880"/>
                </a:lnTo>
                <a:lnTo>
                  <a:pt x="6569" y="8987"/>
                </a:lnTo>
                <a:lnTo>
                  <a:pt x="6612" y="9073"/>
                </a:lnTo>
                <a:lnTo>
                  <a:pt x="6698" y="9137"/>
                </a:lnTo>
                <a:lnTo>
                  <a:pt x="6783" y="9158"/>
                </a:lnTo>
                <a:lnTo>
                  <a:pt x="6912" y="9137"/>
                </a:lnTo>
                <a:lnTo>
                  <a:pt x="6912" y="9137"/>
                </a:lnTo>
                <a:lnTo>
                  <a:pt x="7019" y="9094"/>
                </a:lnTo>
                <a:lnTo>
                  <a:pt x="7083" y="9009"/>
                </a:lnTo>
                <a:lnTo>
                  <a:pt x="7147" y="8902"/>
                </a:lnTo>
                <a:lnTo>
                  <a:pt x="7168" y="8773"/>
                </a:lnTo>
                <a:lnTo>
                  <a:pt x="7211" y="8516"/>
                </a:lnTo>
                <a:lnTo>
                  <a:pt x="7233" y="8281"/>
                </a:lnTo>
                <a:lnTo>
                  <a:pt x="7233" y="8281"/>
                </a:lnTo>
                <a:lnTo>
                  <a:pt x="7447" y="7104"/>
                </a:lnTo>
                <a:lnTo>
                  <a:pt x="7447" y="7104"/>
                </a:lnTo>
                <a:lnTo>
                  <a:pt x="7511" y="6805"/>
                </a:lnTo>
                <a:lnTo>
                  <a:pt x="7575" y="6505"/>
                </a:lnTo>
                <a:lnTo>
                  <a:pt x="7725" y="5885"/>
                </a:lnTo>
                <a:lnTo>
                  <a:pt x="7725" y="5885"/>
                </a:lnTo>
                <a:lnTo>
                  <a:pt x="7832" y="5243"/>
                </a:lnTo>
                <a:lnTo>
                  <a:pt x="7874" y="4922"/>
                </a:lnTo>
                <a:lnTo>
                  <a:pt x="7939" y="4601"/>
                </a:lnTo>
                <a:lnTo>
                  <a:pt x="7939" y="4601"/>
                </a:lnTo>
                <a:lnTo>
                  <a:pt x="8067" y="4023"/>
                </a:lnTo>
                <a:lnTo>
                  <a:pt x="8131" y="3745"/>
                </a:lnTo>
                <a:lnTo>
                  <a:pt x="8217" y="3446"/>
                </a:lnTo>
                <a:lnTo>
                  <a:pt x="8217" y="3446"/>
                </a:lnTo>
                <a:lnTo>
                  <a:pt x="8260" y="3296"/>
                </a:lnTo>
                <a:lnTo>
                  <a:pt x="8324" y="3061"/>
                </a:lnTo>
                <a:lnTo>
                  <a:pt x="8431" y="2847"/>
                </a:lnTo>
                <a:lnTo>
                  <a:pt x="8495" y="2782"/>
                </a:lnTo>
                <a:lnTo>
                  <a:pt x="8538" y="2740"/>
                </a:lnTo>
                <a:lnTo>
                  <a:pt x="8538" y="2740"/>
                </a:lnTo>
                <a:lnTo>
                  <a:pt x="8581" y="2740"/>
                </a:lnTo>
                <a:lnTo>
                  <a:pt x="8645" y="2740"/>
                </a:lnTo>
                <a:lnTo>
                  <a:pt x="8773" y="2804"/>
                </a:lnTo>
                <a:lnTo>
                  <a:pt x="8923" y="2868"/>
                </a:lnTo>
                <a:lnTo>
                  <a:pt x="8987" y="2889"/>
                </a:lnTo>
                <a:lnTo>
                  <a:pt x="9051" y="2911"/>
                </a:lnTo>
                <a:lnTo>
                  <a:pt x="9051" y="2911"/>
                </a:lnTo>
                <a:lnTo>
                  <a:pt x="9158" y="2889"/>
                </a:lnTo>
                <a:lnTo>
                  <a:pt x="9265" y="2847"/>
                </a:lnTo>
                <a:lnTo>
                  <a:pt x="9351" y="2782"/>
                </a:lnTo>
                <a:lnTo>
                  <a:pt x="9458" y="2718"/>
                </a:lnTo>
                <a:lnTo>
                  <a:pt x="9458" y="2718"/>
                </a:lnTo>
                <a:lnTo>
                  <a:pt x="9543" y="2633"/>
                </a:lnTo>
                <a:lnTo>
                  <a:pt x="9608" y="2526"/>
                </a:lnTo>
                <a:lnTo>
                  <a:pt x="9715" y="2290"/>
                </a:lnTo>
                <a:lnTo>
                  <a:pt x="9800" y="2034"/>
                </a:lnTo>
                <a:lnTo>
                  <a:pt x="9886" y="1798"/>
                </a:lnTo>
                <a:lnTo>
                  <a:pt x="9886" y="1798"/>
                </a:lnTo>
                <a:lnTo>
                  <a:pt x="9993" y="1584"/>
                </a:lnTo>
                <a:lnTo>
                  <a:pt x="10014" y="1477"/>
                </a:lnTo>
                <a:lnTo>
                  <a:pt x="10035" y="1370"/>
                </a:lnTo>
                <a:lnTo>
                  <a:pt x="10014" y="1285"/>
                </a:lnTo>
                <a:lnTo>
                  <a:pt x="9971" y="1199"/>
                </a:lnTo>
                <a:lnTo>
                  <a:pt x="9907" y="1114"/>
                </a:lnTo>
                <a:lnTo>
                  <a:pt x="9779" y="1049"/>
                </a:lnTo>
                <a:lnTo>
                  <a:pt x="9779" y="1049"/>
                </a:lnTo>
                <a:close/>
                <a:moveTo>
                  <a:pt x="8452" y="429"/>
                </a:moveTo>
                <a:lnTo>
                  <a:pt x="8452" y="429"/>
                </a:lnTo>
                <a:lnTo>
                  <a:pt x="8452" y="493"/>
                </a:lnTo>
                <a:lnTo>
                  <a:pt x="8431" y="557"/>
                </a:lnTo>
                <a:lnTo>
                  <a:pt x="8409" y="600"/>
                </a:lnTo>
                <a:lnTo>
                  <a:pt x="8345" y="621"/>
                </a:lnTo>
                <a:lnTo>
                  <a:pt x="8281" y="621"/>
                </a:lnTo>
                <a:lnTo>
                  <a:pt x="8238" y="621"/>
                </a:lnTo>
                <a:lnTo>
                  <a:pt x="8174" y="600"/>
                </a:lnTo>
                <a:lnTo>
                  <a:pt x="8153" y="536"/>
                </a:lnTo>
                <a:lnTo>
                  <a:pt x="8153" y="536"/>
                </a:lnTo>
                <a:lnTo>
                  <a:pt x="8131" y="472"/>
                </a:lnTo>
                <a:lnTo>
                  <a:pt x="8153" y="429"/>
                </a:lnTo>
                <a:lnTo>
                  <a:pt x="8195" y="386"/>
                </a:lnTo>
                <a:lnTo>
                  <a:pt x="8238" y="343"/>
                </a:lnTo>
                <a:lnTo>
                  <a:pt x="8302" y="343"/>
                </a:lnTo>
                <a:lnTo>
                  <a:pt x="8367" y="343"/>
                </a:lnTo>
                <a:lnTo>
                  <a:pt x="8409" y="386"/>
                </a:lnTo>
                <a:lnTo>
                  <a:pt x="8452" y="429"/>
                </a:lnTo>
                <a:lnTo>
                  <a:pt x="8452" y="429"/>
                </a:lnTo>
                <a:close/>
                <a:moveTo>
                  <a:pt x="9458" y="1713"/>
                </a:moveTo>
                <a:lnTo>
                  <a:pt x="9458" y="1713"/>
                </a:lnTo>
                <a:lnTo>
                  <a:pt x="9308" y="2098"/>
                </a:lnTo>
                <a:lnTo>
                  <a:pt x="9244" y="2290"/>
                </a:lnTo>
                <a:lnTo>
                  <a:pt x="9180" y="2483"/>
                </a:lnTo>
                <a:lnTo>
                  <a:pt x="9180" y="2483"/>
                </a:lnTo>
                <a:lnTo>
                  <a:pt x="8837" y="2376"/>
                </a:lnTo>
                <a:lnTo>
                  <a:pt x="8666" y="2312"/>
                </a:lnTo>
                <a:lnTo>
                  <a:pt x="8495" y="2269"/>
                </a:lnTo>
                <a:lnTo>
                  <a:pt x="8495" y="2269"/>
                </a:lnTo>
                <a:lnTo>
                  <a:pt x="8516" y="2226"/>
                </a:lnTo>
                <a:lnTo>
                  <a:pt x="8581" y="2183"/>
                </a:lnTo>
                <a:lnTo>
                  <a:pt x="8688" y="2076"/>
                </a:lnTo>
                <a:lnTo>
                  <a:pt x="8730" y="2034"/>
                </a:lnTo>
                <a:lnTo>
                  <a:pt x="8730" y="1991"/>
                </a:lnTo>
                <a:lnTo>
                  <a:pt x="8688" y="1969"/>
                </a:lnTo>
                <a:lnTo>
                  <a:pt x="8581" y="1927"/>
                </a:lnTo>
                <a:lnTo>
                  <a:pt x="8581" y="1927"/>
                </a:lnTo>
                <a:lnTo>
                  <a:pt x="8538" y="1927"/>
                </a:lnTo>
                <a:lnTo>
                  <a:pt x="8474" y="1927"/>
                </a:lnTo>
                <a:lnTo>
                  <a:pt x="8367" y="1969"/>
                </a:lnTo>
                <a:lnTo>
                  <a:pt x="8153" y="2055"/>
                </a:lnTo>
                <a:lnTo>
                  <a:pt x="8153" y="2055"/>
                </a:lnTo>
                <a:lnTo>
                  <a:pt x="8046" y="2076"/>
                </a:lnTo>
                <a:lnTo>
                  <a:pt x="7981" y="2076"/>
                </a:lnTo>
                <a:lnTo>
                  <a:pt x="7789" y="2034"/>
                </a:lnTo>
                <a:lnTo>
                  <a:pt x="7789" y="2034"/>
                </a:lnTo>
                <a:lnTo>
                  <a:pt x="7853" y="1991"/>
                </a:lnTo>
                <a:lnTo>
                  <a:pt x="7981" y="1927"/>
                </a:lnTo>
                <a:lnTo>
                  <a:pt x="8281" y="1798"/>
                </a:lnTo>
                <a:lnTo>
                  <a:pt x="8431" y="1734"/>
                </a:lnTo>
                <a:lnTo>
                  <a:pt x="8516" y="1648"/>
                </a:lnTo>
                <a:lnTo>
                  <a:pt x="8538" y="1627"/>
                </a:lnTo>
                <a:lnTo>
                  <a:pt x="8538" y="1584"/>
                </a:lnTo>
                <a:lnTo>
                  <a:pt x="8516" y="1541"/>
                </a:lnTo>
                <a:lnTo>
                  <a:pt x="8452" y="1520"/>
                </a:lnTo>
                <a:lnTo>
                  <a:pt x="8452" y="1520"/>
                </a:lnTo>
                <a:lnTo>
                  <a:pt x="8367" y="1477"/>
                </a:lnTo>
                <a:lnTo>
                  <a:pt x="8260" y="1499"/>
                </a:lnTo>
                <a:lnTo>
                  <a:pt x="8153" y="1520"/>
                </a:lnTo>
                <a:lnTo>
                  <a:pt x="8046" y="1563"/>
                </a:lnTo>
                <a:lnTo>
                  <a:pt x="7832" y="1670"/>
                </a:lnTo>
                <a:lnTo>
                  <a:pt x="7661" y="1777"/>
                </a:lnTo>
                <a:lnTo>
                  <a:pt x="7661" y="1777"/>
                </a:lnTo>
                <a:lnTo>
                  <a:pt x="7554" y="1820"/>
                </a:lnTo>
                <a:lnTo>
                  <a:pt x="7425" y="1841"/>
                </a:lnTo>
                <a:lnTo>
                  <a:pt x="7297" y="1841"/>
                </a:lnTo>
                <a:lnTo>
                  <a:pt x="7147" y="1820"/>
                </a:lnTo>
                <a:lnTo>
                  <a:pt x="7019" y="1777"/>
                </a:lnTo>
                <a:lnTo>
                  <a:pt x="6890" y="1713"/>
                </a:lnTo>
                <a:lnTo>
                  <a:pt x="6805" y="1627"/>
                </a:lnTo>
                <a:lnTo>
                  <a:pt x="6762" y="1520"/>
                </a:lnTo>
                <a:lnTo>
                  <a:pt x="6762" y="1520"/>
                </a:lnTo>
                <a:lnTo>
                  <a:pt x="6741" y="1392"/>
                </a:lnTo>
                <a:lnTo>
                  <a:pt x="6741" y="1263"/>
                </a:lnTo>
                <a:lnTo>
                  <a:pt x="6741" y="1156"/>
                </a:lnTo>
                <a:lnTo>
                  <a:pt x="6719" y="1049"/>
                </a:lnTo>
                <a:lnTo>
                  <a:pt x="6698" y="964"/>
                </a:lnTo>
                <a:lnTo>
                  <a:pt x="6676" y="942"/>
                </a:lnTo>
                <a:lnTo>
                  <a:pt x="6634" y="921"/>
                </a:lnTo>
                <a:lnTo>
                  <a:pt x="6591" y="921"/>
                </a:lnTo>
                <a:lnTo>
                  <a:pt x="6527" y="942"/>
                </a:lnTo>
                <a:lnTo>
                  <a:pt x="6398" y="1007"/>
                </a:lnTo>
                <a:lnTo>
                  <a:pt x="6398" y="1007"/>
                </a:lnTo>
                <a:lnTo>
                  <a:pt x="6206" y="1114"/>
                </a:lnTo>
                <a:lnTo>
                  <a:pt x="6120" y="1156"/>
                </a:lnTo>
                <a:lnTo>
                  <a:pt x="6013" y="1178"/>
                </a:lnTo>
                <a:lnTo>
                  <a:pt x="6013" y="1178"/>
                </a:lnTo>
                <a:lnTo>
                  <a:pt x="5927" y="1178"/>
                </a:lnTo>
                <a:lnTo>
                  <a:pt x="5820" y="1156"/>
                </a:lnTo>
                <a:lnTo>
                  <a:pt x="5628" y="1114"/>
                </a:lnTo>
                <a:lnTo>
                  <a:pt x="5628" y="1114"/>
                </a:lnTo>
                <a:lnTo>
                  <a:pt x="5414" y="1114"/>
                </a:lnTo>
                <a:lnTo>
                  <a:pt x="5328" y="1092"/>
                </a:lnTo>
                <a:lnTo>
                  <a:pt x="5221" y="1071"/>
                </a:lnTo>
                <a:lnTo>
                  <a:pt x="5221" y="1071"/>
                </a:lnTo>
                <a:lnTo>
                  <a:pt x="5157" y="1049"/>
                </a:lnTo>
                <a:lnTo>
                  <a:pt x="5114" y="985"/>
                </a:lnTo>
                <a:lnTo>
                  <a:pt x="5072" y="921"/>
                </a:lnTo>
                <a:lnTo>
                  <a:pt x="5007" y="857"/>
                </a:lnTo>
                <a:lnTo>
                  <a:pt x="5007" y="857"/>
                </a:lnTo>
                <a:lnTo>
                  <a:pt x="4900" y="793"/>
                </a:lnTo>
                <a:lnTo>
                  <a:pt x="4794" y="793"/>
                </a:lnTo>
                <a:lnTo>
                  <a:pt x="4708" y="814"/>
                </a:lnTo>
                <a:lnTo>
                  <a:pt x="4580" y="857"/>
                </a:lnTo>
                <a:lnTo>
                  <a:pt x="4580" y="857"/>
                </a:lnTo>
                <a:lnTo>
                  <a:pt x="4280" y="1028"/>
                </a:lnTo>
                <a:lnTo>
                  <a:pt x="4130" y="1071"/>
                </a:lnTo>
                <a:lnTo>
                  <a:pt x="3959" y="1092"/>
                </a:lnTo>
                <a:lnTo>
                  <a:pt x="3959" y="1092"/>
                </a:lnTo>
                <a:lnTo>
                  <a:pt x="3531" y="1114"/>
                </a:lnTo>
                <a:lnTo>
                  <a:pt x="3103" y="1156"/>
                </a:lnTo>
                <a:lnTo>
                  <a:pt x="2697" y="1221"/>
                </a:lnTo>
                <a:lnTo>
                  <a:pt x="2290" y="1327"/>
                </a:lnTo>
                <a:lnTo>
                  <a:pt x="2290" y="1327"/>
                </a:lnTo>
                <a:lnTo>
                  <a:pt x="2312" y="1263"/>
                </a:lnTo>
                <a:lnTo>
                  <a:pt x="2376" y="1199"/>
                </a:lnTo>
                <a:lnTo>
                  <a:pt x="2504" y="1135"/>
                </a:lnTo>
                <a:lnTo>
                  <a:pt x="2804" y="1028"/>
                </a:lnTo>
                <a:lnTo>
                  <a:pt x="2804" y="1028"/>
                </a:lnTo>
                <a:lnTo>
                  <a:pt x="3210" y="857"/>
                </a:lnTo>
                <a:lnTo>
                  <a:pt x="3617" y="728"/>
                </a:lnTo>
                <a:lnTo>
                  <a:pt x="3617" y="728"/>
                </a:lnTo>
                <a:lnTo>
                  <a:pt x="4130" y="600"/>
                </a:lnTo>
                <a:lnTo>
                  <a:pt x="4665" y="493"/>
                </a:lnTo>
                <a:lnTo>
                  <a:pt x="5200" y="429"/>
                </a:lnTo>
                <a:lnTo>
                  <a:pt x="5735" y="386"/>
                </a:lnTo>
                <a:lnTo>
                  <a:pt x="5735" y="386"/>
                </a:lnTo>
                <a:lnTo>
                  <a:pt x="6184" y="365"/>
                </a:lnTo>
                <a:lnTo>
                  <a:pt x="6420" y="343"/>
                </a:lnTo>
                <a:lnTo>
                  <a:pt x="6634" y="365"/>
                </a:lnTo>
                <a:lnTo>
                  <a:pt x="6634" y="365"/>
                </a:lnTo>
                <a:lnTo>
                  <a:pt x="6847" y="407"/>
                </a:lnTo>
                <a:lnTo>
                  <a:pt x="7019" y="493"/>
                </a:lnTo>
                <a:lnTo>
                  <a:pt x="7361" y="686"/>
                </a:lnTo>
                <a:lnTo>
                  <a:pt x="7361" y="686"/>
                </a:lnTo>
                <a:lnTo>
                  <a:pt x="7768" y="878"/>
                </a:lnTo>
                <a:lnTo>
                  <a:pt x="8195" y="1071"/>
                </a:lnTo>
                <a:lnTo>
                  <a:pt x="8409" y="1156"/>
                </a:lnTo>
                <a:lnTo>
                  <a:pt x="8645" y="1221"/>
                </a:lnTo>
                <a:lnTo>
                  <a:pt x="8859" y="1263"/>
                </a:lnTo>
                <a:lnTo>
                  <a:pt x="9073" y="1306"/>
                </a:lnTo>
                <a:lnTo>
                  <a:pt x="9073" y="1306"/>
                </a:lnTo>
                <a:lnTo>
                  <a:pt x="9287" y="1306"/>
                </a:lnTo>
                <a:lnTo>
                  <a:pt x="9394" y="1327"/>
                </a:lnTo>
                <a:lnTo>
                  <a:pt x="9458" y="1370"/>
                </a:lnTo>
                <a:lnTo>
                  <a:pt x="9458" y="1370"/>
                </a:lnTo>
                <a:lnTo>
                  <a:pt x="9501" y="1392"/>
                </a:lnTo>
                <a:lnTo>
                  <a:pt x="9501" y="1434"/>
                </a:lnTo>
                <a:lnTo>
                  <a:pt x="9501" y="1520"/>
                </a:lnTo>
                <a:lnTo>
                  <a:pt x="9458" y="1713"/>
                </a:lnTo>
                <a:lnTo>
                  <a:pt x="9458" y="1713"/>
                </a:lnTo>
                <a:close/>
                <a:moveTo>
                  <a:pt x="6077" y="6313"/>
                </a:moveTo>
                <a:lnTo>
                  <a:pt x="6077" y="6313"/>
                </a:lnTo>
                <a:lnTo>
                  <a:pt x="6206" y="6120"/>
                </a:lnTo>
                <a:lnTo>
                  <a:pt x="6270" y="5928"/>
                </a:lnTo>
                <a:lnTo>
                  <a:pt x="6291" y="5735"/>
                </a:lnTo>
                <a:lnTo>
                  <a:pt x="6248" y="5521"/>
                </a:lnTo>
                <a:lnTo>
                  <a:pt x="6248" y="5521"/>
                </a:lnTo>
                <a:lnTo>
                  <a:pt x="6184" y="5264"/>
                </a:lnTo>
                <a:lnTo>
                  <a:pt x="6077" y="4986"/>
                </a:lnTo>
                <a:lnTo>
                  <a:pt x="5820" y="4473"/>
                </a:lnTo>
                <a:lnTo>
                  <a:pt x="5820" y="4473"/>
                </a:lnTo>
                <a:lnTo>
                  <a:pt x="5585" y="3981"/>
                </a:lnTo>
                <a:lnTo>
                  <a:pt x="5457" y="3745"/>
                </a:lnTo>
                <a:lnTo>
                  <a:pt x="5328" y="3510"/>
                </a:lnTo>
                <a:lnTo>
                  <a:pt x="5328" y="3510"/>
                </a:lnTo>
                <a:lnTo>
                  <a:pt x="5179" y="3317"/>
                </a:lnTo>
                <a:lnTo>
                  <a:pt x="5007" y="3146"/>
                </a:lnTo>
                <a:lnTo>
                  <a:pt x="4815" y="2975"/>
                </a:lnTo>
                <a:lnTo>
                  <a:pt x="4601" y="2825"/>
                </a:lnTo>
                <a:lnTo>
                  <a:pt x="4366" y="2675"/>
                </a:lnTo>
                <a:lnTo>
                  <a:pt x="4130" y="2568"/>
                </a:lnTo>
                <a:lnTo>
                  <a:pt x="3873" y="2504"/>
                </a:lnTo>
                <a:lnTo>
                  <a:pt x="3638" y="2461"/>
                </a:lnTo>
                <a:lnTo>
                  <a:pt x="3638" y="2461"/>
                </a:lnTo>
                <a:lnTo>
                  <a:pt x="3360" y="2440"/>
                </a:lnTo>
                <a:lnTo>
                  <a:pt x="3082" y="2461"/>
                </a:lnTo>
                <a:lnTo>
                  <a:pt x="2825" y="2504"/>
                </a:lnTo>
                <a:lnTo>
                  <a:pt x="2547" y="2568"/>
                </a:lnTo>
                <a:lnTo>
                  <a:pt x="2290" y="2675"/>
                </a:lnTo>
                <a:lnTo>
                  <a:pt x="2033" y="2782"/>
                </a:lnTo>
                <a:lnTo>
                  <a:pt x="1798" y="2932"/>
                </a:lnTo>
                <a:lnTo>
                  <a:pt x="1563" y="3082"/>
                </a:lnTo>
                <a:lnTo>
                  <a:pt x="1563" y="3082"/>
                </a:lnTo>
                <a:lnTo>
                  <a:pt x="1113" y="3424"/>
                </a:lnTo>
                <a:lnTo>
                  <a:pt x="921" y="3617"/>
                </a:lnTo>
                <a:lnTo>
                  <a:pt x="707" y="3809"/>
                </a:lnTo>
                <a:lnTo>
                  <a:pt x="514" y="4023"/>
                </a:lnTo>
                <a:lnTo>
                  <a:pt x="365" y="4259"/>
                </a:lnTo>
                <a:lnTo>
                  <a:pt x="215" y="4494"/>
                </a:lnTo>
                <a:lnTo>
                  <a:pt x="108" y="4751"/>
                </a:lnTo>
                <a:lnTo>
                  <a:pt x="108" y="4751"/>
                </a:lnTo>
                <a:lnTo>
                  <a:pt x="65" y="4901"/>
                </a:lnTo>
                <a:lnTo>
                  <a:pt x="44" y="5029"/>
                </a:lnTo>
                <a:lnTo>
                  <a:pt x="22" y="5157"/>
                </a:lnTo>
                <a:lnTo>
                  <a:pt x="22" y="5286"/>
                </a:lnTo>
                <a:lnTo>
                  <a:pt x="65" y="5542"/>
                </a:lnTo>
                <a:lnTo>
                  <a:pt x="129" y="5778"/>
                </a:lnTo>
                <a:lnTo>
                  <a:pt x="236" y="6013"/>
                </a:lnTo>
                <a:lnTo>
                  <a:pt x="365" y="6227"/>
                </a:lnTo>
                <a:lnTo>
                  <a:pt x="621" y="6676"/>
                </a:lnTo>
                <a:lnTo>
                  <a:pt x="621" y="6676"/>
                </a:lnTo>
                <a:lnTo>
                  <a:pt x="750" y="6869"/>
                </a:lnTo>
                <a:lnTo>
                  <a:pt x="878" y="7126"/>
                </a:lnTo>
                <a:lnTo>
                  <a:pt x="921" y="7233"/>
                </a:lnTo>
                <a:lnTo>
                  <a:pt x="964" y="7361"/>
                </a:lnTo>
                <a:lnTo>
                  <a:pt x="964" y="7489"/>
                </a:lnTo>
                <a:lnTo>
                  <a:pt x="921" y="7596"/>
                </a:lnTo>
                <a:lnTo>
                  <a:pt x="921" y="7596"/>
                </a:lnTo>
                <a:lnTo>
                  <a:pt x="878" y="7661"/>
                </a:lnTo>
                <a:lnTo>
                  <a:pt x="835" y="7725"/>
                </a:lnTo>
                <a:lnTo>
                  <a:pt x="686" y="7810"/>
                </a:lnTo>
                <a:lnTo>
                  <a:pt x="536" y="7896"/>
                </a:lnTo>
                <a:lnTo>
                  <a:pt x="407" y="8003"/>
                </a:lnTo>
                <a:lnTo>
                  <a:pt x="407" y="8003"/>
                </a:lnTo>
                <a:lnTo>
                  <a:pt x="279" y="8153"/>
                </a:lnTo>
                <a:lnTo>
                  <a:pt x="108" y="8388"/>
                </a:lnTo>
                <a:lnTo>
                  <a:pt x="44" y="8516"/>
                </a:lnTo>
                <a:lnTo>
                  <a:pt x="1" y="8623"/>
                </a:lnTo>
                <a:lnTo>
                  <a:pt x="1" y="8730"/>
                </a:lnTo>
                <a:lnTo>
                  <a:pt x="22" y="8773"/>
                </a:lnTo>
                <a:lnTo>
                  <a:pt x="44" y="8795"/>
                </a:lnTo>
                <a:lnTo>
                  <a:pt x="44" y="8795"/>
                </a:lnTo>
                <a:lnTo>
                  <a:pt x="86" y="8795"/>
                </a:lnTo>
                <a:lnTo>
                  <a:pt x="129" y="8795"/>
                </a:lnTo>
                <a:lnTo>
                  <a:pt x="193" y="8752"/>
                </a:lnTo>
                <a:lnTo>
                  <a:pt x="258" y="8709"/>
                </a:lnTo>
                <a:lnTo>
                  <a:pt x="279" y="8709"/>
                </a:lnTo>
                <a:lnTo>
                  <a:pt x="300" y="8752"/>
                </a:lnTo>
                <a:lnTo>
                  <a:pt x="300" y="8752"/>
                </a:lnTo>
                <a:lnTo>
                  <a:pt x="322" y="8795"/>
                </a:lnTo>
                <a:lnTo>
                  <a:pt x="322" y="8837"/>
                </a:lnTo>
                <a:lnTo>
                  <a:pt x="300" y="8944"/>
                </a:lnTo>
                <a:lnTo>
                  <a:pt x="300" y="8987"/>
                </a:lnTo>
                <a:lnTo>
                  <a:pt x="300" y="9009"/>
                </a:lnTo>
                <a:lnTo>
                  <a:pt x="343" y="9030"/>
                </a:lnTo>
                <a:lnTo>
                  <a:pt x="407" y="9051"/>
                </a:lnTo>
                <a:lnTo>
                  <a:pt x="407" y="9051"/>
                </a:lnTo>
                <a:lnTo>
                  <a:pt x="493" y="9030"/>
                </a:lnTo>
                <a:lnTo>
                  <a:pt x="579" y="8966"/>
                </a:lnTo>
                <a:lnTo>
                  <a:pt x="643" y="8902"/>
                </a:lnTo>
                <a:lnTo>
                  <a:pt x="707" y="8816"/>
                </a:lnTo>
                <a:lnTo>
                  <a:pt x="857" y="8645"/>
                </a:lnTo>
                <a:lnTo>
                  <a:pt x="921" y="8581"/>
                </a:lnTo>
                <a:lnTo>
                  <a:pt x="985" y="8559"/>
                </a:lnTo>
                <a:lnTo>
                  <a:pt x="985" y="8559"/>
                </a:lnTo>
                <a:lnTo>
                  <a:pt x="964" y="8623"/>
                </a:lnTo>
                <a:lnTo>
                  <a:pt x="921" y="8709"/>
                </a:lnTo>
                <a:lnTo>
                  <a:pt x="793" y="8923"/>
                </a:lnTo>
                <a:lnTo>
                  <a:pt x="750" y="9009"/>
                </a:lnTo>
                <a:lnTo>
                  <a:pt x="728" y="9094"/>
                </a:lnTo>
                <a:lnTo>
                  <a:pt x="750" y="9116"/>
                </a:lnTo>
                <a:lnTo>
                  <a:pt x="771" y="9158"/>
                </a:lnTo>
                <a:lnTo>
                  <a:pt x="793" y="9158"/>
                </a:lnTo>
                <a:lnTo>
                  <a:pt x="857" y="9180"/>
                </a:lnTo>
                <a:lnTo>
                  <a:pt x="857" y="9180"/>
                </a:lnTo>
                <a:lnTo>
                  <a:pt x="899" y="9158"/>
                </a:lnTo>
                <a:lnTo>
                  <a:pt x="942" y="9137"/>
                </a:lnTo>
                <a:lnTo>
                  <a:pt x="1006" y="9073"/>
                </a:lnTo>
                <a:lnTo>
                  <a:pt x="1071" y="8987"/>
                </a:lnTo>
                <a:lnTo>
                  <a:pt x="1135" y="8923"/>
                </a:lnTo>
                <a:lnTo>
                  <a:pt x="1135" y="8923"/>
                </a:lnTo>
                <a:lnTo>
                  <a:pt x="1242" y="8859"/>
                </a:lnTo>
                <a:lnTo>
                  <a:pt x="1327" y="8837"/>
                </a:lnTo>
                <a:lnTo>
                  <a:pt x="1434" y="8816"/>
                </a:lnTo>
                <a:lnTo>
                  <a:pt x="1541" y="8752"/>
                </a:lnTo>
                <a:lnTo>
                  <a:pt x="1541" y="8752"/>
                </a:lnTo>
                <a:lnTo>
                  <a:pt x="1734" y="8516"/>
                </a:lnTo>
                <a:lnTo>
                  <a:pt x="1841" y="8409"/>
                </a:lnTo>
                <a:lnTo>
                  <a:pt x="1905" y="8388"/>
                </a:lnTo>
                <a:lnTo>
                  <a:pt x="1948" y="8388"/>
                </a:lnTo>
                <a:lnTo>
                  <a:pt x="1948" y="8388"/>
                </a:lnTo>
                <a:lnTo>
                  <a:pt x="1862" y="8538"/>
                </a:lnTo>
                <a:lnTo>
                  <a:pt x="1798" y="8752"/>
                </a:lnTo>
                <a:lnTo>
                  <a:pt x="1755" y="8837"/>
                </a:lnTo>
                <a:lnTo>
                  <a:pt x="1777" y="8923"/>
                </a:lnTo>
                <a:lnTo>
                  <a:pt x="1777" y="8944"/>
                </a:lnTo>
                <a:lnTo>
                  <a:pt x="1798" y="8966"/>
                </a:lnTo>
                <a:lnTo>
                  <a:pt x="1841" y="8987"/>
                </a:lnTo>
                <a:lnTo>
                  <a:pt x="1905" y="8987"/>
                </a:lnTo>
                <a:lnTo>
                  <a:pt x="1905" y="8987"/>
                </a:lnTo>
                <a:lnTo>
                  <a:pt x="1948" y="8966"/>
                </a:lnTo>
                <a:lnTo>
                  <a:pt x="1991" y="8944"/>
                </a:lnTo>
                <a:lnTo>
                  <a:pt x="2055" y="8880"/>
                </a:lnTo>
                <a:lnTo>
                  <a:pt x="2076" y="8859"/>
                </a:lnTo>
                <a:lnTo>
                  <a:pt x="2098" y="8837"/>
                </a:lnTo>
                <a:lnTo>
                  <a:pt x="2119" y="8859"/>
                </a:lnTo>
                <a:lnTo>
                  <a:pt x="2183" y="8902"/>
                </a:lnTo>
                <a:lnTo>
                  <a:pt x="2183" y="8902"/>
                </a:lnTo>
                <a:lnTo>
                  <a:pt x="2247" y="8923"/>
                </a:lnTo>
                <a:lnTo>
                  <a:pt x="2290" y="8966"/>
                </a:lnTo>
                <a:lnTo>
                  <a:pt x="2290" y="8966"/>
                </a:lnTo>
                <a:lnTo>
                  <a:pt x="2247" y="9030"/>
                </a:lnTo>
                <a:lnTo>
                  <a:pt x="2269" y="9116"/>
                </a:lnTo>
                <a:lnTo>
                  <a:pt x="2269" y="9116"/>
                </a:lnTo>
                <a:lnTo>
                  <a:pt x="2312" y="9158"/>
                </a:lnTo>
                <a:lnTo>
                  <a:pt x="2333" y="9180"/>
                </a:lnTo>
                <a:lnTo>
                  <a:pt x="2376" y="9180"/>
                </a:lnTo>
                <a:lnTo>
                  <a:pt x="2440" y="9180"/>
                </a:lnTo>
                <a:lnTo>
                  <a:pt x="2440" y="9180"/>
                </a:lnTo>
                <a:lnTo>
                  <a:pt x="2504" y="9137"/>
                </a:lnTo>
                <a:lnTo>
                  <a:pt x="2568" y="9073"/>
                </a:lnTo>
                <a:lnTo>
                  <a:pt x="2633" y="9009"/>
                </a:lnTo>
                <a:lnTo>
                  <a:pt x="2675" y="8966"/>
                </a:lnTo>
                <a:lnTo>
                  <a:pt x="2675" y="8966"/>
                </a:lnTo>
                <a:lnTo>
                  <a:pt x="2868" y="8902"/>
                </a:lnTo>
                <a:lnTo>
                  <a:pt x="3060" y="8837"/>
                </a:lnTo>
                <a:lnTo>
                  <a:pt x="3060" y="8837"/>
                </a:lnTo>
                <a:lnTo>
                  <a:pt x="2996" y="8923"/>
                </a:lnTo>
                <a:lnTo>
                  <a:pt x="2975" y="8987"/>
                </a:lnTo>
                <a:lnTo>
                  <a:pt x="2996" y="9030"/>
                </a:lnTo>
                <a:lnTo>
                  <a:pt x="3018" y="9094"/>
                </a:lnTo>
                <a:lnTo>
                  <a:pt x="3060" y="9116"/>
                </a:lnTo>
                <a:lnTo>
                  <a:pt x="3125" y="9137"/>
                </a:lnTo>
                <a:lnTo>
                  <a:pt x="3189" y="9116"/>
                </a:lnTo>
                <a:lnTo>
                  <a:pt x="3253" y="9094"/>
                </a:lnTo>
                <a:lnTo>
                  <a:pt x="3253" y="9094"/>
                </a:lnTo>
                <a:lnTo>
                  <a:pt x="3360" y="8966"/>
                </a:lnTo>
                <a:lnTo>
                  <a:pt x="3510" y="8752"/>
                </a:lnTo>
                <a:lnTo>
                  <a:pt x="3660" y="8538"/>
                </a:lnTo>
                <a:lnTo>
                  <a:pt x="3724" y="8495"/>
                </a:lnTo>
                <a:lnTo>
                  <a:pt x="3767" y="8474"/>
                </a:lnTo>
                <a:lnTo>
                  <a:pt x="3767" y="8474"/>
                </a:lnTo>
                <a:lnTo>
                  <a:pt x="3788" y="8495"/>
                </a:lnTo>
                <a:lnTo>
                  <a:pt x="3767" y="8581"/>
                </a:lnTo>
                <a:lnTo>
                  <a:pt x="3767" y="8773"/>
                </a:lnTo>
                <a:lnTo>
                  <a:pt x="3767" y="8859"/>
                </a:lnTo>
                <a:lnTo>
                  <a:pt x="3788" y="8880"/>
                </a:lnTo>
                <a:lnTo>
                  <a:pt x="3809" y="8902"/>
                </a:lnTo>
                <a:lnTo>
                  <a:pt x="3831" y="8902"/>
                </a:lnTo>
                <a:lnTo>
                  <a:pt x="3873" y="8880"/>
                </a:lnTo>
                <a:lnTo>
                  <a:pt x="4002" y="8795"/>
                </a:lnTo>
                <a:lnTo>
                  <a:pt x="4002" y="8795"/>
                </a:lnTo>
                <a:lnTo>
                  <a:pt x="4087" y="8666"/>
                </a:lnTo>
                <a:lnTo>
                  <a:pt x="4194" y="8452"/>
                </a:lnTo>
                <a:lnTo>
                  <a:pt x="4301" y="8238"/>
                </a:lnTo>
                <a:lnTo>
                  <a:pt x="4323" y="8174"/>
                </a:lnTo>
                <a:lnTo>
                  <a:pt x="4366" y="8153"/>
                </a:lnTo>
                <a:lnTo>
                  <a:pt x="4366" y="8153"/>
                </a:lnTo>
                <a:lnTo>
                  <a:pt x="4366" y="8238"/>
                </a:lnTo>
                <a:lnTo>
                  <a:pt x="4344" y="8324"/>
                </a:lnTo>
                <a:lnTo>
                  <a:pt x="4344" y="8324"/>
                </a:lnTo>
                <a:lnTo>
                  <a:pt x="4280" y="8495"/>
                </a:lnTo>
                <a:lnTo>
                  <a:pt x="4237" y="8581"/>
                </a:lnTo>
                <a:lnTo>
                  <a:pt x="4216" y="8688"/>
                </a:lnTo>
                <a:lnTo>
                  <a:pt x="4216" y="8773"/>
                </a:lnTo>
                <a:lnTo>
                  <a:pt x="4237" y="8859"/>
                </a:lnTo>
                <a:lnTo>
                  <a:pt x="4301" y="8923"/>
                </a:lnTo>
                <a:lnTo>
                  <a:pt x="4408" y="8966"/>
                </a:lnTo>
                <a:lnTo>
                  <a:pt x="4408" y="8966"/>
                </a:lnTo>
                <a:lnTo>
                  <a:pt x="4473" y="8966"/>
                </a:lnTo>
                <a:lnTo>
                  <a:pt x="4537" y="8923"/>
                </a:lnTo>
                <a:lnTo>
                  <a:pt x="4601" y="8880"/>
                </a:lnTo>
                <a:lnTo>
                  <a:pt x="4644" y="8816"/>
                </a:lnTo>
                <a:lnTo>
                  <a:pt x="4751" y="8688"/>
                </a:lnTo>
                <a:lnTo>
                  <a:pt x="4772" y="8645"/>
                </a:lnTo>
                <a:lnTo>
                  <a:pt x="4794" y="8645"/>
                </a:lnTo>
                <a:lnTo>
                  <a:pt x="4794" y="8645"/>
                </a:lnTo>
                <a:lnTo>
                  <a:pt x="4836" y="8666"/>
                </a:lnTo>
                <a:lnTo>
                  <a:pt x="4836" y="8709"/>
                </a:lnTo>
                <a:lnTo>
                  <a:pt x="4815" y="8837"/>
                </a:lnTo>
                <a:lnTo>
                  <a:pt x="4794" y="8902"/>
                </a:lnTo>
                <a:lnTo>
                  <a:pt x="4815" y="8944"/>
                </a:lnTo>
                <a:lnTo>
                  <a:pt x="4836" y="8987"/>
                </a:lnTo>
                <a:lnTo>
                  <a:pt x="4900" y="9009"/>
                </a:lnTo>
                <a:lnTo>
                  <a:pt x="4900" y="9009"/>
                </a:lnTo>
                <a:lnTo>
                  <a:pt x="4965" y="9030"/>
                </a:lnTo>
                <a:lnTo>
                  <a:pt x="5029" y="9009"/>
                </a:lnTo>
                <a:lnTo>
                  <a:pt x="5093" y="8966"/>
                </a:lnTo>
                <a:lnTo>
                  <a:pt x="5136" y="8923"/>
                </a:lnTo>
                <a:lnTo>
                  <a:pt x="5221" y="8816"/>
                </a:lnTo>
                <a:lnTo>
                  <a:pt x="5307" y="8730"/>
                </a:lnTo>
                <a:lnTo>
                  <a:pt x="5307" y="8730"/>
                </a:lnTo>
                <a:lnTo>
                  <a:pt x="5350" y="8688"/>
                </a:lnTo>
                <a:lnTo>
                  <a:pt x="5393" y="8709"/>
                </a:lnTo>
                <a:lnTo>
                  <a:pt x="5393" y="8730"/>
                </a:lnTo>
                <a:lnTo>
                  <a:pt x="5393" y="8795"/>
                </a:lnTo>
                <a:lnTo>
                  <a:pt x="5393" y="8923"/>
                </a:lnTo>
                <a:lnTo>
                  <a:pt x="5393" y="8987"/>
                </a:lnTo>
                <a:lnTo>
                  <a:pt x="5414" y="9030"/>
                </a:lnTo>
                <a:lnTo>
                  <a:pt x="5414" y="9030"/>
                </a:lnTo>
                <a:lnTo>
                  <a:pt x="5478" y="9094"/>
                </a:lnTo>
                <a:lnTo>
                  <a:pt x="5542" y="9116"/>
                </a:lnTo>
                <a:lnTo>
                  <a:pt x="5585" y="9094"/>
                </a:lnTo>
                <a:lnTo>
                  <a:pt x="5628" y="9051"/>
                </a:lnTo>
                <a:lnTo>
                  <a:pt x="5692" y="8944"/>
                </a:lnTo>
                <a:lnTo>
                  <a:pt x="5756" y="8837"/>
                </a:lnTo>
                <a:lnTo>
                  <a:pt x="5756" y="8837"/>
                </a:lnTo>
                <a:lnTo>
                  <a:pt x="5820" y="8880"/>
                </a:lnTo>
                <a:lnTo>
                  <a:pt x="5885" y="8902"/>
                </a:lnTo>
                <a:lnTo>
                  <a:pt x="5949" y="8880"/>
                </a:lnTo>
                <a:lnTo>
                  <a:pt x="5992" y="8859"/>
                </a:lnTo>
                <a:lnTo>
                  <a:pt x="6034" y="8816"/>
                </a:lnTo>
                <a:lnTo>
                  <a:pt x="6077" y="8752"/>
                </a:lnTo>
                <a:lnTo>
                  <a:pt x="6099" y="8688"/>
                </a:lnTo>
                <a:lnTo>
                  <a:pt x="6099" y="8623"/>
                </a:lnTo>
                <a:lnTo>
                  <a:pt x="6099" y="8623"/>
                </a:lnTo>
                <a:lnTo>
                  <a:pt x="6077" y="8581"/>
                </a:lnTo>
                <a:lnTo>
                  <a:pt x="6056" y="8516"/>
                </a:lnTo>
                <a:lnTo>
                  <a:pt x="5992" y="8388"/>
                </a:lnTo>
                <a:lnTo>
                  <a:pt x="5799" y="8174"/>
                </a:lnTo>
                <a:lnTo>
                  <a:pt x="5799" y="8174"/>
                </a:lnTo>
                <a:lnTo>
                  <a:pt x="5628" y="7939"/>
                </a:lnTo>
                <a:lnTo>
                  <a:pt x="5435" y="7703"/>
                </a:lnTo>
                <a:lnTo>
                  <a:pt x="5371" y="7596"/>
                </a:lnTo>
                <a:lnTo>
                  <a:pt x="5328" y="7468"/>
                </a:lnTo>
                <a:lnTo>
                  <a:pt x="5307" y="7318"/>
                </a:lnTo>
                <a:lnTo>
                  <a:pt x="5328" y="7190"/>
                </a:lnTo>
                <a:lnTo>
                  <a:pt x="5328" y="7190"/>
                </a:lnTo>
                <a:lnTo>
                  <a:pt x="5371" y="7040"/>
                </a:lnTo>
                <a:lnTo>
                  <a:pt x="5457" y="6933"/>
                </a:lnTo>
                <a:lnTo>
                  <a:pt x="5564" y="6826"/>
                </a:lnTo>
                <a:lnTo>
                  <a:pt x="5671" y="6719"/>
                </a:lnTo>
                <a:lnTo>
                  <a:pt x="5885" y="6527"/>
                </a:lnTo>
                <a:lnTo>
                  <a:pt x="5992" y="6420"/>
                </a:lnTo>
                <a:lnTo>
                  <a:pt x="6077" y="6313"/>
                </a:lnTo>
                <a:lnTo>
                  <a:pt x="6077" y="6313"/>
                </a:lnTo>
                <a:close/>
                <a:moveTo>
                  <a:pt x="5671" y="5478"/>
                </a:moveTo>
                <a:lnTo>
                  <a:pt x="5671" y="5478"/>
                </a:lnTo>
                <a:lnTo>
                  <a:pt x="5628" y="5435"/>
                </a:lnTo>
                <a:lnTo>
                  <a:pt x="5542" y="5414"/>
                </a:lnTo>
                <a:lnTo>
                  <a:pt x="5521" y="5393"/>
                </a:lnTo>
                <a:lnTo>
                  <a:pt x="5500" y="5350"/>
                </a:lnTo>
                <a:lnTo>
                  <a:pt x="5500" y="5307"/>
                </a:lnTo>
                <a:lnTo>
                  <a:pt x="5521" y="5264"/>
                </a:lnTo>
                <a:lnTo>
                  <a:pt x="5521" y="5264"/>
                </a:lnTo>
                <a:lnTo>
                  <a:pt x="5564" y="5200"/>
                </a:lnTo>
                <a:lnTo>
                  <a:pt x="5607" y="5200"/>
                </a:lnTo>
                <a:lnTo>
                  <a:pt x="5628" y="5222"/>
                </a:lnTo>
                <a:lnTo>
                  <a:pt x="5649" y="5264"/>
                </a:lnTo>
                <a:lnTo>
                  <a:pt x="5671" y="5393"/>
                </a:lnTo>
                <a:lnTo>
                  <a:pt x="5671" y="5478"/>
                </a:lnTo>
                <a:lnTo>
                  <a:pt x="5671" y="5478"/>
                </a:lnTo>
                <a:close/>
                <a:moveTo>
                  <a:pt x="5500" y="4729"/>
                </a:moveTo>
                <a:lnTo>
                  <a:pt x="5500" y="4729"/>
                </a:lnTo>
                <a:lnTo>
                  <a:pt x="5542" y="4772"/>
                </a:lnTo>
                <a:lnTo>
                  <a:pt x="5542" y="4836"/>
                </a:lnTo>
                <a:lnTo>
                  <a:pt x="5542" y="4836"/>
                </a:lnTo>
                <a:lnTo>
                  <a:pt x="5521" y="4836"/>
                </a:lnTo>
                <a:lnTo>
                  <a:pt x="5500" y="4815"/>
                </a:lnTo>
                <a:lnTo>
                  <a:pt x="5500" y="4729"/>
                </a:lnTo>
                <a:lnTo>
                  <a:pt x="5500" y="4729"/>
                </a:lnTo>
                <a:close/>
                <a:moveTo>
                  <a:pt x="5500" y="4965"/>
                </a:moveTo>
                <a:lnTo>
                  <a:pt x="5500" y="4965"/>
                </a:lnTo>
                <a:lnTo>
                  <a:pt x="5478" y="4986"/>
                </a:lnTo>
                <a:lnTo>
                  <a:pt x="5457" y="5008"/>
                </a:lnTo>
                <a:lnTo>
                  <a:pt x="5414" y="5008"/>
                </a:lnTo>
                <a:lnTo>
                  <a:pt x="5414" y="5050"/>
                </a:lnTo>
                <a:lnTo>
                  <a:pt x="5414" y="5050"/>
                </a:lnTo>
                <a:lnTo>
                  <a:pt x="5393" y="5029"/>
                </a:lnTo>
                <a:lnTo>
                  <a:pt x="5393" y="5008"/>
                </a:lnTo>
                <a:lnTo>
                  <a:pt x="5414" y="4965"/>
                </a:lnTo>
                <a:lnTo>
                  <a:pt x="5457" y="4922"/>
                </a:lnTo>
                <a:lnTo>
                  <a:pt x="5478" y="4943"/>
                </a:lnTo>
                <a:lnTo>
                  <a:pt x="5500" y="4965"/>
                </a:lnTo>
                <a:lnTo>
                  <a:pt x="5500" y="4965"/>
                </a:lnTo>
                <a:close/>
                <a:moveTo>
                  <a:pt x="5435" y="6035"/>
                </a:moveTo>
                <a:lnTo>
                  <a:pt x="5435" y="6035"/>
                </a:lnTo>
                <a:lnTo>
                  <a:pt x="5393" y="5992"/>
                </a:lnTo>
                <a:lnTo>
                  <a:pt x="5371" y="5928"/>
                </a:lnTo>
                <a:lnTo>
                  <a:pt x="5371" y="5928"/>
                </a:lnTo>
                <a:lnTo>
                  <a:pt x="5414" y="5928"/>
                </a:lnTo>
                <a:lnTo>
                  <a:pt x="5435" y="5949"/>
                </a:lnTo>
                <a:lnTo>
                  <a:pt x="5435" y="6035"/>
                </a:lnTo>
                <a:lnTo>
                  <a:pt x="5435" y="6035"/>
                </a:lnTo>
                <a:close/>
                <a:moveTo>
                  <a:pt x="4259" y="3018"/>
                </a:moveTo>
                <a:lnTo>
                  <a:pt x="4259" y="3018"/>
                </a:lnTo>
                <a:lnTo>
                  <a:pt x="4280" y="3039"/>
                </a:lnTo>
                <a:lnTo>
                  <a:pt x="4280" y="3061"/>
                </a:lnTo>
                <a:lnTo>
                  <a:pt x="4280" y="3103"/>
                </a:lnTo>
                <a:lnTo>
                  <a:pt x="4259" y="3125"/>
                </a:lnTo>
                <a:lnTo>
                  <a:pt x="4216" y="3125"/>
                </a:lnTo>
                <a:lnTo>
                  <a:pt x="4194" y="3125"/>
                </a:lnTo>
                <a:lnTo>
                  <a:pt x="4152" y="3103"/>
                </a:lnTo>
                <a:lnTo>
                  <a:pt x="4109" y="3082"/>
                </a:lnTo>
                <a:lnTo>
                  <a:pt x="4109" y="3082"/>
                </a:lnTo>
                <a:lnTo>
                  <a:pt x="4109" y="3039"/>
                </a:lnTo>
                <a:lnTo>
                  <a:pt x="4109" y="3018"/>
                </a:lnTo>
                <a:lnTo>
                  <a:pt x="4152" y="2996"/>
                </a:lnTo>
                <a:lnTo>
                  <a:pt x="4194" y="2996"/>
                </a:lnTo>
                <a:lnTo>
                  <a:pt x="4259" y="3018"/>
                </a:lnTo>
                <a:lnTo>
                  <a:pt x="4259" y="3018"/>
                </a:lnTo>
                <a:close/>
                <a:moveTo>
                  <a:pt x="3788" y="3018"/>
                </a:moveTo>
                <a:lnTo>
                  <a:pt x="3788" y="3018"/>
                </a:lnTo>
                <a:lnTo>
                  <a:pt x="3831" y="3039"/>
                </a:lnTo>
                <a:lnTo>
                  <a:pt x="3831" y="3082"/>
                </a:lnTo>
                <a:lnTo>
                  <a:pt x="3831" y="3189"/>
                </a:lnTo>
                <a:lnTo>
                  <a:pt x="3788" y="3274"/>
                </a:lnTo>
                <a:lnTo>
                  <a:pt x="3767" y="3296"/>
                </a:lnTo>
                <a:lnTo>
                  <a:pt x="3745" y="3296"/>
                </a:lnTo>
                <a:lnTo>
                  <a:pt x="3745" y="3296"/>
                </a:lnTo>
                <a:lnTo>
                  <a:pt x="3724" y="3274"/>
                </a:lnTo>
                <a:lnTo>
                  <a:pt x="3724" y="3253"/>
                </a:lnTo>
                <a:lnTo>
                  <a:pt x="3745" y="3168"/>
                </a:lnTo>
                <a:lnTo>
                  <a:pt x="3767" y="3082"/>
                </a:lnTo>
                <a:lnTo>
                  <a:pt x="3788" y="3018"/>
                </a:lnTo>
                <a:lnTo>
                  <a:pt x="3788" y="3018"/>
                </a:lnTo>
                <a:close/>
                <a:moveTo>
                  <a:pt x="4473" y="5692"/>
                </a:moveTo>
                <a:lnTo>
                  <a:pt x="4473" y="5692"/>
                </a:lnTo>
                <a:lnTo>
                  <a:pt x="4430" y="5863"/>
                </a:lnTo>
                <a:lnTo>
                  <a:pt x="4366" y="6013"/>
                </a:lnTo>
                <a:lnTo>
                  <a:pt x="4280" y="6120"/>
                </a:lnTo>
                <a:lnTo>
                  <a:pt x="4152" y="6249"/>
                </a:lnTo>
                <a:lnTo>
                  <a:pt x="4152" y="6249"/>
                </a:lnTo>
                <a:lnTo>
                  <a:pt x="3938" y="6441"/>
                </a:lnTo>
                <a:lnTo>
                  <a:pt x="3831" y="6569"/>
                </a:lnTo>
                <a:lnTo>
                  <a:pt x="3809" y="6634"/>
                </a:lnTo>
                <a:lnTo>
                  <a:pt x="3788" y="6698"/>
                </a:lnTo>
                <a:lnTo>
                  <a:pt x="3788" y="6698"/>
                </a:lnTo>
                <a:lnTo>
                  <a:pt x="3788" y="6783"/>
                </a:lnTo>
                <a:lnTo>
                  <a:pt x="3788" y="6783"/>
                </a:lnTo>
                <a:lnTo>
                  <a:pt x="3788" y="6741"/>
                </a:lnTo>
                <a:lnTo>
                  <a:pt x="3788" y="6676"/>
                </a:lnTo>
                <a:lnTo>
                  <a:pt x="3788" y="6676"/>
                </a:lnTo>
                <a:lnTo>
                  <a:pt x="3788" y="6762"/>
                </a:lnTo>
                <a:lnTo>
                  <a:pt x="3788" y="6869"/>
                </a:lnTo>
                <a:lnTo>
                  <a:pt x="3831" y="7104"/>
                </a:lnTo>
                <a:lnTo>
                  <a:pt x="3852" y="7211"/>
                </a:lnTo>
                <a:lnTo>
                  <a:pt x="3873" y="7318"/>
                </a:lnTo>
                <a:lnTo>
                  <a:pt x="3852" y="7425"/>
                </a:lnTo>
                <a:lnTo>
                  <a:pt x="3809" y="7511"/>
                </a:lnTo>
                <a:lnTo>
                  <a:pt x="3809" y="7511"/>
                </a:lnTo>
                <a:lnTo>
                  <a:pt x="3788" y="7575"/>
                </a:lnTo>
                <a:lnTo>
                  <a:pt x="3724" y="7618"/>
                </a:lnTo>
                <a:lnTo>
                  <a:pt x="3595" y="7682"/>
                </a:lnTo>
                <a:lnTo>
                  <a:pt x="3403" y="7725"/>
                </a:lnTo>
                <a:lnTo>
                  <a:pt x="3210" y="7746"/>
                </a:lnTo>
                <a:lnTo>
                  <a:pt x="3018" y="7746"/>
                </a:lnTo>
                <a:lnTo>
                  <a:pt x="2825" y="7703"/>
                </a:lnTo>
                <a:lnTo>
                  <a:pt x="2675" y="7661"/>
                </a:lnTo>
                <a:lnTo>
                  <a:pt x="2568" y="7596"/>
                </a:lnTo>
                <a:lnTo>
                  <a:pt x="2568" y="7596"/>
                </a:lnTo>
                <a:lnTo>
                  <a:pt x="2526" y="7532"/>
                </a:lnTo>
                <a:lnTo>
                  <a:pt x="2504" y="7489"/>
                </a:lnTo>
                <a:lnTo>
                  <a:pt x="2461" y="7340"/>
                </a:lnTo>
                <a:lnTo>
                  <a:pt x="2461" y="7211"/>
                </a:lnTo>
                <a:lnTo>
                  <a:pt x="2440" y="7062"/>
                </a:lnTo>
                <a:lnTo>
                  <a:pt x="2440" y="7062"/>
                </a:lnTo>
                <a:lnTo>
                  <a:pt x="2376" y="6890"/>
                </a:lnTo>
                <a:lnTo>
                  <a:pt x="2312" y="6741"/>
                </a:lnTo>
                <a:lnTo>
                  <a:pt x="2119" y="6462"/>
                </a:lnTo>
                <a:lnTo>
                  <a:pt x="2119" y="6462"/>
                </a:lnTo>
                <a:lnTo>
                  <a:pt x="1905" y="6120"/>
                </a:lnTo>
                <a:lnTo>
                  <a:pt x="1841" y="5970"/>
                </a:lnTo>
                <a:lnTo>
                  <a:pt x="1777" y="5799"/>
                </a:lnTo>
                <a:lnTo>
                  <a:pt x="1734" y="5628"/>
                </a:lnTo>
                <a:lnTo>
                  <a:pt x="1734" y="5457"/>
                </a:lnTo>
                <a:lnTo>
                  <a:pt x="1755" y="5264"/>
                </a:lnTo>
                <a:lnTo>
                  <a:pt x="1819" y="5072"/>
                </a:lnTo>
                <a:lnTo>
                  <a:pt x="1819" y="5072"/>
                </a:lnTo>
                <a:lnTo>
                  <a:pt x="1884" y="4922"/>
                </a:lnTo>
                <a:lnTo>
                  <a:pt x="1969" y="4794"/>
                </a:lnTo>
                <a:lnTo>
                  <a:pt x="2076" y="4644"/>
                </a:lnTo>
                <a:lnTo>
                  <a:pt x="2205" y="4494"/>
                </a:lnTo>
                <a:lnTo>
                  <a:pt x="2333" y="4366"/>
                </a:lnTo>
                <a:lnTo>
                  <a:pt x="2483" y="4259"/>
                </a:lnTo>
                <a:lnTo>
                  <a:pt x="2633" y="4152"/>
                </a:lnTo>
                <a:lnTo>
                  <a:pt x="2782" y="4066"/>
                </a:lnTo>
                <a:lnTo>
                  <a:pt x="2953" y="4002"/>
                </a:lnTo>
                <a:lnTo>
                  <a:pt x="3103" y="3938"/>
                </a:lnTo>
                <a:lnTo>
                  <a:pt x="3274" y="3916"/>
                </a:lnTo>
                <a:lnTo>
                  <a:pt x="3446" y="3916"/>
                </a:lnTo>
                <a:lnTo>
                  <a:pt x="3595" y="3959"/>
                </a:lnTo>
                <a:lnTo>
                  <a:pt x="3745" y="4023"/>
                </a:lnTo>
                <a:lnTo>
                  <a:pt x="3895" y="4130"/>
                </a:lnTo>
                <a:lnTo>
                  <a:pt x="4045" y="4259"/>
                </a:lnTo>
                <a:lnTo>
                  <a:pt x="4045" y="4259"/>
                </a:lnTo>
                <a:lnTo>
                  <a:pt x="4152" y="4408"/>
                </a:lnTo>
                <a:lnTo>
                  <a:pt x="4259" y="4580"/>
                </a:lnTo>
                <a:lnTo>
                  <a:pt x="4323" y="4751"/>
                </a:lnTo>
                <a:lnTo>
                  <a:pt x="4387" y="4943"/>
                </a:lnTo>
                <a:lnTo>
                  <a:pt x="4430" y="5115"/>
                </a:lnTo>
                <a:lnTo>
                  <a:pt x="4473" y="5307"/>
                </a:lnTo>
                <a:lnTo>
                  <a:pt x="4473" y="5500"/>
                </a:lnTo>
                <a:lnTo>
                  <a:pt x="4473" y="5692"/>
                </a:lnTo>
                <a:lnTo>
                  <a:pt x="4473" y="5692"/>
                </a:lnTo>
                <a:close/>
                <a:moveTo>
                  <a:pt x="4836" y="4088"/>
                </a:moveTo>
                <a:lnTo>
                  <a:pt x="4836" y="4088"/>
                </a:lnTo>
                <a:lnTo>
                  <a:pt x="4900" y="4088"/>
                </a:lnTo>
                <a:lnTo>
                  <a:pt x="4922" y="4109"/>
                </a:lnTo>
                <a:lnTo>
                  <a:pt x="4943" y="4152"/>
                </a:lnTo>
                <a:lnTo>
                  <a:pt x="4965" y="4216"/>
                </a:lnTo>
                <a:lnTo>
                  <a:pt x="4965" y="4216"/>
                </a:lnTo>
                <a:lnTo>
                  <a:pt x="4900" y="4216"/>
                </a:lnTo>
                <a:lnTo>
                  <a:pt x="4858" y="4195"/>
                </a:lnTo>
                <a:lnTo>
                  <a:pt x="4836" y="4152"/>
                </a:lnTo>
                <a:lnTo>
                  <a:pt x="4836" y="4088"/>
                </a:lnTo>
                <a:lnTo>
                  <a:pt x="4836" y="4088"/>
                </a:lnTo>
                <a:close/>
                <a:moveTo>
                  <a:pt x="4965" y="5435"/>
                </a:moveTo>
                <a:lnTo>
                  <a:pt x="4965" y="5435"/>
                </a:lnTo>
                <a:lnTo>
                  <a:pt x="5007" y="5435"/>
                </a:lnTo>
                <a:lnTo>
                  <a:pt x="5029" y="5457"/>
                </a:lnTo>
                <a:lnTo>
                  <a:pt x="5093" y="5521"/>
                </a:lnTo>
                <a:lnTo>
                  <a:pt x="5093" y="5607"/>
                </a:lnTo>
                <a:lnTo>
                  <a:pt x="5093" y="5628"/>
                </a:lnTo>
                <a:lnTo>
                  <a:pt x="5072" y="5649"/>
                </a:lnTo>
                <a:lnTo>
                  <a:pt x="5072" y="5649"/>
                </a:lnTo>
                <a:lnTo>
                  <a:pt x="5029" y="5671"/>
                </a:lnTo>
                <a:lnTo>
                  <a:pt x="4986" y="5649"/>
                </a:lnTo>
                <a:lnTo>
                  <a:pt x="4922" y="5585"/>
                </a:lnTo>
                <a:lnTo>
                  <a:pt x="4922" y="5542"/>
                </a:lnTo>
                <a:lnTo>
                  <a:pt x="4900" y="5500"/>
                </a:lnTo>
                <a:lnTo>
                  <a:pt x="4922" y="5457"/>
                </a:lnTo>
                <a:lnTo>
                  <a:pt x="4965" y="5435"/>
                </a:lnTo>
                <a:lnTo>
                  <a:pt x="4965" y="5435"/>
                </a:lnTo>
                <a:close/>
                <a:moveTo>
                  <a:pt x="5114" y="6077"/>
                </a:moveTo>
                <a:lnTo>
                  <a:pt x="5114" y="6077"/>
                </a:lnTo>
                <a:lnTo>
                  <a:pt x="5093" y="6077"/>
                </a:lnTo>
                <a:lnTo>
                  <a:pt x="5072" y="6077"/>
                </a:lnTo>
                <a:lnTo>
                  <a:pt x="5007" y="6035"/>
                </a:lnTo>
                <a:lnTo>
                  <a:pt x="4986" y="5970"/>
                </a:lnTo>
                <a:lnTo>
                  <a:pt x="5007" y="5906"/>
                </a:lnTo>
                <a:lnTo>
                  <a:pt x="5007" y="5906"/>
                </a:lnTo>
                <a:lnTo>
                  <a:pt x="5029" y="5885"/>
                </a:lnTo>
                <a:lnTo>
                  <a:pt x="5072" y="5885"/>
                </a:lnTo>
                <a:lnTo>
                  <a:pt x="5114" y="5949"/>
                </a:lnTo>
                <a:lnTo>
                  <a:pt x="5157" y="6013"/>
                </a:lnTo>
                <a:lnTo>
                  <a:pt x="5136" y="6056"/>
                </a:lnTo>
                <a:lnTo>
                  <a:pt x="5114" y="6077"/>
                </a:lnTo>
                <a:lnTo>
                  <a:pt x="5114" y="6077"/>
                </a:lnTo>
                <a:close/>
                <a:moveTo>
                  <a:pt x="5007" y="4836"/>
                </a:moveTo>
                <a:lnTo>
                  <a:pt x="5007" y="4836"/>
                </a:lnTo>
                <a:lnTo>
                  <a:pt x="4986" y="4815"/>
                </a:lnTo>
                <a:lnTo>
                  <a:pt x="4965" y="4794"/>
                </a:lnTo>
                <a:lnTo>
                  <a:pt x="5007" y="4729"/>
                </a:lnTo>
                <a:lnTo>
                  <a:pt x="5050" y="4687"/>
                </a:lnTo>
                <a:lnTo>
                  <a:pt x="5093" y="4665"/>
                </a:lnTo>
                <a:lnTo>
                  <a:pt x="5136" y="4687"/>
                </a:lnTo>
                <a:lnTo>
                  <a:pt x="5136" y="4687"/>
                </a:lnTo>
                <a:lnTo>
                  <a:pt x="5157" y="4708"/>
                </a:lnTo>
                <a:lnTo>
                  <a:pt x="5157" y="4729"/>
                </a:lnTo>
                <a:lnTo>
                  <a:pt x="5136" y="4794"/>
                </a:lnTo>
                <a:lnTo>
                  <a:pt x="5072" y="4858"/>
                </a:lnTo>
                <a:lnTo>
                  <a:pt x="5050" y="4858"/>
                </a:lnTo>
                <a:lnTo>
                  <a:pt x="5007" y="4836"/>
                </a:lnTo>
                <a:lnTo>
                  <a:pt x="5007" y="4836"/>
                </a:lnTo>
                <a:close/>
                <a:moveTo>
                  <a:pt x="5307" y="6527"/>
                </a:moveTo>
                <a:lnTo>
                  <a:pt x="5307" y="6527"/>
                </a:lnTo>
                <a:lnTo>
                  <a:pt x="5286" y="6569"/>
                </a:lnTo>
                <a:lnTo>
                  <a:pt x="5264" y="6591"/>
                </a:lnTo>
                <a:lnTo>
                  <a:pt x="5243" y="6612"/>
                </a:lnTo>
                <a:lnTo>
                  <a:pt x="5221" y="6591"/>
                </a:lnTo>
                <a:lnTo>
                  <a:pt x="5179" y="6548"/>
                </a:lnTo>
                <a:lnTo>
                  <a:pt x="5200" y="6505"/>
                </a:lnTo>
                <a:lnTo>
                  <a:pt x="5200" y="6462"/>
                </a:lnTo>
                <a:lnTo>
                  <a:pt x="5200" y="6462"/>
                </a:lnTo>
                <a:lnTo>
                  <a:pt x="5243" y="6420"/>
                </a:lnTo>
                <a:lnTo>
                  <a:pt x="5286" y="6420"/>
                </a:lnTo>
                <a:lnTo>
                  <a:pt x="5307" y="6462"/>
                </a:lnTo>
                <a:lnTo>
                  <a:pt x="5307" y="6527"/>
                </a:lnTo>
                <a:lnTo>
                  <a:pt x="5307" y="6527"/>
                </a:lnTo>
                <a:close/>
                <a:moveTo>
                  <a:pt x="3403" y="5842"/>
                </a:moveTo>
                <a:lnTo>
                  <a:pt x="3403" y="5842"/>
                </a:lnTo>
                <a:lnTo>
                  <a:pt x="3446" y="5906"/>
                </a:lnTo>
                <a:lnTo>
                  <a:pt x="3488" y="5949"/>
                </a:lnTo>
                <a:lnTo>
                  <a:pt x="3553" y="5970"/>
                </a:lnTo>
                <a:lnTo>
                  <a:pt x="3617" y="5992"/>
                </a:lnTo>
                <a:lnTo>
                  <a:pt x="3681" y="5970"/>
                </a:lnTo>
                <a:lnTo>
                  <a:pt x="3745" y="5949"/>
                </a:lnTo>
                <a:lnTo>
                  <a:pt x="3895" y="5885"/>
                </a:lnTo>
                <a:lnTo>
                  <a:pt x="4002" y="5756"/>
                </a:lnTo>
                <a:lnTo>
                  <a:pt x="4087" y="5628"/>
                </a:lnTo>
                <a:lnTo>
                  <a:pt x="4109" y="5542"/>
                </a:lnTo>
                <a:lnTo>
                  <a:pt x="4130" y="5478"/>
                </a:lnTo>
                <a:lnTo>
                  <a:pt x="4109" y="5393"/>
                </a:lnTo>
                <a:lnTo>
                  <a:pt x="4087" y="5328"/>
                </a:lnTo>
                <a:lnTo>
                  <a:pt x="4087" y="5328"/>
                </a:lnTo>
                <a:lnTo>
                  <a:pt x="4045" y="5264"/>
                </a:lnTo>
                <a:lnTo>
                  <a:pt x="4002" y="5243"/>
                </a:lnTo>
                <a:lnTo>
                  <a:pt x="3938" y="5222"/>
                </a:lnTo>
                <a:lnTo>
                  <a:pt x="3873" y="5222"/>
                </a:lnTo>
                <a:lnTo>
                  <a:pt x="3745" y="5243"/>
                </a:lnTo>
                <a:lnTo>
                  <a:pt x="3617" y="5328"/>
                </a:lnTo>
                <a:lnTo>
                  <a:pt x="3510" y="5435"/>
                </a:lnTo>
                <a:lnTo>
                  <a:pt x="3424" y="5564"/>
                </a:lnTo>
                <a:lnTo>
                  <a:pt x="3381" y="5714"/>
                </a:lnTo>
                <a:lnTo>
                  <a:pt x="3381" y="5778"/>
                </a:lnTo>
                <a:lnTo>
                  <a:pt x="3403" y="5842"/>
                </a:lnTo>
                <a:lnTo>
                  <a:pt x="3403" y="5842"/>
                </a:lnTo>
                <a:close/>
                <a:moveTo>
                  <a:pt x="2889" y="5949"/>
                </a:moveTo>
                <a:lnTo>
                  <a:pt x="2889" y="5949"/>
                </a:lnTo>
                <a:lnTo>
                  <a:pt x="2932" y="5885"/>
                </a:lnTo>
                <a:lnTo>
                  <a:pt x="2953" y="5799"/>
                </a:lnTo>
                <a:lnTo>
                  <a:pt x="2953" y="5735"/>
                </a:lnTo>
                <a:lnTo>
                  <a:pt x="2932" y="5649"/>
                </a:lnTo>
                <a:lnTo>
                  <a:pt x="2889" y="5585"/>
                </a:lnTo>
                <a:lnTo>
                  <a:pt x="2846" y="5500"/>
                </a:lnTo>
                <a:lnTo>
                  <a:pt x="2718" y="5371"/>
                </a:lnTo>
                <a:lnTo>
                  <a:pt x="2568" y="5286"/>
                </a:lnTo>
                <a:lnTo>
                  <a:pt x="2504" y="5243"/>
                </a:lnTo>
                <a:lnTo>
                  <a:pt x="2419" y="5243"/>
                </a:lnTo>
                <a:lnTo>
                  <a:pt x="2354" y="5243"/>
                </a:lnTo>
                <a:lnTo>
                  <a:pt x="2269" y="5264"/>
                </a:lnTo>
                <a:lnTo>
                  <a:pt x="2226" y="5307"/>
                </a:lnTo>
                <a:lnTo>
                  <a:pt x="2162" y="5371"/>
                </a:lnTo>
                <a:lnTo>
                  <a:pt x="2162" y="5371"/>
                </a:lnTo>
                <a:lnTo>
                  <a:pt x="2140" y="5435"/>
                </a:lnTo>
                <a:lnTo>
                  <a:pt x="2140" y="5500"/>
                </a:lnTo>
                <a:lnTo>
                  <a:pt x="2140" y="5564"/>
                </a:lnTo>
                <a:lnTo>
                  <a:pt x="2162" y="5649"/>
                </a:lnTo>
                <a:lnTo>
                  <a:pt x="2247" y="5778"/>
                </a:lnTo>
                <a:lnTo>
                  <a:pt x="2376" y="5906"/>
                </a:lnTo>
                <a:lnTo>
                  <a:pt x="2504" y="5992"/>
                </a:lnTo>
                <a:lnTo>
                  <a:pt x="2654" y="6056"/>
                </a:lnTo>
                <a:lnTo>
                  <a:pt x="2718" y="6056"/>
                </a:lnTo>
                <a:lnTo>
                  <a:pt x="2782" y="6035"/>
                </a:lnTo>
                <a:lnTo>
                  <a:pt x="2846" y="6013"/>
                </a:lnTo>
                <a:lnTo>
                  <a:pt x="2889" y="5949"/>
                </a:lnTo>
                <a:lnTo>
                  <a:pt x="2889" y="5949"/>
                </a:lnTo>
                <a:close/>
                <a:moveTo>
                  <a:pt x="3189" y="6291"/>
                </a:moveTo>
                <a:lnTo>
                  <a:pt x="3189" y="6291"/>
                </a:lnTo>
                <a:lnTo>
                  <a:pt x="3125" y="6291"/>
                </a:lnTo>
                <a:lnTo>
                  <a:pt x="3082" y="6313"/>
                </a:lnTo>
                <a:lnTo>
                  <a:pt x="2996" y="6398"/>
                </a:lnTo>
                <a:lnTo>
                  <a:pt x="2932" y="6527"/>
                </a:lnTo>
                <a:lnTo>
                  <a:pt x="2911" y="6634"/>
                </a:lnTo>
                <a:lnTo>
                  <a:pt x="2911" y="6634"/>
                </a:lnTo>
                <a:lnTo>
                  <a:pt x="2932" y="6719"/>
                </a:lnTo>
                <a:lnTo>
                  <a:pt x="2996" y="6783"/>
                </a:lnTo>
                <a:lnTo>
                  <a:pt x="3082" y="6805"/>
                </a:lnTo>
                <a:lnTo>
                  <a:pt x="3167" y="6826"/>
                </a:lnTo>
                <a:lnTo>
                  <a:pt x="3253" y="6826"/>
                </a:lnTo>
                <a:lnTo>
                  <a:pt x="3317" y="6783"/>
                </a:lnTo>
                <a:lnTo>
                  <a:pt x="3360" y="6719"/>
                </a:lnTo>
                <a:lnTo>
                  <a:pt x="3339" y="6655"/>
                </a:lnTo>
                <a:lnTo>
                  <a:pt x="3339" y="6655"/>
                </a:lnTo>
                <a:lnTo>
                  <a:pt x="3274" y="6441"/>
                </a:lnTo>
                <a:lnTo>
                  <a:pt x="3232" y="6334"/>
                </a:lnTo>
                <a:lnTo>
                  <a:pt x="3210" y="6313"/>
                </a:lnTo>
                <a:lnTo>
                  <a:pt x="3189" y="6291"/>
                </a:lnTo>
                <a:lnTo>
                  <a:pt x="3189" y="6291"/>
                </a:lnTo>
                <a:close/>
                <a:moveTo>
                  <a:pt x="3424" y="7104"/>
                </a:moveTo>
                <a:lnTo>
                  <a:pt x="3424" y="7104"/>
                </a:lnTo>
                <a:lnTo>
                  <a:pt x="3381" y="7126"/>
                </a:lnTo>
                <a:lnTo>
                  <a:pt x="3360" y="7169"/>
                </a:lnTo>
                <a:lnTo>
                  <a:pt x="3360" y="7233"/>
                </a:lnTo>
                <a:lnTo>
                  <a:pt x="3360" y="7297"/>
                </a:lnTo>
                <a:lnTo>
                  <a:pt x="3381" y="7340"/>
                </a:lnTo>
                <a:lnTo>
                  <a:pt x="3403" y="7382"/>
                </a:lnTo>
                <a:lnTo>
                  <a:pt x="3446" y="7404"/>
                </a:lnTo>
                <a:lnTo>
                  <a:pt x="3510" y="7382"/>
                </a:lnTo>
                <a:lnTo>
                  <a:pt x="3510" y="7382"/>
                </a:lnTo>
                <a:lnTo>
                  <a:pt x="3531" y="7361"/>
                </a:lnTo>
                <a:lnTo>
                  <a:pt x="3553" y="7318"/>
                </a:lnTo>
                <a:lnTo>
                  <a:pt x="3553" y="7211"/>
                </a:lnTo>
                <a:lnTo>
                  <a:pt x="3531" y="7147"/>
                </a:lnTo>
                <a:lnTo>
                  <a:pt x="3510" y="7126"/>
                </a:lnTo>
                <a:lnTo>
                  <a:pt x="3467" y="7104"/>
                </a:lnTo>
                <a:lnTo>
                  <a:pt x="3424" y="7104"/>
                </a:lnTo>
                <a:lnTo>
                  <a:pt x="3424" y="7104"/>
                </a:lnTo>
                <a:close/>
                <a:moveTo>
                  <a:pt x="2911" y="7404"/>
                </a:moveTo>
                <a:lnTo>
                  <a:pt x="2911" y="7404"/>
                </a:lnTo>
                <a:lnTo>
                  <a:pt x="2932" y="7340"/>
                </a:lnTo>
                <a:lnTo>
                  <a:pt x="2932" y="7254"/>
                </a:lnTo>
                <a:lnTo>
                  <a:pt x="2911" y="7104"/>
                </a:lnTo>
                <a:lnTo>
                  <a:pt x="2911" y="7104"/>
                </a:lnTo>
                <a:lnTo>
                  <a:pt x="2825" y="7104"/>
                </a:lnTo>
                <a:lnTo>
                  <a:pt x="2782" y="7126"/>
                </a:lnTo>
                <a:lnTo>
                  <a:pt x="2740" y="7190"/>
                </a:lnTo>
                <a:lnTo>
                  <a:pt x="2740" y="7254"/>
                </a:lnTo>
                <a:lnTo>
                  <a:pt x="2740" y="7318"/>
                </a:lnTo>
                <a:lnTo>
                  <a:pt x="2782" y="7382"/>
                </a:lnTo>
                <a:lnTo>
                  <a:pt x="2846" y="7404"/>
                </a:lnTo>
                <a:lnTo>
                  <a:pt x="2911" y="7404"/>
                </a:lnTo>
                <a:lnTo>
                  <a:pt x="2911" y="7404"/>
                </a:lnTo>
                <a:close/>
                <a:moveTo>
                  <a:pt x="3103" y="7126"/>
                </a:moveTo>
                <a:lnTo>
                  <a:pt x="3103" y="7126"/>
                </a:lnTo>
                <a:lnTo>
                  <a:pt x="3082" y="7169"/>
                </a:lnTo>
                <a:lnTo>
                  <a:pt x="3060" y="7211"/>
                </a:lnTo>
                <a:lnTo>
                  <a:pt x="3060" y="7318"/>
                </a:lnTo>
                <a:lnTo>
                  <a:pt x="3082" y="7361"/>
                </a:lnTo>
                <a:lnTo>
                  <a:pt x="3125" y="7382"/>
                </a:lnTo>
                <a:lnTo>
                  <a:pt x="3167" y="7382"/>
                </a:lnTo>
                <a:lnTo>
                  <a:pt x="3210" y="7361"/>
                </a:lnTo>
                <a:lnTo>
                  <a:pt x="3210" y="7361"/>
                </a:lnTo>
                <a:lnTo>
                  <a:pt x="3232" y="7318"/>
                </a:lnTo>
                <a:lnTo>
                  <a:pt x="3232" y="7275"/>
                </a:lnTo>
                <a:lnTo>
                  <a:pt x="3232" y="7169"/>
                </a:lnTo>
                <a:lnTo>
                  <a:pt x="3210" y="7126"/>
                </a:lnTo>
                <a:lnTo>
                  <a:pt x="3189" y="7104"/>
                </a:lnTo>
                <a:lnTo>
                  <a:pt x="3146" y="7104"/>
                </a:lnTo>
                <a:lnTo>
                  <a:pt x="3103" y="7126"/>
                </a:lnTo>
                <a:lnTo>
                  <a:pt x="3103" y="7126"/>
                </a:ln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7" name="Google Shape;203;p8">
            <a:extLst>
              <a:ext uri="{FF2B5EF4-FFF2-40B4-BE49-F238E27FC236}">
                <a16:creationId xmlns:a16="http://schemas.microsoft.com/office/drawing/2014/main" id="{552F1157-9BAB-44EA-94B6-2AF8249E6604}"/>
              </a:ext>
            </a:extLst>
          </p:cNvPr>
          <p:cNvSpPr/>
          <p:nvPr/>
        </p:nvSpPr>
        <p:spPr>
          <a:xfrm>
            <a:off x="942170" y="3678194"/>
            <a:ext cx="616917" cy="724916"/>
          </a:xfrm>
          <a:custGeom>
            <a:avLst/>
            <a:gdLst/>
            <a:ahLst/>
            <a:cxnLst/>
            <a:rect l="l" t="t" r="r" b="b"/>
            <a:pathLst>
              <a:path w="10635" h="8409" extrusionOk="0">
                <a:moveTo>
                  <a:pt x="10549" y="6269"/>
                </a:moveTo>
                <a:lnTo>
                  <a:pt x="10549" y="6269"/>
                </a:lnTo>
                <a:lnTo>
                  <a:pt x="10442" y="6141"/>
                </a:lnTo>
                <a:lnTo>
                  <a:pt x="10335" y="6034"/>
                </a:lnTo>
                <a:lnTo>
                  <a:pt x="10185" y="5927"/>
                </a:lnTo>
                <a:lnTo>
                  <a:pt x="10057" y="5863"/>
                </a:lnTo>
                <a:lnTo>
                  <a:pt x="9885" y="5798"/>
                </a:lnTo>
                <a:lnTo>
                  <a:pt x="9736" y="5756"/>
                </a:lnTo>
                <a:lnTo>
                  <a:pt x="9415" y="5713"/>
                </a:lnTo>
                <a:lnTo>
                  <a:pt x="9415" y="5713"/>
                </a:lnTo>
                <a:lnTo>
                  <a:pt x="9265" y="5713"/>
                </a:lnTo>
                <a:lnTo>
                  <a:pt x="9051" y="5713"/>
                </a:lnTo>
                <a:lnTo>
                  <a:pt x="8794" y="5713"/>
                </a:lnTo>
                <a:lnTo>
                  <a:pt x="8538" y="5713"/>
                </a:lnTo>
                <a:lnTo>
                  <a:pt x="8302" y="5670"/>
                </a:lnTo>
                <a:lnTo>
                  <a:pt x="8195" y="5649"/>
                </a:lnTo>
                <a:lnTo>
                  <a:pt x="8088" y="5606"/>
                </a:lnTo>
                <a:lnTo>
                  <a:pt x="8024" y="5542"/>
                </a:lnTo>
                <a:lnTo>
                  <a:pt x="7960" y="5477"/>
                </a:lnTo>
                <a:lnTo>
                  <a:pt x="7896" y="5392"/>
                </a:lnTo>
                <a:lnTo>
                  <a:pt x="7874" y="5306"/>
                </a:lnTo>
                <a:lnTo>
                  <a:pt x="7874" y="5306"/>
                </a:lnTo>
                <a:lnTo>
                  <a:pt x="7874" y="5178"/>
                </a:lnTo>
                <a:lnTo>
                  <a:pt x="7896" y="5071"/>
                </a:lnTo>
                <a:lnTo>
                  <a:pt x="7960" y="4836"/>
                </a:lnTo>
                <a:lnTo>
                  <a:pt x="8024" y="4579"/>
                </a:lnTo>
                <a:lnTo>
                  <a:pt x="8045" y="4472"/>
                </a:lnTo>
                <a:lnTo>
                  <a:pt x="8045" y="4343"/>
                </a:lnTo>
                <a:lnTo>
                  <a:pt x="8045" y="4343"/>
                </a:lnTo>
                <a:lnTo>
                  <a:pt x="8045" y="4236"/>
                </a:lnTo>
                <a:lnTo>
                  <a:pt x="8024" y="4151"/>
                </a:lnTo>
                <a:lnTo>
                  <a:pt x="7960" y="3958"/>
                </a:lnTo>
                <a:lnTo>
                  <a:pt x="7896" y="3787"/>
                </a:lnTo>
                <a:lnTo>
                  <a:pt x="7831" y="3595"/>
                </a:lnTo>
                <a:lnTo>
                  <a:pt x="7831" y="3595"/>
                </a:lnTo>
                <a:lnTo>
                  <a:pt x="7810" y="3488"/>
                </a:lnTo>
                <a:lnTo>
                  <a:pt x="7810" y="3381"/>
                </a:lnTo>
                <a:lnTo>
                  <a:pt x="7853" y="3145"/>
                </a:lnTo>
                <a:lnTo>
                  <a:pt x="7917" y="2931"/>
                </a:lnTo>
                <a:lnTo>
                  <a:pt x="7917" y="2803"/>
                </a:lnTo>
                <a:lnTo>
                  <a:pt x="7917" y="2696"/>
                </a:lnTo>
                <a:lnTo>
                  <a:pt x="7917" y="2696"/>
                </a:lnTo>
                <a:lnTo>
                  <a:pt x="7917" y="2589"/>
                </a:lnTo>
                <a:lnTo>
                  <a:pt x="7874" y="2503"/>
                </a:lnTo>
                <a:lnTo>
                  <a:pt x="7831" y="2418"/>
                </a:lnTo>
                <a:lnTo>
                  <a:pt x="7789" y="2332"/>
                </a:lnTo>
                <a:lnTo>
                  <a:pt x="7660" y="2225"/>
                </a:lnTo>
                <a:lnTo>
                  <a:pt x="7489" y="2097"/>
                </a:lnTo>
                <a:lnTo>
                  <a:pt x="7489" y="2097"/>
                </a:lnTo>
                <a:lnTo>
                  <a:pt x="7404" y="2033"/>
                </a:lnTo>
                <a:lnTo>
                  <a:pt x="7339" y="1947"/>
                </a:lnTo>
                <a:lnTo>
                  <a:pt x="7275" y="1883"/>
                </a:lnTo>
                <a:lnTo>
                  <a:pt x="7254" y="1797"/>
                </a:lnTo>
                <a:lnTo>
                  <a:pt x="7232" y="1712"/>
                </a:lnTo>
                <a:lnTo>
                  <a:pt x="7232" y="1626"/>
                </a:lnTo>
                <a:lnTo>
                  <a:pt x="7275" y="1476"/>
                </a:lnTo>
                <a:lnTo>
                  <a:pt x="7318" y="1305"/>
                </a:lnTo>
                <a:lnTo>
                  <a:pt x="7382" y="1134"/>
                </a:lnTo>
                <a:lnTo>
                  <a:pt x="7468" y="941"/>
                </a:lnTo>
                <a:lnTo>
                  <a:pt x="7511" y="749"/>
                </a:lnTo>
                <a:lnTo>
                  <a:pt x="7511" y="749"/>
                </a:lnTo>
                <a:lnTo>
                  <a:pt x="7511" y="578"/>
                </a:lnTo>
                <a:lnTo>
                  <a:pt x="7489" y="407"/>
                </a:lnTo>
                <a:lnTo>
                  <a:pt x="7468" y="321"/>
                </a:lnTo>
                <a:lnTo>
                  <a:pt x="7404" y="257"/>
                </a:lnTo>
                <a:lnTo>
                  <a:pt x="7361" y="193"/>
                </a:lnTo>
                <a:lnTo>
                  <a:pt x="7275" y="128"/>
                </a:lnTo>
                <a:lnTo>
                  <a:pt x="7275" y="128"/>
                </a:lnTo>
                <a:lnTo>
                  <a:pt x="7190" y="64"/>
                </a:lnTo>
                <a:lnTo>
                  <a:pt x="7104" y="21"/>
                </a:lnTo>
                <a:lnTo>
                  <a:pt x="7018" y="0"/>
                </a:lnTo>
                <a:lnTo>
                  <a:pt x="6911" y="0"/>
                </a:lnTo>
                <a:lnTo>
                  <a:pt x="6826" y="21"/>
                </a:lnTo>
                <a:lnTo>
                  <a:pt x="6740" y="64"/>
                </a:lnTo>
                <a:lnTo>
                  <a:pt x="6569" y="150"/>
                </a:lnTo>
                <a:lnTo>
                  <a:pt x="6569" y="150"/>
                </a:lnTo>
                <a:lnTo>
                  <a:pt x="6184" y="385"/>
                </a:lnTo>
                <a:lnTo>
                  <a:pt x="5820" y="621"/>
                </a:lnTo>
                <a:lnTo>
                  <a:pt x="5478" y="877"/>
                </a:lnTo>
                <a:lnTo>
                  <a:pt x="5157" y="1155"/>
                </a:lnTo>
                <a:lnTo>
                  <a:pt x="5157" y="1155"/>
                </a:lnTo>
                <a:lnTo>
                  <a:pt x="4857" y="1455"/>
                </a:lnTo>
                <a:lnTo>
                  <a:pt x="4558" y="1776"/>
                </a:lnTo>
                <a:lnTo>
                  <a:pt x="4558" y="1776"/>
                </a:lnTo>
                <a:lnTo>
                  <a:pt x="4301" y="1990"/>
                </a:lnTo>
                <a:lnTo>
                  <a:pt x="4173" y="2118"/>
                </a:lnTo>
                <a:lnTo>
                  <a:pt x="4066" y="2247"/>
                </a:lnTo>
                <a:lnTo>
                  <a:pt x="4066" y="2247"/>
                </a:lnTo>
                <a:lnTo>
                  <a:pt x="4023" y="2332"/>
                </a:lnTo>
                <a:lnTo>
                  <a:pt x="4002" y="2396"/>
                </a:lnTo>
                <a:lnTo>
                  <a:pt x="4002" y="2568"/>
                </a:lnTo>
                <a:lnTo>
                  <a:pt x="4002" y="2739"/>
                </a:lnTo>
                <a:lnTo>
                  <a:pt x="4044" y="2910"/>
                </a:lnTo>
                <a:lnTo>
                  <a:pt x="4087" y="3081"/>
                </a:lnTo>
                <a:lnTo>
                  <a:pt x="4109" y="3252"/>
                </a:lnTo>
                <a:lnTo>
                  <a:pt x="4130" y="3402"/>
                </a:lnTo>
                <a:lnTo>
                  <a:pt x="4087" y="3573"/>
                </a:lnTo>
                <a:lnTo>
                  <a:pt x="4087" y="3573"/>
                </a:lnTo>
                <a:lnTo>
                  <a:pt x="4002" y="3744"/>
                </a:lnTo>
                <a:lnTo>
                  <a:pt x="3916" y="3915"/>
                </a:lnTo>
                <a:lnTo>
                  <a:pt x="3681" y="4258"/>
                </a:lnTo>
                <a:lnTo>
                  <a:pt x="3189" y="4900"/>
                </a:lnTo>
                <a:lnTo>
                  <a:pt x="3189" y="4900"/>
                </a:lnTo>
                <a:lnTo>
                  <a:pt x="3124" y="4964"/>
                </a:lnTo>
                <a:lnTo>
                  <a:pt x="3060" y="5007"/>
                </a:lnTo>
                <a:lnTo>
                  <a:pt x="2889" y="5092"/>
                </a:lnTo>
                <a:lnTo>
                  <a:pt x="2697" y="5156"/>
                </a:lnTo>
                <a:lnTo>
                  <a:pt x="2483" y="5178"/>
                </a:lnTo>
                <a:lnTo>
                  <a:pt x="2269" y="5178"/>
                </a:lnTo>
                <a:lnTo>
                  <a:pt x="2055" y="5178"/>
                </a:lnTo>
                <a:lnTo>
                  <a:pt x="1691" y="5156"/>
                </a:lnTo>
                <a:lnTo>
                  <a:pt x="1691" y="5156"/>
                </a:lnTo>
                <a:lnTo>
                  <a:pt x="1284" y="5114"/>
                </a:lnTo>
                <a:lnTo>
                  <a:pt x="1070" y="5092"/>
                </a:lnTo>
                <a:lnTo>
                  <a:pt x="856" y="5071"/>
                </a:lnTo>
                <a:lnTo>
                  <a:pt x="643" y="5092"/>
                </a:lnTo>
                <a:lnTo>
                  <a:pt x="450" y="5156"/>
                </a:lnTo>
                <a:lnTo>
                  <a:pt x="364" y="5199"/>
                </a:lnTo>
                <a:lnTo>
                  <a:pt x="279" y="5242"/>
                </a:lnTo>
                <a:lnTo>
                  <a:pt x="193" y="5306"/>
                </a:lnTo>
                <a:lnTo>
                  <a:pt x="129" y="5392"/>
                </a:lnTo>
                <a:lnTo>
                  <a:pt x="129" y="5392"/>
                </a:lnTo>
                <a:lnTo>
                  <a:pt x="86" y="5499"/>
                </a:lnTo>
                <a:lnTo>
                  <a:pt x="43" y="5584"/>
                </a:lnTo>
                <a:lnTo>
                  <a:pt x="22" y="5670"/>
                </a:lnTo>
                <a:lnTo>
                  <a:pt x="1" y="5756"/>
                </a:lnTo>
                <a:lnTo>
                  <a:pt x="22" y="5927"/>
                </a:lnTo>
                <a:lnTo>
                  <a:pt x="65" y="6098"/>
                </a:lnTo>
                <a:lnTo>
                  <a:pt x="172" y="6248"/>
                </a:lnTo>
                <a:lnTo>
                  <a:pt x="300" y="6376"/>
                </a:lnTo>
                <a:lnTo>
                  <a:pt x="471" y="6526"/>
                </a:lnTo>
                <a:lnTo>
                  <a:pt x="664" y="6654"/>
                </a:lnTo>
                <a:lnTo>
                  <a:pt x="1049" y="6889"/>
                </a:lnTo>
                <a:lnTo>
                  <a:pt x="1477" y="7082"/>
                </a:lnTo>
                <a:lnTo>
                  <a:pt x="1841" y="7253"/>
                </a:lnTo>
                <a:lnTo>
                  <a:pt x="2140" y="7403"/>
                </a:lnTo>
                <a:lnTo>
                  <a:pt x="2140" y="7403"/>
                </a:lnTo>
                <a:lnTo>
                  <a:pt x="2333" y="7510"/>
                </a:lnTo>
                <a:lnTo>
                  <a:pt x="2525" y="7574"/>
                </a:lnTo>
                <a:lnTo>
                  <a:pt x="2932" y="7724"/>
                </a:lnTo>
                <a:lnTo>
                  <a:pt x="2932" y="7724"/>
                </a:lnTo>
                <a:lnTo>
                  <a:pt x="3231" y="7874"/>
                </a:lnTo>
                <a:lnTo>
                  <a:pt x="3552" y="7981"/>
                </a:lnTo>
                <a:lnTo>
                  <a:pt x="3552" y="7981"/>
                </a:lnTo>
                <a:lnTo>
                  <a:pt x="3766" y="8045"/>
                </a:lnTo>
                <a:lnTo>
                  <a:pt x="3959" y="8088"/>
                </a:lnTo>
                <a:lnTo>
                  <a:pt x="4387" y="8173"/>
                </a:lnTo>
                <a:lnTo>
                  <a:pt x="4836" y="8216"/>
                </a:lnTo>
                <a:lnTo>
                  <a:pt x="5243" y="8259"/>
                </a:lnTo>
                <a:lnTo>
                  <a:pt x="5243" y="8259"/>
                </a:lnTo>
                <a:lnTo>
                  <a:pt x="5713" y="8302"/>
                </a:lnTo>
                <a:lnTo>
                  <a:pt x="6184" y="8366"/>
                </a:lnTo>
                <a:lnTo>
                  <a:pt x="6633" y="8409"/>
                </a:lnTo>
                <a:lnTo>
                  <a:pt x="7104" y="8409"/>
                </a:lnTo>
                <a:lnTo>
                  <a:pt x="7104" y="8409"/>
                </a:lnTo>
                <a:lnTo>
                  <a:pt x="7596" y="8387"/>
                </a:lnTo>
                <a:lnTo>
                  <a:pt x="8088" y="8344"/>
                </a:lnTo>
                <a:lnTo>
                  <a:pt x="8324" y="8302"/>
                </a:lnTo>
                <a:lnTo>
                  <a:pt x="8559" y="8259"/>
                </a:lnTo>
                <a:lnTo>
                  <a:pt x="8794" y="8195"/>
                </a:lnTo>
                <a:lnTo>
                  <a:pt x="9008" y="8109"/>
                </a:lnTo>
                <a:lnTo>
                  <a:pt x="9008" y="8109"/>
                </a:lnTo>
                <a:lnTo>
                  <a:pt x="9308" y="7959"/>
                </a:lnTo>
                <a:lnTo>
                  <a:pt x="9607" y="7767"/>
                </a:lnTo>
                <a:lnTo>
                  <a:pt x="10185" y="7339"/>
                </a:lnTo>
                <a:lnTo>
                  <a:pt x="10185" y="7339"/>
                </a:lnTo>
                <a:lnTo>
                  <a:pt x="10292" y="7232"/>
                </a:lnTo>
                <a:lnTo>
                  <a:pt x="10420" y="7125"/>
                </a:lnTo>
                <a:lnTo>
                  <a:pt x="10506" y="6996"/>
                </a:lnTo>
                <a:lnTo>
                  <a:pt x="10570" y="6868"/>
                </a:lnTo>
                <a:lnTo>
                  <a:pt x="10634" y="6718"/>
                </a:lnTo>
                <a:lnTo>
                  <a:pt x="10634" y="6569"/>
                </a:lnTo>
                <a:lnTo>
                  <a:pt x="10613" y="6419"/>
                </a:lnTo>
                <a:lnTo>
                  <a:pt x="10549" y="6269"/>
                </a:lnTo>
                <a:lnTo>
                  <a:pt x="10549" y="6269"/>
                </a:lnTo>
                <a:close/>
                <a:moveTo>
                  <a:pt x="4002" y="4429"/>
                </a:moveTo>
                <a:lnTo>
                  <a:pt x="4002" y="4429"/>
                </a:lnTo>
                <a:lnTo>
                  <a:pt x="4044" y="4343"/>
                </a:lnTo>
                <a:lnTo>
                  <a:pt x="4130" y="4279"/>
                </a:lnTo>
                <a:lnTo>
                  <a:pt x="4258" y="4151"/>
                </a:lnTo>
                <a:lnTo>
                  <a:pt x="4258" y="4151"/>
                </a:lnTo>
                <a:lnTo>
                  <a:pt x="4365" y="4001"/>
                </a:lnTo>
                <a:lnTo>
                  <a:pt x="4430" y="3937"/>
                </a:lnTo>
                <a:lnTo>
                  <a:pt x="4494" y="3894"/>
                </a:lnTo>
                <a:lnTo>
                  <a:pt x="4494" y="3894"/>
                </a:lnTo>
                <a:lnTo>
                  <a:pt x="4537" y="3894"/>
                </a:lnTo>
                <a:lnTo>
                  <a:pt x="4622" y="3937"/>
                </a:lnTo>
                <a:lnTo>
                  <a:pt x="4836" y="4001"/>
                </a:lnTo>
                <a:lnTo>
                  <a:pt x="4922" y="4022"/>
                </a:lnTo>
                <a:lnTo>
                  <a:pt x="5007" y="4001"/>
                </a:lnTo>
                <a:lnTo>
                  <a:pt x="5029" y="3980"/>
                </a:lnTo>
                <a:lnTo>
                  <a:pt x="5050" y="3937"/>
                </a:lnTo>
                <a:lnTo>
                  <a:pt x="5029" y="3830"/>
                </a:lnTo>
                <a:lnTo>
                  <a:pt x="5029" y="3830"/>
                </a:lnTo>
                <a:lnTo>
                  <a:pt x="5007" y="3766"/>
                </a:lnTo>
                <a:lnTo>
                  <a:pt x="4964" y="3723"/>
                </a:lnTo>
                <a:lnTo>
                  <a:pt x="4815" y="3616"/>
                </a:lnTo>
                <a:lnTo>
                  <a:pt x="4665" y="3530"/>
                </a:lnTo>
                <a:lnTo>
                  <a:pt x="4622" y="3488"/>
                </a:lnTo>
                <a:lnTo>
                  <a:pt x="4622" y="3445"/>
                </a:lnTo>
                <a:lnTo>
                  <a:pt x="4622" y="3445"/>
                </a:lnTo>
                <a:lnTo>
                  <a:pt x="4665" y="3445"/>
                </a:lnTo>
                <a:lnTo>
                  <a:pt x="4751" y="3445"/>
                </a:lnTo>
                <a:lnTo>
                  <a:pt x="5029" y="3488"/>
                </a:lnTo>
                <a:lnTo>
                  <a:pt x="5178" y="3488"/>
                </a:lnTo>
                <a:lnTo>
                  <a:pt x="5307" y="3466"/>
                </a:lnTo>
                <a:lnTo>
                  <a:pt x="5350" y="3445"/>
                </a:lnTo>
                <a:lnTo>
                  <a:pt x="5371" y="3402"/>
                </a:lnTo>
                <a:lnTo>
                  <a:pt x="5392" y="3359"/>
                </a:lnTo>
                <a:lnTo>
                  <a:pt x="5392" y="3316"/>
                </a:lnTo>
                <a:lnTo>
                  <a:pt x="5392" y="3316"/>
                </a:lnTo>
                <a:lnTo>
                  <a:pt x="5371" y="3252"/>
                </a:lnTo>
                <a:lnTo>
                  <a:pt x="5350" y="3209"/>
                </a:lnTo>
                <a:lnTo>
                  <a:pt x="5307" y="3188"/>
                </a:lnTo>
                <a:lnTo>
                  <a:pt x="5243" y="3167"/>
                </a:lnTo>
                <a:lnTo>
                  <a:pt x="5114" y="3145"/>
                </a:lnTo>
                <a:lnTo>
                  <a:pt x="4964" y="3145"/>
                </a:lnTo>
                <a:lnTo>
                  <a:pt x="4708" y="3124"/>
                </a:lnTo>
                <a:lnTo>
                  <a:pt x="4622" y="3124"/>
                </a:lnTo>
                <a:lnTo>
                  <a:pt x="4601" y="3102"/>
                </a:lnTo>
                <a:lnTo>
                  <a:pt x="4601" y="3081"/>
                </a:lnTo>
                <a:lnTo>
                  <a:pt x="4601" y="3081"/>
                </a:lnTo>
                <a:lnTo>
                  <a:pt x="4622" y="3038"/>
                </a:lnTo>
                <a:lnTo>
                  <a:pt x="4665" y="3017"/>
                </a:lnTo>
                <a:lnTo>
                  <a:pt x="4793" y="2974"/>
                </a:lnTo>
                <a:lnTo>
                  <a:pt x="5157" y="2910"/>
                </a:lnTo>
                <a:lnTo>
                  <a:pt x="5328" y="2867"/>
                </a:lnTo>
                <a:lnTo>
                  <a:pt x="5457" y="2803"/>
                </a:lnTo>
                <a:lnTo>
                  <a:pt x="5478" y="2782"/>
                </a:lnTo>
                <a:lnTo>
                  <a:pt x="5499" y="2717"/>
                </a:lnTo>
                <a:lnTo>
                  <a:pt x="5499" y="2675"/>
                </a:lnTo>
                <a:lnTo>
                  <a:pt x="5457" y="2589"/>
                </a:lnTo>
                <a:lnTo>
                  <a:pt x="5457" y="2589"/>
                </a:lnTo>
                <a:lnTo>
                  <a:pt x="5414" y="2546"/>
                </a:lnTo>
                <a:lnTo>
                  <a:pt x="5371" y="2525"/>
                </a:lnTo>
                <a:lnTo>
                  <a:pt x="5264" y="2503"/>
                </a:lnTo>
                <a:lnTo>
                  <a:pt x="5114" y="2503"/>
                </a:lnTo>
                <a:lnTo>
                  <a:pt x="4986" y="2546"/>
                </a:lnTo>
                <a:lnTo>
                  <a:pt x="4686" y="2632"/>
                </a:lnTo>
                <a:lnTo>
                  <a:pt x="4579" y="2675"/>
                </a:lnTo>
                <a:lnTo>
                  <a:pt x="4472" y="2717"/>
                </a:lnTo>
                <a:lnTo>
                  <a:pt x="4472" y="2717"/>
                </a:lnTo>
                <a:lnTo>
                  <a:pt x="4451" y="2653"/>
                </a:lnTo>
                <a:lnTo>
                  <a:pt x="4472" y="2589"/>
                </a:lnTo>
                <a:lnTo>
                  <a:pt x="4537" y="2461"/>
                </a:lnTo>
                <a:lnTo>
                  <a:pt x="4622" y="2332"/>
                </a:lnTo>
                <a:lnTo>
                  <a:pt x="4729" y="2247"/>
                </a:lnTo>
                <a:lnTo>
                  <a:pt x="4729" y="2247"/>
                </a:lnTo>
                <a:lnTo>
                  <a:pt x="4793" y="2225"/>
                </a:lnTo>
                <a:lnTo>
                  <a:pt x="4879" y="2204"/>
                </a:lnTo>
                <a:lnTo>
                  <a:pt x="5071" y="2182"/>
                </a:lnTo>
                <a:lnTo>
                  <a:pt x="5435" y="2204"/>
                </a:lnTo>
                <a:lnTo>
                  <a:pt x="5435" y="2204"/>
                </a:lnTo>
                <a:lnTo>
                  <a:pt x="5564" y="2182"/>
                </a:lnTo>
                <a:lnTo>
                  <a:pt x="5692" y="2161"/>
                </a:lnTo>
                <a:lnTo>
                  <a:pt x="5735" y="2140"/>
                </a:lnTo>
                <a:lnTo>
                  <a:pt x="5735" y="2097"/>
                </a:lnTo>
                <a:lnTo>
                  <a:pt x="5713" y="2054"/>
                </a:lnTo>
                <a:lnTo>
                  <a:pt x="5628" y="1990"/>
                </a:lnTo>
                <a:lnTo>
                  <a:pt x="5628" y="1990"/>
                </a:lnTo>
                <a:lnTo>
                  <a:pt x="5542" y="1968"/>
                </a:lnTo>
                <a:lnTo>
                  <a:pt x="5392" y="1947"/>
                </a:lnTo>
                <a:lnTo>
                  <a:pt x="5264" y="1947"/>
                </a:lnTo>
                <a:lnTo>
                  <a:pt x="5200" y="1926"/>
                </a:lnTo>
                <a:lnTo>
                  <a:pt x="5200" y="1926"/>
                </a:lnTo>
                <a:lnTo>
                  <a:pt x="5200" y="1904"/>
                </a:lnTo>
                <a:lnTo>
                  <a:pt x="5221" y="1861"/>
                </a:lnTo>
                <a:lnTo>
                  <a:pt x="5285" y="1776"/>
                </a:lnTo>
                <a:lnTo>
                  <a:pt x="5414" y="1669"/>
                </a:lnTo>
                <a:lnTo>
                  <a:pt x="5414" y="1669"/>
                </a:lnTo>
                <a:lnTo>
                  <a:pt x="5478" y="1648"/>
                </a:lnTo>
                <a:lnTo>
                  <a:pt x="5542" y="1669"/>
                </a:lnTo>
                <a:lnTo>
                  <a:pt x="5692" y="1712"/>
                </a:lnTo>
                <a:lnTo>
                  <a:pt x="5820" y="1776"/>
                </a:lnTo>
                <a:lnTo>
                  <a:pt x="5970" y="1797"/>
                </a:lnTo>
                <a:lnTo>
                  <a:pt x="5970" y="1797"/>
                </a:lnTo>
                <a:lnTo>
                  <a:pt x="6098" y="1797"/>
                </a:lnTo>
                <a:lnTo>
                  <a:pt x="6163" y="1776"/>
                </a:lnTo>
                <a:lnTo>
                  <a:pt x="6184" y="1755"/>
                </a:lnTo>
                <a:lnTo>
                  <a:pt x="6205" y="1712"/>
                </a:lnTo>
                <a:lnTo>
                  <a:pt x="6205" y="1669"/>
                </a:lnTo>
                <a:lnTo>
                  <a:pt x="6184" y="1605"/>
                </a:lnTo>
                <a:lnTo>
                  <a:pt x="6120" y="1562"/>
                </a:lnTo>
                <a:lnTo>
                  <a:pt x="6120" y="1562"/>
                </a:lnTo>
                <a:lnTo>
                  <a:pt x="6056" y="1498"/>
                </a:lnTo>
                <a:lnTo>
                  <a:pt x="5970" y="1455"/>
                </a:lnTo>
                <a:lnTo>
                  <a:pt x="5778" y="1391"/>
                </a:lnTo>
                <a:lnTo>
                  <a:pt x="5778" y="1391"/>
                </a:lnTo>
                <a:lnTo>
                  <a:pt x="5863" y="1305"/>
                </a:lnTo>
                <a:lnTo>
                  <a:pt x="5949" y="1198"/>
                </a:lnTo>
                <a:lnTo>
                  <a:pt x="6163" y="1070"/>
                </a:lnTo>
                <a:lnTo>
                  <a:pt x="6398" y="920"/>
                </a:lnTo>
                <a:lnTo>
                  <a:pt x="6612" y="792"/>
                </a:lnTo>
                <a:lnTo>
                  <a:pt x="6612" y="792"/>
                </a:lnTo>
                <a:lnTo>
                  <a:pt x="6783" y="706"/>
                </a:lnTo>
                <a:lnTo>
                  <a:pt x="6847" y="685"/>
                </a:lnTo>
                <a:lnTo>
                  <a:pt x="6890" y="706"/>
                </a:lnTo>
                <a:lnTo>
                  <a:pt x="6911" y="728"/>
                </a:lnTo>
                <a:lnTo>
                  <a:pt x="6911" y="770"/>
                </a:lnTo>
                <a:lnTo>
                  <a:pt x="6890" y="877"/>
                </a:lnTo>
                <a:lnTo>
                  <a:pt x="6847" y="1027"/>
                </a:lnTo>
                <a:lnTo>
                  <a:pt x="6783" y="1177"/>
                </a:lnTo>
                <a:lnTo>
                  <a:pt x="6676" y="1434"/>
                </a:lnTo>
                <a:lnTo>
                  <a:pt x="6676" y="1434"/>
                </a:lnTo>
                <a:lnTo>
                  <a:pt x="6612" y="1605"/>
                </a:lnTo>
                <a:lnTo>
                  <a:pt x="6591" y="1733"/>
                </a:lnTo>
                <a:lnTo>
                  <a:pt x="6591" y="1861"/>
                </a:lnTo>
                <a:lnTo>
                  <a:pt x="6612" y="1968"/>
                </a:lnTo>
                <a:lnTo>
                  <a:pt x="6676" y="2075"/>
                </a:lnTo>
                <a:lnTo>
                  <a:pt x="6762" y="2161"/>
                </a:lnTo>
                <a:lnTo>
                  <a:pt x="6869" y="2247"/>
                </a:lnTo>
                <a:lnTo>
                  <a:pt x="7040" y="2332"/>
                </a:lnTo>
                <a:lnTo>
                  <a:pt x="7040" y="2332"/>
                </a:lnTo>
                <a:lnTo>
                  <a:pt x="7254" y="2418"/>
                </a:lnTo>
                <a:lnTo>
                  <a:pt x="7361" y="2482"/>
                </a:lnTo>
                <a:lnTo>
                  <a:pt x="7446" y="2568"/>
                </a:lnTo>
                <a:lnTo>
                  <a:pt x="7446" y="2568"/>
                </a:lnTo>
                <a:lnTo>
                  <a:pt x="7489" y="2653"/>
                </a:lnTo>
                <a:lnTo>
                  <a:pt x="7489" y="2739"/>
                </a:lnTo>
                <a:lnTo>
                  <a:pt x="7489" y="2931"/>
                </a:lnTo>
                <a:lnTo>
                  <a:pt x="7425" y="3274"/>
                </a:lnTo>
                <a:lnTo>
                  <a:pt x="7425" y="3274"/>
                </a:lnTo>
                <a:lnTo>
                  <a:pt x="7404" y="3466"/>
                </a:lnTo>
                <a:lnTo>
                  <a:pt x="7382" y="3637"/>
                </a:lnTo>
                <a:lnTo>
                  <a:pt x="7404" y="3809"/>
                </a:lnTo>
                <a:lnTo>
                  <a:pt x="7446" y="4001"/>
                </a:lnTo>
                <a:lnTo>
                  <a:pt x="7446" y="4001"/>
                </a:lnTo>
                <a:lnTo>
                  <a:pt x="7511" y="4172"/>
                </a:lnTo>
                <a:lnTo>
                  <a:pt x="7532" y="4322"/>
                </a:lnTo>
                <a:lnTo>
                  <a:pt x="7511" y="4450"/>
                </a:lnTo>
                <a:lnTo>
                  <a:pt x="7446" y="4643"/>
                </a:lnTo>
                <a:lnTo>
                  <a:pt x="7446" y="4643"/>
                </a:lnTo>
                <a:lnTo>
                  <a:pt x="7382" y="4836"/>
                </a:lnTo>
                <a:lnTo>
                  <a:pt x="7361" y="4921"/>
                </a:lnTo>
                <a:lnTo>
                  <a:pt x="7297" y="5007"/>
                </a:lnTo>
                <a:lnTo>
                  <a:pt x="7297" y="5007"/>
                </a:lnTo>
                <a:lnTo>
                  <a:pt x="7232" y="5049"/>
                </a:lnTo>
                <a:lnTo>
                  <a:pt x="7190" y="5071"/>
                </a:lnTo>
                <a:lnTo>
                  <a:pt x="7018" y="5028"/>
                </a:lnTo>
                <a:lnTo>
                  <a:pt x="7018" y="5028"/>
                </a:lnTo>
                <a:lnTo>
                  <a:pt x="6847" y="5007"/>
                </a:lnTo>
                <a:lnTo>
                  <a:pt x="6655" y="4985"/>
                </a:lnTo>
                <a:lnTo>
                  <a:pt x="6462" y="4964"/>
                </a:lnTo>
                <a:lnTo>
                  <a:pt x="6291" y="4921"/>
                </a:lnTo>
                <a:lnTo>
                  <a:pt x="6291" y="4921"/>
                </a:lnTo>
                <a:lnTo>
                  <a:pt x="6227" y="4878"/>
                </a:lnTo>
                <a:lnTo>
                  <a:pt x="6205" y="4836"/>
                </a:lnTo>
                <a:lnTo>
                  <a:pt x="6163" y="4750"/>
                </a:lnTo>
                <a:lnTo>
                  <a:pt x="6141" y="4643"/>
                </a:lnTo>
                <a:lnTo>
                  <a:pt x="6077" y="4536"/>
                </a:lnTo>
                <a:lnTo>
                  <a:pt x="6077" y="4536"/>
                </a:lnTo>
                <a:lnTo>
                  <a:pt x="5991" y="4450"/>
                </a:lnTo>
                <a:lnTo>
                  <a:pt x="5906" y="4408"/>
                </a:lnTo>
                <a:lnTo>
                  <a:pt x="5799" y="4365"/>
                </a:lnTo>
                <a:lnTo>
                  <a:pt x="5692" y="4343"/>
                </a:lnTo>
                <a:lnTo>
                  <a:pt x="5692" y="4343"/>
                </a:lnTo>
                <a:lnTo>
                  <a:pt x="5478" y="4322"/>
                </a:lnTo>
                <a:lnTo>
                  <a:pt x="5243" y="4301"/>
                </a:lnTo>
                <a:lnTo>
                  <a:pt x="4793" y="4301"/>
                </a:lnTo>
                <a:lnTo>
                  <a:pt x="4793" y="4301"/>
                </a:lnTo>
                <a:lnTo>
                  <a:pt x="4601" y="4301"/>
                </a:lnTo>
                <a:lnTo>
                  <a:pt x="4494" y="4322"/>
                </a:lnTo>
                <a:lnTo>
                  <a:pt x="4408" y="4343"/>
                </a:lnTo>
                <a:lnTo>
                  <a:pt x="4323" y="4386"/>
                </a:lnTo>
                <a:lnTo>
                  <a:pt x="4280" y="4472"/>
                </a:lnTo>
                <a:lnTo>
                  <a:pt x="4237" y="4557"/>
                </a:lnTo>
                <a:lnTo>
                  <a:pt x="4237" y="4664"/>
                </a:lnTo>
                <a:lnTo>
                  <a:pt x="4237" y="4664"/>
                </a:lnTo>
                <a:lnTo>
                  <a:pt x="4087" y="4643"/>
                </a:lnTo>
                <a:lnTo>
                  <a:pt x="3980" y="4622"/>
                </a:lnTo>
                <a:lnTo>
                  <a:pt x="3937" y="4600"/>
                </a:lnTo>
                <a:lnTo>
                  <a:pt x="3937" y="4579"/>
                </a:lnTo>
                <a:lnTo>
                  <a:pt x="3937" y="4515"/>
                </a:lnTo>
                <a:lnTo>
                  <a:pt x="4002" y="4429"/>
                </a:lnTo>
                <a:lnTo>
                  <a:pt x="4002" y="4429"/>
                </a:lnTo>
                <a:close/>
                <a:moveTo>
                  <a:pt x="5778" y="5178"/>
                </a:moveTo>
                <a:lnTo>
                  <a:pt x="5778" y="5178"/>
                </a:lnTo>
                <a:lnTo>
                  <a:pt x="5756" y="5456"/>
                </a:lnTo>
                <a:lnTo>
                  <a:pt x="5756" y="5756"/>
                </a:lnTo>
                <a:lnTo>
                  <a:pt x="5756" y="5756"/>
                </a:lnTo>
                <a:lnTo>
                  <a:pt x="5735" y="5884"/>
                </a:lnTo>
                <a:lnTo>
                  <a:pt x="5692" y="5948"/>
                </a:lnTo>
                <a:lnTo>
                  <a:pt x="5628" y="5969"/>
                </a:lnTo>
                <a:lnTo>
                  <a:pt x="5499" y="5969"/>
                </a:lnTo>
                <a:lnTo>
                  <a:pt x="5499" y="5969"/>
                </a:lnTo>
                <a:lnTo>
                  <a:pt x="5328" y="5969"/>
                </a:lnTo>
                <a:lnTo>
                  <a:pt x="5136" y="5927"/>
                </a:lnTo>
                <a:lnTo>
                  <a:pt x="4772" y="5863"/>
                </a:lnTo>
                <a:lnTo>
                  <a:pt x="4772" y="5863"/>
                </a:lnTo>
                <a:lnTo>
                  <a:pt x="4622" y="5841"/>
                </a:lnTo>
                <a:lnTo>
                  <a:pt x="4537" y="5820"/>
                </a:lnTo>
                <a:lnTo>
                  <a:pt x="4494" y="5798"/>
                </a:lnTo>
                <a:lnTo>
                  <a:pt x="4494" y="5798"/>
                </a:lnTo>
                <a:lnTo>
                  <a:pt x="4494" y="5734"/>
                </a:lnTo>
                <a:lnTo>
                  <a:pt x="4494" y="5649"/>
                </a:lnTo>
                <a:lnTo>
                  <a:pt x="4537" y="5477"/>
                </a:lnTo>
                <a:lnTo>
                  <a:pt x="4537" y="5477"/>
                </a:lnTo>
                <a:lnTo>
                  <a:pt x="4579" y="5156"/>
                </a:lnTo>
                <a:lnTo>
                  <a:pt x="4601" y="4985"/>
                </a:lnTo>
                <a:lnTo>
                  <a:pt x="4665" y="4857"/>
                </a:lnTo>
                <a:lnTo>
                  <a:pt x="4665" y="4857"/>
                </a:lnTo>
                <a:lnTo>
                  <a:pt x="4729" y="4750"/>
                </a:lnTo>
                <a:lnTo>
                  <a:pt x="4772" y="4729"/>
                </a:lnTo>
                <a:lnTo>
                  <a:pt x="4815" y="4707"/>
                </a:lnTo>
                <a:lnTo>
                  <a:pt x="4922" y="4707"/>
                </a:lnTo>
                <a:lnTo>
                  <a:pt x="5071" y="4707"/>
                </a:lnTo>
                <a:lnTo>
                  <a:pt x="5071" y="4707"/>
                </a:lnTo>
                <a:lnTo>
                  <a:pt x="5350" y="4729"/>
                </a:lnTo>
                <a:lnTo>
                  <a:pt x="5478" y="4750"/>
                </a:lnTo>
                <a:lnTo>
                  <a:pt x="5606" y="4771"/>
                </a:lnTo>
                <a:lnTo>
                  <a:pt x="5692" y="4814"/>
                </a:lnTo>
                <a:lnTo>
                  <a:pt x="5756" y="4900"/>
                </a:lnTo>
                <a:lnTo>
                  <a:pt x="5799" y="5007"/>
                </a:lnTo>
                <a:lnTo>
                  <a:pt x="5778" y="5178"/>
                </a:lnTo>
                <a:lnTo>
                  <a:pt x="5778" y="5178"/>
                </a:lnTo>
                <a:close/>
                <a:moveTo>
                  <a:pt x="9158" y="7382"/>
                </a:moveTo>
                <a:lnTo>
                  <a:pt x="9158" y="7382"/>
                </a:lnTo>
                <a:lnTo>
                  <a:pt x="8858" y="7574"/>
                </a:lnTo>
                <a:lnTo>
                  <a:pt x="8559" y="7745"/>
                </a:lnTo>
                <a:lnTo>
                  <a:pt x="8238" y="7874"/>
                </a:lnTo>
                <a:lnTo>
                  <a:pt x="8067" y="7916"/>
                </a:lnTo>
                <a:lnTo>
                  <a:pt x="7874" y="7938"/>
                </a:lnTo>
                <a:lnTo>
                  <a:pt x="7874" y="7938"/>
                </a:lnTo>
                <a:lnTo>
                  <a:pt x="7532" y="7981"/>
                </a:lnTo>
                <a:lnTo>
                  <a:pt x="7168" y="7981"/>
                </a:lnTo>
                <a:lnTo>
                  <a:pt x="6805" y="7981"/>
                </a:lnTo>
                <a:lnTo>
                  <a:pt x="6441" y="7938"/>
                </a:lnTo>
                <a:lnTo>
                  <a:pt x="6441" y="7938"/>
                </a:lnTo>
                <a:lnTo>
                  <a:pt x="6034" y="7874"/>
                </a:lnTo>
                <a:lnTo>
                  <a:pt x="5649" y="7810"/>
                </a:lnTo>
                <a:lnTo>
                  <a:pt x="4836" y="7638"/>
                </a:lnTo>
                <a:lnTo>
                  <a:pt x="4836" y="7638"/>
                </a:lnTo>
                <a:lnTo>
                  <a:pt x="4472" y="7553"/>
                </a:lnTo>
                <a:lnTo>
                  <a:pt x="4087" y="7446"/>
                </a:lnTo>
                <a:lnTo>
                  <a:pt x="3360" y="7210"/>
                </a:lnTo>
                <a:lnTo>
                  <a:pt x="3360" y="7210"/>
                </a:lnTo>
                <a:lnTo>
                  <a:pt x="2632" y="6975"/>
                </a:lnTo>
                <a:lnTo>
                  <a:pt x="2290" y="6847"/>
                </a:lnTo>
                <a:lnTo>
                  <a:pt x="1948" y="6697"/>
                </a:lnTo>
                <a:lnTo>
                  <a:pt x="1948" y="6697"/>
                </a:lnTo>
                <a:lnTo>
                  <a:pt x="1327" y="6440"/>
                </a:lnTo>
                <a:lnTo>
                  <a:pt x="1028" y="6290"/>
                </a:lnTo>
                <a:lnTo>
                  <a:pt x="750" y="6141"/>
                </a:lnTo>
                <a:lnTo>
                  <a:pt x="750" y="6141"/>
                </a:lnTo>
                <a:lnTo>
                  <a:pt x="664" y="6055"/>
                </a:lnTo>
                <a:lnTo>
                  <a:pt x="578" y="5948"/>
                </a:lnTo>
                <a:lnTo>
                  <a:pt x="536" y="5820"/>
                </a:lnTo>
                <a:lnTo>
                  <a:pt x="514" y="5756"/>
                </a:lnTo>
                <a:lnTo>
                  <a:pt x="536" y="5691"/>
                </a:lnTo>
                <a:lnTo>
                  <a:pt x="536" y="5691"/>
                </a:lnTo>
                <a:lnTo>
                  <a:pt x="557" y="5627"/>
                </a:lnTo>
                <a:lnTo>
                  <a:pt x="621" y="5606"/>
                </a:lnTo>
                <a:lnTo>
                  <a:pt x="685" y="5584"/>
                </a:lnTo>
                <a:lnTo>
                  <a:pt x="771" y="5563"/>
                </a:lnTo>
                <a:lnTo>
                  <a:pt x="963" y="5563"/>
                </a:lnTo>
                <a:lnTo>
                  <a:pt x="1113" y="5584"/>
                </a:lnTo>
                <a:lnTo>
                  <a:pt x="1113" y="5584"/>
                </a:lnTo>
                <a:lnTo>
                  <a:pt x="1477" y="5584"/>
                </a:lnTo>
                <a:lnTo>
                  <a:pt x="1841" y="5584"/>
                </a:lnTo>
                <a:lnTo>
                  <a:pt x="2590" y="5520"/>
                </a:lnTo>
                <a:lnTo>
                  <a:pt x="2590" y="5520"/>
                </a:lnTo>
                <a:lnTo>
                  <a:pt x="2654" y="5499"/>
                </a:lnTo>
                <a:lnTo>
                  <a:pt x="2718" y="5499"/>
                </a:lnTo>
                <a:lnTo>
                  <a:pt x="2718" y="5499"/>
                </a:lnTo>
                <a:lnTo>
                  <a:pt x="2804" y="5477"/>
                </a:lnTo>
                <a:lnTo>
                  <a:pt x="2804" y="5477"/>
                </a:lnTo>
                <a:lnTo>
                  <a:pt x="2804" y="5520"/>
                </a:lnTo>
                <a:lnTo>
                  <a:pt x="2804" y="5563"/>
                </a:lnTo>
                <a:lnTo>
                  <a:pt x="2761" y="5670"/>
                </a:lnTo>
                <a:lnTo>
                  <a:pt x="2611" y="5905"/>
                </a:lnTo>
                <a:lnTo>
                  <a:pt x="2568" y="6034"/>
                </a:lnTo>
                <a:lnTo>
                  <a:pt x="2547" y="6141"/>
                </a:lnTo>
                <a:lnTo>
                  <a:pt x="2568" y="6162"/>
                </a:lnTo>
                <a:lnTo>
                  <a:pt x="2611" y="6205"/>
                </a:lnTo>
                <a:lnTo>
                  <a:pt x="2654" y="6226"/>
                </a:lnTo>
                <a:lnTo>
                  <a:pt x="2739" y="6226"/>
                </a:lnTo>
                <a:lnTo>
                  <a:pt x="2739" y="6226"/>
                </a:lnTo>
                <a:lnTo>
                  <a:pt x="2804" y="6205"/>
                </a:lnTo>
                <a:lnTo>
                  <a:pt x="2889" y="6183"/>
                </a:lnTo>
                <a:lnTo>
                  <a:pt x="2953" y="6119"/>
                </a:lnTo>
                <a:lnTo>
                  <a:pt x="2996" y="6076"/>
                </a:lnTo>
                <a:lnTo>
                  <a:pt x="3103" y="5927"/>
                </a:lnTo>
                <a:lnTo>
                  <a:pt x="3189" y="5798"/>
                </a:lnTo>
                <a:lnTo>
                  <a:pt x="3189" y="5798"/>
                </a:lnTo>
                <a:lnTo>
                  <a:pt x="3253" y="5713"/>
                </a:lnTo>
                <a:lnTo>
                  <a:pt x="3296" y="5649"/>
                </a:lnTo>
                <a:lnTo>
                  <a:pt x="3360" y="5627"/>
                </a:lnTo>
                <a:lnTo>
                  <a:pt x="3467" y="5606"/>
                </a:lnTo>
                <a:lnTo>
                  <a:pt x="3467" y="5606"/>
                </a:lnTo>
                <a:lnTo>
                  <a:pt x="3574" y="5606"/>
                </a:lnTo>
                <a:lnTo>
                  <a:pt x="3659" y="5606"/>
                </a:lnTo>
                <a:lnTo>
                  <a:pt x="3873" y="5649"/>
                </a:lnTo>
                <a:lnTo>
                  <a:pt x="3873" y="5649"/>
                </a:lnTo>
                <a:lnTo>
                  <a:pt x="3959" y="5670"/>
                </a:lnTo>
                <a:lnTo>
                  <a:pt x="4044" y="5691"/>
                </a:lnTo>
                <a:lnTo>
                  <a:pt x="4066" y="5713"/>
                </a:lnTo>
                <a:lnTo>
                  <a:pt x="4087" y="5756"/>
                </a:lnTo>
                <a:lnTo>
                  <a:pt x="4109" y="5863"/>
                </a:lnTo>
                <a:lnTo>
                  <a:pt x="4130" y="5927"/>
                </a:lnTo>
                <a:lnTo>
                  <a:pt x="4151" y="6012"/>
                </a:lnTo>
                <a:lnTo>
                  <a:pt x="4151" y="6012"/>
                </a:lnTo>
                <a:lnTo>
                  <a:pt x="4216" y="6076"/>
                </a:lnTo>
                <a:lnTo>
                  <a:pt x="4280" y="6141"/>
                </a:lnTo>
                <a:lnTo>
                  <a:pt x="4365" y="6183"/>
                </a:lnTo>
                <a:lnTo>
                  <a:pt x="4451" y="6205"/>
                </a:lnTo>
                <a:lnTo>
                  <a:pt x="4644" y="6248"/>
                </a:lnTo>
                <a:lnTo>
                  <a:pt x="4836" y="6269"/>
                </a:lnTo>
                <a:lnTo>
                  <a:pt x="4836" y="6269"/>
                </a:lnTo>
                <a:lnTo>
                  <a:pt x="5350" y="6376"/>
                </a:lnTo>
                <a:lnTo>
                  <a:pt x="5478" y="6397"/>
                </a:lnTo>
                <a:lnTo>
                  <a:pt x="5606" y="6397"/>
                </a:lnTo>
                <a:lnTo>
                  <a:pt x="5735" y="6376"/>
                </a:lnTo>
                <a:lnTo>
                  <a:pt x="5842" y="6333"/>
                </a:lnTo>
                <a:lnTo>
                  <a:pt x="5842" y="6333"/>
                </a:lnTo>
                <a:lnTo>
                  <a:pt x="5906" y="6269"/>
                </a:lnTo>
                <a:lnTo>
                  <a:pt x="5970" y="6205"/>
                </a:lnTo>
                <a:lnTo>
                  <a:pt x="6013" y="6055"/>
                </a:lnTo>
                <a:lnTo>
                  <a:pt x="6056" y="5905"/>
                </a:lnTo>
                <a:lnTo>
                  <a:pt x="6077" y="5841"/>
                </a:lnTo>
                <a:lnTo>
                  <a:pt x="6141" y="5777"/>
                </a:lnTo>
                <a:lnTo>
                  <a:pt x="6141" y="5777"/>
                </a:lnTo>
                <a:lnTo>
                  <a:pt x="6163" y="5777"/>
                </a:lnTo>
                <a:lnTo>
                  <a:pt x="6227" y="5777"/>
                </a:lnTo>
                <a:lnTo>
                  <a:pt x="6377" y="5798"/>
                </a:lnTo>
                <a:lnTo>
                  <a:pt x="6612" y="5863"/>
                </a:lnTo>
                <a:lnTo>
                  <a:pt x="6612" y="5863"/>
                </a:lnTo>
                <a:lnTo>
                  <a:pt x="6740" y="5863"/>
                </a:lnTo>
                <a:lnTo>
                  <a:pt x="6890" y="5905"/>
                </a:lnTo>
                <a:lnTo>
                  <a:pt x="6933" y="5927"/>
                </a:lnTo>
                <a:lnTo>
                  <a:pt x="6997" y="5969"/>
                </a:lnTo>
                <a:lnTo>
                  <a:pt x="7018" y="6012"/>
                </a:lnTo>
                <a:lnTo>
                  <a:pt x="7040" y="6098"/>
                </a:lnTo>
                <a:lnTo>
                  <a:pt x="7040" y="6098"/>
                </a:lnTo>
                <a:lnTo>
                  <a:pt x="7018" y="6205"/>
                </a:lnTo>
                <a:lnTo>
                  <a:pt x="6997" y="6355"/>
                </a:lnTo>
                <a:lnTo>
                  <a:pt x="6954" y="6483"/>
                </a:lnTo>
                <a:lnTo>
                  <a:pt x="6933" y="6611"/>
                </a:lnTo>
                <a:lnTo>
                  <a:pt x="6933" y="6611"/>
                </a:lnTo>
                <a:lnTo>
                  <a:pt x="6933" y="6740"/>
                </a:lnTo>
                <a:lnTo>
                  <a:pt x="6976" y="6847"/>
                </a:lnTo>
                <a:lnTo>
                  <a:pt x="7040" y="6954"/>
                </a:lnTo>
                <a:lnTo>
                  <a:pt x="7125" y="7018"/>
                </a:lnTo>
                <a:lnTo>
                  <a:pt x="7211" y="7082"/>
                </a:lnTo>
                <a:lnTo>
                  <a:pt x="7297" y="7082"/>
                </a:lnTo>
                <a:lnTo>
                  <a:pt x="7339" y="7061"/>
                </a:lnTo>
                <a:lnTo>
                  <a:pt x="7404" y="7039"/>
                </a:lnTo>
                <a:lnTo>
                  <a:pt x="7489" y="6932"/>
                </a:lnTo>
                <a:lnTo>
                  <a:pt x="7489" y="6932"/>
                </a:lnTo>
                <a:lnTo>
                  <a:pt x="7511" y="6847"/>
                </a:lnTo>
                <a:lnTo>
                  <a:pt x="7532" y="6697"/>
                </a:lnTo>
                <a:lnTo>
                  <a:pt x="7596" y="6312"/>
                </a:lnTo>
                <a:lnTo>
                  <a:pt x="7660" y="5927"/>
                </a:lnTo>
                <a:lnTo>
                  <a:pt x="7703" y="5820"/>
                </a:lnTo>
                <a:lnTo>
                  <a:pt x="7725" y="5777"/>
                </a:lnTo>
                <a:lnTo>
                  <a:pt x="7746" y="5756"/>
                </a:lnTo>
                <a:lnTo>
                  <a:pt x="7746" y="5756"/>
                </a:lnTo>
                <a:lnTo>
                  <a:pt x="7810" y="5777"/>
                </a:lnTo>
                <a:lnTo>
                  <a:pt x="7917" y="5841"/>
                </a:lnTo>
                <a:lnTo>
                  <a:pt x="8088" y="5948"/>
                </a:lnTo>
                <a:lnTo>
                  <a:pt x="8088" y="5948"/>
                </a:lnTo>
                <a:lnTo>
                  <a:pt x="8345" y="6098"/>
                </a:lnTo>
                <a:lnTo>
                  <a:pt x="8473" y="6141"/>
                </a:lnTo>
                <a:lnTo>
                  <a:pt x="8623" y="6183"/>
                </a:lnTo>
                <a:lnTo>
                  <a:pt x="8623" y="6183"/>
                </a:lnTo>
                <a:lnTo>
                  <a:pt x="8773" y="6205"/>
                </a:lnTo>
                <a:lnTo>
                  <a:pt x="8923" y="6205"/>
                </a:lnTo>
                <a:lnTo>
                  <a:pt x="9244" y="6183"/>
                </a:lnTo>
                <a:lnTo>
                  <a:pt x="9415" y="6205"/>
                </a:lnTo>
                <a:lnTo>
                  <a:pt x="9565" y="6226"/>
                </a:lnTo>
                <a:lnTo>
                  <a:pt x="9714" y="6269"/>
                </a:lnTo>
                <a:lnTo>
                  <a:pt x="9843" y="6355"/>
                </a:lnTo>
                <a:lnTo>
                  <a:pt x="9843" y="6355"/>
                </a:lnTo>
                <a:lnTo>
                  <a:pt x="9907" y="6419"/>
                </a:lnTo>
                <a:lnTo>
                  <a:pt x="9950" y="6483"/>
                </a:lnTo>
                <a:lnTo>
                  <a:pt x="9950" y="6547"/>
                </a:lnTo>
                <a:lnTo>
                  <a:pt x="9950" y="6633"/>
                </a:lnTo>
                <a:lnTo>
                  <a:pt x="9907" y="6697"/>
                </a:lnTo>
                <a:lnTo>
                  <a:pt x="9864" y="6783"/>
                </a:lnTo>
                <a:lnTo>
                  <a:pt x="9736" y="6932"/>
                </a:lnTo>
                <a:lnTo>
                  <a:pt x="9586" y="7061"/>
                </a:lnTo>
                <a:lnTo>
                  <a:pt x="9436" y="7210"/>
                </a:lnTo>
                <a:lnTo>
                  <a:pt x="9158" y="7382"/>
                </a:lnTo>
                <a:lnTo>
                  <a:pt x="9158" y="7382"/>
                </a:lnTo>
                <a:close/>
                <a:moveTo>
                  <a:pt x="2718" y="5499"/>
                </a:moveTo>
                <a:lnTo>
                  <a:pt x="2718" y="5499"/>
                </a:lnTo>
                <a:lnTo>
                  <a:pt x="2590" y="5520"/>
                </a:lnTo>
                <a:lnTo>
                  <a:pt x="2590" y="5520"/>
                </a:lnTo>
                <a:lnTo>
                  <a:pt x="2504" y="5542"/>
                </a:lnTo>
                <a:lnTo>
                  <a:pt x="2504" y="5542"/>
                </a:lnTo>
                <a:lnTo>
                  <a:pt x="2718" y="5499"/>
                </a:lnTo>
                <a:lnTo>
                  <a:pt x="2718" y="5499"/>
                </a:lnTo>
                <a:close/>
                <a:moveTo>
                  <a:pt x="4815" y="5178"/>
                </a:moveTo>
                <a:lnTo>
                  <a:pt x="4815" y="5178"/>
                </a:lnTo>
                <a:lnTo>
                  <a:pt x="4772" y="5328"/>
                </a:lnTo>
                <a:lnTo>
                  <a:pt x="4772" y="5392"/>
                </a:lnTo>
                <a:lnTo>
                  <a:pt x="4772" y="5456"/>
                </a:lnTo>
                <a:lnTo>
                  <a:pt x="4793" y="5499"/>
                </a:lnTo>
                <a:lnTo>
                  <a:pt x="4836" y="5520"/>
                </a:lnTo>
                <a:lnTo>
                  <a:pt x="4900" y="5563"/>
                </a:lnTo>
                <a:lnTo>
                  <a:pt x="4986" y="5584"/>
                </a:lnTo>
                <a:lnTo>
                  <a:pt x="4986" y="5584"/>
                </a:lnTo>
                <a:lnTo>
                  <a:pt x="5093" y="5584"/>
                </a:lnTo>
                <a:lnTo>
                  <a:pt x="5243" y="5606"/>
                </a:lnTo>
                <a:lnTo>
                  <a:pt x="5328" y="5584"/>
                </a:lnTo>
                <a:lnTo>
                  <a:pt x="5392" y="5563"/>
                </a:lnTo>
                <a:lnTo>
                  <a:pt x="5435" y="5542"/>
                </a:lnTo>
                <a:lnTo>
                  <a:pt x="5457" y="5499"/>
                </a:lnTo>
                <a:lnTo>
                  <a:pt x="5457" y="5499"/>
                </a:lnTo>
                <a:lnTo>
                  <a:pt x="5478" y="5328"/>
                </a:lnTo>
                <a:lnTo>
                  <a:pt x="5478" y="5242"/>
                </a:lnTo>
                <a:lnTo>
                  <a:pt x="5457" y="5178"/>
                </a:lnTo>
                <a:lnTo>
                  <a:pt x="5435" y="5135"/>
                </a:lnTo>
                <a:lnTo>
                  <a:pt x="5371" y="5092"/>
                </a:lnTo>
                <a:lnTo>
                  <a:pt x="5307" y="5049"/>
                </a:lnTo>
                <a:lnTo>
                  <a:pt x="5221" y="5028"/>
                </a:lnTo>
                <a:lnTo>
                  <a:pt x="5221" y="5028"/>
                </a:lnTo>
                <a:lnTo>
                  <a:pt x="5071" y="5007"/>
                </a:lnTo>
                <a:lnTo>
                  <a:pt x="4964" y="5007"/>
                </a:lnTo>
                <a:lnTo>
                  <a:pt x="4922" y="5028"/>
                </a:lnTo>
                <a:lnTo>
                  <a:pt x="4879" y="5049"/>
                </a:lnTo>
                <a:lnTo>
                  <a:pt x="4836" y="5092"/>
                </a:lnTo>
                <a:lnTo>
                  <a:pt x="4815" y="5178"/>
                </a:lnTo>
                <a:lnTo>
                  <a:pt x="4815" y="5178"/>
                </a:lnTo>
                <a:close/>
              </a:path>
            </a:pathLst>
          </a:custGeom>
          <a:solidFill>
            <a:srgbClr val="434343"/>
          </a:solidFill>
          <a:ln>
            <a:noFill/>
          </a:ln>
        </p:spPr>
        <p:txBody>
          <a:bodyPr spcFirstLastPara="1" wrap="square" lIns="121900" tIns="121900" rIns="121900" bIns="121900" anchor="ctr" anchorCtr="0">
            <a:noAutofit/>
          </a:bodyPr>
          <a:lstStyle/>
          <a:p>
            <a:endParaRPr sz="2400"/>
          </a:p>
        </p:txBody>
      </p:sp>
      <p:sp>
        <p:nvSpPr>
          <p:cNvPr id="8" name="Google Shape;201;p8">
            <a:extLst>
              <a:ext uri="{FF2B5EF4-FFF2-40B4-BE49-F238E27FC236}">
                <a16:creationId xmlns:a16="http://schemas.microsoft.com/office/drawing/2014/main" id="{EAAB6991-ED1D-4F5E-8628-7AFEC2F18433}"/>
              </a:ext>
            </a:extLst>
          </p:cNvPr>
          <p:cNvSpPr/>
          <p:nvPr/>
        </p:nvSpPr>
        <p:spPr>
          <a:xfrm>
            <a:off x="3331233" y="566160"/>
            <a:ext cx="725901" cy="728260"/>
          </a:xfrm>
          <a:custGeom>
            <a:avLst/>
            <a:gdLst/>
            <a:ahLst/>
            <a:cxnLst/>
            <a:rect l="l" t="t" r="r" b="b"/>
            <a:pathLst>
              <a:path w="10614" h="9608" extrusionOk="0">
                <a:moveTo>
                  <a:pt x="10570" y="2547"/>
                </a:moveTo>
                <a:lnTo>
                  <a:pt x="10570" y="2547"/>
                </a:lnTo>
                <a:lnTo>
                  <a:pt x="10528" y="2504"/>
                </a:lnTo>
                <a:lnTo>
                  <a:pt x="10463" y="2461"/>
                </a:lnTo>
                <a:lnTo>
                  <a:pt x="10292" y="2376"/>
                </a:lnTo>
                <a:lnTo>
                  <a:pt x="9993" y="2226"/>
                </a:lnTo>
                <a:lnTo>
                  <a:pt x="9993" y="2226"/>
                </a:lnTo>
                <a:lnTo>
                  <a:pt x="9779" y="2141"/>
                </a:lnTo>
                <a:lnTo>
                  <a:pt x="9565" y="2055"/>
                </a:lnTo>
                <a:lnTo>
                  <a:pt x="9115" y="1884"/>
                </a:lnTo>
                <a:lnTo>
                  <a:pt x="9115" y="1884"/>
                </a:lnTo>
                <a:lnTo>
                  <a:pt x="8195" y="1541"/>
                </a:lnTo>
                <a:lnTo>
                  <a:pt x="7318" y="1178"/>
                </a:lnTo>
                <a:lnTo>
                  <a:pt x="7318" y="1178"/>
                </a:lnTo>
                <a:lnTo>
                  <a:pt x="6398" y="793"/>
                </a:lnTo>
                <a:lnTo>
                  <a:pt x="5949" y="600"/>
                </a:lnTo>
                <a:lnTo>
                  <a:pt x="5478" y="450"/>
                </a:lnTo>
                <a:lnTo>
                  <a:pt x="5478" y="450"/>
                </a:lnTo>
                <a:lnTo>
                  <a:pt x="5286" y="408"/>
                </a:lnTo>
                <a:lnTo>
                  <a:pt x="5179" y="386"/>
                </a:lnTo>
                <a:lnTo>
                  <a:pt x="5114" y="343"/>
                </a:lnTo>
                <a:lnTo>
                  <a:pt x="5114" y="343"/>
                </a:lnTo>
                <a:lnTo>
                  <a:pt x="5072" y="301"/>
                </a:lnTo>
                <a:lnTo>
                  <a:pt x="5050" y="258"/>
                </a:lnTo>
                <a:lnTo>
                  <a:pt x="5050" y="236"/>
                </a:lnTo>
                <a:lnTo>
                  <a:pt x="5029" y="172"/>
                </a:lnTo>
                <a:lnTo>
                  <a:pt x="5029" y="172"/>
                </a:lnTo>
                <a:lnTo>
                  <a:pt x="5007" y="129"/>
                </a:lnTo>
                <a:lnTo>
                  <a:pt x="4986" y="87"/>
                </a:lnTo>
                <a:lnTo>
                  <a:pt x="4986" y="65"/>
                </a:lnTo>
                <a:lnTo>
                  <a:pt x="4922" y="87"/>
                </a:lnTo>
                <a:lnTo>
                  <a:pt x="4922" y="87"/>
                </a:lnTo>
                <a:lnTo>
                  <a:pt x="4900" y="108"/>
                </a:lnTo>
                <a:lnTo>
                  <a:pt x="4858" y="151"/>
                </a:lnTo>
                <a:lnTo>
                  <a:pt x="4836" y="215"/>
                </a:lnTo>
                <a:lnTo>
                  <a:pt x="4815" y="236"/>
                </a:lnTo>
                <a:lnTo>
                  <a:pt x="4815" y="236"/>
                </a:lnTo>
                <a:lnTo>
                  <a:pt x="4793" y="215"/>
                </a:lnTo>
                <a:lnTo>
                  <a:pt x="4793" y="194"/>
                </a:lnTo>
                <a:lnTo>
                  <a:pt x="4793" y="108"/>
                </a:lnTo>
                <a:lnTo>
                  <a:pt x="4793" y="65"/>
                </a:lnTo>
                <a:lnTo>
                  <a:pt x="4772" y="44"/>
                </a:lnTo>
                <a:lnTo>
                  <a:pt x="4751" y="44"/>
                </a:lnTo>
                <a:lnTo>
                  <a:pt x="4686" y="44"/>
                </a:lnTo>
                <a:lnTo>
                  <a:pt x="4686" y="44"/>
                </a:lnTo>
                <a:lnTo>
                  <a:pt x="4644" y="172"/>
                </a:lnTo>
                <a:lnTo>
                  <a:pt x="4601" y="236"/>
                </a:lnTo>
                <a:lnTo>
                  <a:pt x="4580" y="215"/>
                </a:lnTo>
                <a:lnTo>
                  <a:pt x="4558" y="194"/>
                </a:lnTo>
                <a:lnTo>
                  <a:pt x="4558" y="194"/>
                </a:lnTo>
                <a:lnTo>
                  <a:pt x="4537" y="129"/>
                </a:lnTo>
                <a:lnTo>
                  <a:pt x="4537" y="44"/>
                </a:lnTo>
                <a:lnTo>
                  <a:pt x="4515" y="22"/>
                </a:lnTo>
                <a:lnTo>
                  <a:pt x="4494" y="1"/>
                </a:lnTo>
                <a:lnTo>
                  <a:pt x="4473" y="1"/>
                </a:lnTo>
                <a:lnTo>
                  <a:pt x="4430" y="1"/>
                </a:lnTo>
                <a:lnTo>
                  <a:pt x="4430" y="1"/>
                </a:lnTo>
                <a:lnTo>
                  <a:pt x="4366" y="22"/>
                </a:lnTo>
                <a:lnTo>
                  <a:pt x="4344" y="44"/>
                </a:lnTo>
                <a:lnTo>
                  <a:pt x="4323" y="129"/>
                </a:lnTo>
                <a:lnTo>
                  <a:pt x="4323" y="129"/>
                </a:lnTo>
                <a:lnTo>
                  <a:pt x="4259" y="236"/>
                </a:lnTo>
                <a:lnTo>
                  <a:pt x="4194" y="365"/>
                </a:lnTo>
                <a:lnTo>
                  <a:pt x="4152" y="472"/>
                </a:lnTo>
                <a:lnTo>
                  <a:pt x="4087" y="600"/>
                </a:lnTo>
                <a:lnTo>
                  <a:pt x="4087" y="600"/>
                </a:lnTo>
                <a:lnTo>
                  <a:pt x="3873" y="835"/>
                </a:lnTo>
                <a:lnTo>
                  <a:pt x="3659" y="1092"/>
                </a:lnTo>
                <a:lnTo>
                  <a:pt x="3232" y="1584"/>
                </a:lnTo>
                <a:lnTo>
                  <a:pt x="3232" y="1584"/>
                </a:lnTo>
                <a:lnTo>
                  <a:pt x="3082" y="1755"/>
                </a:lnTo>
                <a:lnTo>
                  <a:pt x="3082" y="1755"/>
                </a:lnTo>
                <a:lnTo>
                  <a:pt x="2975" y="1777"/>
                </a:lnTo>
                <a:lnTo>
                  <a:pt x="2868" y="1841"/>
                </a:lnTo>
                <a:lnTo>
                  <a:pt x="2868" y="1841"/>
                </a:lnTo>
                <a:lnTo>
                  <a:pt x="2825" y="1905"/>
                </a:lnTo>
                <a:lnTo>
                  <a:pt x="2782" y="1991"/>
                </a:lnTo>
                <a:lnTo>
                  <a:pt x="2782" y="1991"/>
                </a:lnTo>
                <a:lnTo>
                  <a:pt x="2782" y="2055"/>
                </a:lnTo>
                <a:lnTo>
                  <a:pt x="2782" y="2119"/>
                </a:lnTo>
                <a:lnTo>
                  <a:pt x="2825" y="2269"/>
                </a:lnTo>
                <a:lnTo>
                  <a:pt x="2868" y="2397"/>
                </a:lnTo>
                <a:lnTo>
                  <a:pt x="2868" y="2461"/>
                </a:lnTo>
                <a:lnTo>
                  <a:pt x="2868" y="2526"/>
                </a:lnTo>
                <a:lnTo>
                  <a:pt x="2868" y="2526"/>
                </a:lnTo>
                <a:lnTo>
                  <a:pt x="2868" y="2590"/>
                </a:lnTo>
                <a:lnTo>
                  <a:pt x="2825" y="2633"/>
                </a:lnTo>
                <a:lnTo>
                  <a:pt x="2761" y="2675"/>
                </a:lnTo>
                <a:lnTo>
                  <a:pt x="2547" y="2782"/>
                </a:lnTo>
                <a:lnTo>
                  <a:pt x="2547" y="2782"/>
                </a:lnTo>
                <a:lnTo>
                  <a:pt x="2354" y="2911"/>
                </a:lnTo>
                <a:lnTo>
                  <a:pt x="2354" y="2911"/>
                </a:lnTo>
                <a:lnTo>
                  <a:pt x="2205" y="3018"/>
                </a:lnTo>
                <a:lnTo>
                  <a:pt x="2098" y="3125"/>
                </a:lnTo>
                <a:lnTo>
                  <a:pt x="1991" y="3253"/>
                </a:lnTo>
                <a:lnTo>
                  <a:pt x="1884" y="3382"/>
                </a:lnTo>
                <a:lnTo>
                  <a:pt x="1884" y="3382"/>
                </a:lnTo>
                <a:lnTo>
                  <a:pt x="1712" y="3638"/>
                </a:lnTo>
                <a:lnTo>
                  <a:pt x="1584" y="3938"/>
                </a:lnTo>
                <a:lnTo>
                  <a:pt x="1456" y="4237"/>
                </a:lnTo>
                <a:lnTo>
                  <a:pt x="1370" y="4558"/>
                </a:lnTo>
                <a:lnTo>
                  <a:pt x="1306" y="4901"/>
                </a:lnTo>
                <a:lnTo>
                  <a:pt x="1263" y="5222"/>
                </a:lnTo>
                <a:lnTo>
                  <a:pt x="1263" y="5542"/>
                </a:lnTo>
                <a:lnTo>
                  <a:pt x="1285" y="5842"/>
                </a:lnTo>
                <a:lnTo>
                  <a:pt x="1285" y="5842"/>
                </a:lnTo>
                <a:lnTo>
                  <a:pt x="1349" y="6163"/>
                </a:lnTo>
                <a:lnTo>
                  <a:pt x="1434" y="6463"/>
                </a:lnTo>
                <a:lnTo>
                  <a:pt x="1584" y="6741"/>
                </a:lnTo>
                <a:lnTo>
                  <a:pt x="1777" y="6997"/>
                </a:lnTo>
                <a:lnTo>
                  <a:pt x="1969" y="7233"/>
                </a:lnTo>
                <a:lnTo>
                  <a:pt x="2226" y="7447"/>
                </a:lnTo>
                <a:lnTo>
                  <a:pt x="2483" y="7639"/>
                </a:lnTo>
                <a:lnTo>
                  <a:pt x="2761" y="7810"/>
                </a:lnTo>
                <a:lnTo>
                  <a:pt x="2761" y="7810"/>
                </a:lnTo>
                <a:lnTo>
                  <a:pt x="3039" y="7939"/>
                </a:lnTo>
                <a:lnTo>
                  <a:pt x="3339" y="8046"/>
                </a:lnTo>
                <a:lnTo>
                  <a:pt x="3659" y="8131"/>
                </a:lnTo>
                <a:lnTo>
                  <a:pt x="3959" y="8174"/>
                </a:lnTo>
                <a:lnTo>
                  <a:pt x="4280" y="8217"/>
                </a:lnTo>
                <a:lnTo>
                  <a:pt x="4601" y="8217"/>
                </a:lnTo>
                <a:lnTo>
                  <a:pt x="4900" y="8196"/>
                </a:lnTo>
                <a:lnTo>
                  <a:pt x="5221" y="8174"/>
                </a:lnTo>
                <a:lnTo>
                  <a:pt x="5221" y="8174"/>
                </a:lnTo>
                <a:lnTo>
                  <a:pt x="5756" y="8067"/>
                </a:lnTo>
                <a:lnTo>
                  <a:pt x="6270" y="7939"/>
                </a:lnTo>
                <a:lnTo>
                  <a:pt x="6527" y="7875"/>
                </a:lnTo>
                <a:lnTo>
                  <a:pt x="6783" y="7768"/>
                </a:lnTo>
                <a:lnTo>
                  <a:pt x="7019" y="7639"/>
                </a:lnTo>
                <a:lnTo>
                  <a:pt x="7254" y="7511"/>
                </a:lnTo>
                <a:lnTo>
                  <a:pt x="7254" y="7511"/>
                </a:lnTo>
                <a:lnTo>
                  <a:pt x="7489" y="7318"/>
                </a:lnTo>
                <a:lnTo>
                  <a:pt x="7703" y="7126"/>
                </a:lnTo>
                <a:lnTo>
                  <a:pt x="7874" y="6890"/>
                </a:lnTo>
                <a:lnTo>
                  <a:pt x="8024" y="6634"/>
                </a:lnTo>
                <a:lnTo>
                  <a:pt x="8153" y="6377"/>
                </a:lnTo>
                <a:lnTo>
                  <a:pt x="8238" y="6099"/>
                </a:lnTo>
                <a:lnTo>
                  <a:pt x="8281" y="5821"/>
                </a:lnTo>
                <a:lnTo>
                  <a:pt x="8324" y="5542"/>
                </a:lnTo>
                <a:lnTo>
                  <a:pt x="8324" y="5243"/>
                </a:lnTo>
                <a:lnTo>
                  <a:pt x="8302" y="4965"/>
                </a:lnTo>
                <a:lnTo>
                  <a:pt x="8238" y="4665"/>
                </a:lnTo>
                <a:lnTo>
                  <a:pt x="8153" y="4387"/>
                </a:lnTo>
                <a:lnTo>
                  <a:pt x="8046" y="4130"/>
                </a:lnTo>
                <a:lnTo>
                  <a:pt x="7917" y="3852"/>
                </a:lnTo>
                <a:lnTo>
                  <a:pt x="7767" y="3617"/>
                </a:lnTo>
                <a:lnTo>
                  <a:pt x="7575" y="3382"/>
                </a:lnTo>
                <a:lnTo>
                  <a:pt x="7575" y="3382"/>
                </a:lnTo>
                <a:lnTo>
                  <a:pt x="7382" y="3168"/>
                </a:lnTo>
                <a:lnTo>
                  <a:pt x="7168" y="2975"/>
                </a:lnTo>
                <a:lnTo>
                  <a:pt x="6954" y="2804"/>
                </a:lnTo>
                <a:lnTo>
                  <a:pt x="6698" y="2654"/>
                </a:lnTo>
                <a:lnTo>
                  <a:pt x="6698" y="2654"/>
                </a:lnTo>
                <a:lnTo>
                  <a:pt x="6591" y="2611"/>
                </a:lnTo>
                <a:lnTo>
                  <a:pt x="6484" y="2568"/>
                </a:lnTo>
                <a:lnTo>
                  <a:pt x="6355" y="2547"/>
                </a:lnTo>
                <a:lnTo>
                  <a:pt x="6248" y="2504"/>
                </a:lnTo>
                <a:lnTo>
                  <a:pt x="6248" y="2504"/>
                </a:lnTo>
                <a:lnTo>
                  <a:pt x="6206" y="2483"/>
                </a:lnTo>
                <a:lnTo>
                  <a:pt x="6184" y="2440"/>
                </a:lnTo>
                <a:lnTo>
                  <a:pt x="6184" y="2333"/>
                </a:lnTo>
                <a:lnTo>
                  <a:pt x="6184" y="2333"/>
                </a:lnTo>
                <a:lnTo>
                  <a:pt x="6184" y="2034"/>
                </a:lnTo>
                <a:lnTo>
                  <a:pt x="6141" y="1884"/>
                </a:lnTo>
                <a:lnTo>
                  <a:pt x="6120" y="1820"/>
                </a:lnTo>
                <a:lnTo>
                  <a:pt x="6056" y="1755"/>
                </a:lnTo>
                <a:lnTo>
                  <a:pt x="6056" y="1755"/>
                </a:lnTo>
                <a:lnTo>
                  <a:pt x="5992" y="1713"/>
                </a:lnTo>
                <a:lnTo>
                  <a:pt x="5927" y="1670"/>
                </a:lnTo>
                <a:lnTo>
                  <a:pt x="5863" y="1648"/>
                </a:lnTo>
                <a:lnTo>
                  <a:pt x="5799" y="1584"/>
                </a:lnTo>
                <a:lnTo>
                  <a:pt x="5799" y="1584"/>
                </a:lnTo>
                <a:lnTo>
                  <a:pt x="5457" y="1199"/>
                </a:lnTo>
                <a:lnTo>
                  <a:pt x="5243" y="964"/>
                </a:lnTo>
                <a:lnTo>
                  <a:pt x="5157" y="878"/>
                </a:lnTo>
                <a:lnTo>
                  <a:pt x="5114" y="857"/>
                </a:lnTo>
                <a:lnTo>
                  <a:pt x="5114" y="857"/>
                </a:lnTo>
                <a:lnTo>
                  <a:pt x="5179" y="857"/>
                </a:lnTo>
                <a:lnTo>
                  <a:pt x="5264" y="878"/>
                </a:lnTo>
                <a:lnTo>
                  <a:pt x="5457" y="964"/>
                </a:lnTo>
                <a:lnTo>
                  <a:pt x="5799" y="1156"/>
                </a:lnTo>
                <a:lnTo>
                  <a:pt x="5799" y="1156"/>
                </a:lnTo>
                <a:lnTo>
                  <a:pt x="6612" y="1520"/>
                </a:lnTo>
                <a:lnTo>
                  <a:pt x="6612" y="1520"/>
                </a:lnTo>
                <a:lnTo>
                  <a:pt x="7425" y="1905"/>
                </a:lnTo>
                <a:lnTo>
                  <a:pt x="7853" y="2098"/>
                </a:lnTo>
                <a:lnTo>
                  <a:pt x="8260" y="2290"/>
                </a:lnTo>
                <a:lnTo>
                  <a:pt x="8260" y="2290"/>
                </a:lnTo>
                <a:lnTo>
                  <a:pt x="9051" y="2718"/>
                </a:lnTo>
                <a:lnTo>
                  <a:pt x="9843" y="3146"/>
                </a:lnTo>
                <a:lnTo>
                  <a:pt x="9843" y="3146"/>
                </a:lnTo>
                <a:lnTo>
                  <a:pt x="10035" y="3232"/>
                </a:lnTo>
                <a:lnTo>
                  <a:pt x="10121" y="3253"/>
                </a:lnTo>
                <a:lnTo>
                  <a:pt x="10185" y="3275"/>
                </a:lnTo>
                <a:lnTo>
                  <a:pt x="10271" y="3275"/>
                </a:lnTo>
                <a:lnTo>
                  <a:pt x="10356" y="3253"/>
                </a:lnTo>
                <a:lnTo>
                  <a:pt x="10421" y="3189"/>
                </a:lnTo>
                <a:lnTo>
                  <a:pt x="10485" y="3125"/>
                </a:lnTo>
                <a:lnTo>
                  <a:pt x="10485" y="3125"/>
                </a:lnTo>
                <a:lnTo>
                  <a:pt x="10549" y="2996"/>
                </a:lnTo>
                <a:lnTo>
                  <a:pt x="10613" y="2847"/>
                </a:lnTo>
                <a:lnTo>
                  <a:pt x="10613" y="2761"/>
                </a:lnTo>
                <a:lnTo>
                  <a:pt x="10613" y="2697"/>
                </a:lnTo>
                <a:lnTo>
                  <a:pt x="10613" y="2611"/>
                </a:lnTo>
                <a:lnTo>
                  <a:pt x="10570" y="2547"/>
                </a:lnTo>
                <a:lnTo>
                  <a:pt x="10570" y="2547"/>
                </a:lnTo>
                <a:close/>
                <a:moveTo>
                  <a:pt x="3446" y="2248"/>
                </a:moveTo>
                <a:lnTo>
                  <a:pt x="3446" y="2248"/>
                </a:lnTo>
                <a:lnTo>
                  <a:pt x="3467" y="2183"/>
                </a:lnTo>
                <a:lnTo>
                  <a:pt x="3488" y="2141"/>
                </a:lnTo>
                <a:lnTo>
                  <a:pt x="3510" y="2162"/>
                </a:lnTo>
                <a:lnTo>
                  <a:pt x="3531" y="2183"/>
                </a:lnTo>
                <a:lnTo>
                  <a:pt x="3574" y="2226"/>
                </a:lnTo>
                <a:lnTo>
                  <a:pt x="3595" y="2290"/>
                </a:lnTo>
                <a:lnTo>
                  <a:pt x="3595" y="2355"/>
                </a:lnTo>
                <a:lnTo>
                  <a:pt x="3574" y="2419"/>
                </a:lnTo>
                <a:lnTo>
                  <a:pt x="3574" y="2419"/>
                </a:lnTo>
                <a:lnTo>
                  <a:pt x="3531" y="2483"/>
                </a:lnTo>
                <a:lnTo>
                  <a:pt x="3510" y="2526"/>
                </a:lnTo>
                <a:lnTo>
                  <a:pt x="3488" y="2526"/>
                </a:lnTo>
                <a:lnTo>
                  <a:pt x="3467" y="2483"/>
                </a:lnTo>
                <a:lnTo>
                  <a:pt x="3446" y="2376"/>
                </a:lnTo>
                <a:lnTo>
                  <a:pt x="3446" y="2248"/>
                </a:lnTo>
                <a:lnTo>
                  <a:pt x="3446" y="2248"/>
                </a:lnTo>
                <a:close/>
                <a:moveTo>
                  <a:pt x="3167" y="2162"/>
                </a:moveTo>
                <a:lnTo>
                  <a:pt x="3167" y="2162"/>
                </a:lnTo>
                <a:lnTo>
                  <a:pt x="3274" y="2162"/>
                </a:lnTo>
                <a:lnTo>
                  <a:pt x="3274" y="2162"/>
                </a:lnTo>
                <a:lnTo>
                  <a:pt x="3274" y="2290"/>
                </a:lnTo>
                <a:lnTo>
                  <a:pt x="3296" y="2397"/>
                </a:lnTo>
                <a:lnTo>
                  <a:pt x="3296" y="2397"/>
                </a:lnTo>
                <a:lnTo>
                  <a:pt x="3274" y="2461"/>
                </a:lnTo>
                <a:lnTo>
                  <a:pt x="3274" y="2461"/>
                </a:lnTo>
                <a:lnTo>
                  <a:pt x="3274" y="2461"/>
                </a:lnTo>
                <a:lnTo>
                  <a:pt x="3210" y="2376"/>
                </a:lnTo>
                <a:lnTo>
                  <a:pt x="3167" y="2248"/>
                </a:lnTo>
                <a:lnTo>
                  <a:pt x="3146" y="2183"/>
                </a:lnTo>
                <a:lnTo>
                  <a:pt x="3167" y="2162"/>
                </a:lnTo>
                <a:lnTo>
                  <a:pt x="3167" y="2162"/>
                </a:lnTo>
                <a:close/>
                <a:moveTo>
                  <a:pt x="7297" y="3767"/>
                </a:moveTo>
                <a:lnTo>
                  <a:pt x="7297" y="3767"/>
                </a:lnTo>
                <a:lnTo>
                  <a:pt x="7447" y="4002"/>
                </a:lnTo>
                <a:lnTo>
                  <a:pt x="7554" y="4216"/>
                </a:lnTo>
                <a:lnTo>
                  <a:pt x="7661" y="4451"/>
                </a:lnTo>
                <a:lnTo>
                  <a:pt x="7746" y="4708"/>
                </a:lnTo>
                <a:lnTo>
                  <a:pt x="7810" y="4943"/>
                </a:lnTo>
                <a:lnTo>
                  <a:pt x="7832" y="5200"/>
                </a:lnTo>
                <a:lnTo>
                  <a:pt x="7832" y="5457"/>
                </a:lnTo>
                <a:lnTo>
                  <a:pt x="7810" y="5714"/>
                </a:lnTo>
                <a:lnTo>
                  <a:pt x="7810" y="5714"/>
                </a:lnTo>
                <a:lnTo>
                  <a:pt x="7746" y="6077"/>
                </a:lnTo>
                <a:lnTo>
                  <a:pt x="7639" y="6441"/>
                </a:lnTo>
                <a:lnTo>
                  <a:pt x="7639" y="6441"/>
                </a:lnTo>
                <a:lnTo>
                  <a:pt x="7596" y="6527"/>
                </a:lnTo>
                <a:lnTo>
                  <a:pt x="7554" y="6591"/>
                </a:lnTo>
                <a:lnTo>
                  <a:pt x="7425" y="6762"/>
                </a:lnTo>
                <a:lnTo>
                  <a:pt x="7126" y="7019"/>
                </a:lnTo>
                <a:lnTo>
                  <a:pt x="7126" y="7019"/>
                </a:lnTo>
                <a:lnTo>
                  <a:pt x="6954" y="7169"/>
                </a:lnTo>
                <a:lnTo>
                  <a:pt x="6783" y="7276"/>
                </a:lnTo>
                <a:lnTo>
                  <a:pt x="6612" y="7383"/>
                </a:lnTo>
                <a:lnTo>
                  <a:pt x="6420" y="7468"/>
                </a:lnTo>
                <a:lnTo>
                  <a:pt x="6034" y="7618"/>
                </a:lnTo>
                <a:lnTo>
                  <a:pt x="5628" y="7725"/>
                </a:lnTo>
                <a:lnTo>
                  <a:pt x="5628" y="7725"/>
                </a:lnTo>
                <a:lnTo>
                  <a:pt x="5393" y="7768"/>
                </a:lnTo>
                <a:lnTo>
                  <a:pt x="5179" y="7789"/>
                </a:lnTo>
                <a:lnTo>
                  <a:pt x="4708" y="7810"/>
                </a:lnTo>
                <a:lnTo>
                  <a:pt x="4237" y="7789"/>
                </a:lnTo>
                <a:lnTo>
                  <a:pt x="3788" y="7725"/>
                </a:lnTo>
                <a:lnTo>
                  <a:pt x="3788" y="7725"/>
                </a:lnTo>
                <a:lnTo>
                  <a:pt x="3553" y="7682"/>
                </a:lnTo>
                <a:lnTo>
                  <a:pt x="3339" y="7618"/>
                </a:lnTo>
                <a:lnTo>
                  <a:pt x="3125" y="7532"/>
                </a:lnTo>
                <a:lnTo>
                  <a:pt x="2911" y="7425"/>
                </a:lnTo>
                <a:lnTo>
                  <a:pt x="2718" y="7297"/>
                </a:lnTo>
                <a:lnTo>
                  <a:pt x="2547" y="7147"/>
                </a:lnTo>
                <a:lnTo>
                  <a:pt x="2376" y="6997"/>
                </a:lnTo>
                <a:lnTo>
                  <a:pt x="2226" y="6805"/>
                </a:lnTo>
                <a:lnTo>
                  <a:pt x="2226" y="6805"/>
                </a:lnTo>
                <a:lnTo>
                  <a:pt x="2119" y="6634"/>
                </a:lnTo>
                <a:lnTo>
                  <a:pt x="2055" y="6441"/>
                </a:lnTo>
                <a:lnTo>
                  <a:pt x="1991" y="6227"/>
                </a:lnTo>
                <a:lnTo>
                  <a:pt x="1948" y="6013"/>
                </a:lnTo>
                <a:lnTo>
                  <a:pt x="1884" y="5585"/>
                </a:lnTo>
                <a:lnTo>
                  <a:pt x="1884" y="5179"/>
                </a:lnTo>
                <a:lnTo>
                  <a:pt x="1884" y="5179"/>
                </a:lnTo>
                <a:lnTo>
                  <a:pt x="1884" y="4965"/>
                </a:lnTo>
                <a:lnTo>
                  <a:pt x="1884" y="4751"/>
                </a:lnTo>
                <a:lnTo>
                  <a:pt x="1926" y="4558"/>
                </a:lnTo>
                <a:lnTo>
                  <a:pt x="1969" y="4366"/>
                </a:lnTo>
                <a:lnTo>
                  <a:pt x="2033" y="4173"/>
                </a:lnTo>
                <a:lnTo>
                  <a:pt x="2119" y="3981"/>
                </a:lnTo>
                <a:lnTo>
                  <a:pt x="2226" y="3809"/>
                </a:lnTo>
                <a:lnTo>
                  <a:pt x="2354" y="3617"/>
                </a:lnTo>
                <a:lnTo>
                  <a:pt x="2354" y="3617"/>
                </a:lnTo>
                <a:lnTo>
                  <a:pt x="2483" y="3467"/>
                </a:lnTo>
                <a:lnTo>
                  <a:pt x="2633" y="3339"/>
                </a:lnTo>
                <a:lnTo>
                  <a:pt x="2804" y="3232"/>
                </a:lnTo>
                <a:lnTo>
                  <a:pt x="2975" y="3125"/>
                </a:lnTo>
                <a:lnTo>
                  <a:pt x="3167" y="3061"/>
                </a:lnTo>
                <a:lnTo>
                  <a:pt x="3360" y="3018"/>
                </a:lnTo>
                <a:lnTo>
                  <a:pt x="3574" y="2996"/>
                </a:lnTo>
                <a:lnTo>
                  <a:pt x="3766" y="2996"/>
                </a:lnTo>
                <a:lnTo>
                  <a:pt x="3766" y="2996"/>
                </a:lnTo>
                <a:lnTo>
                  <a:pt x="4259" y="2996"/>
                </a:lnTo>
                <a:lnTo>
                  <a:pt x="4751" y="2996"/>
                </a:lnTo>
                <a:lnTo>
                  <a:pt x="5243" y="2975"/>
                </a:lnTo>
                <a:lnTo>
                  <a:pt x="5478" y="2932"/>
                </a:lnTo>
                <a:lnTo>
                  <a:pt x="5713" y="2889"/>
                </a:lnTo>
                <a:lnTo>
                  <a:pt x="5713" y="2889"/>
                </a:lnTo>
                <a:lnTo>
                  <a:pt x="5842" y="2868"/>
                </a:lnTo>
                <a:lnTo>
                  <a:pt x="5949" y="2847"/>
                </a:lnTo>
                <a:lnTo>
                  <a:pt x="6056" y="2868"/>
                </a:lnTo>
                <a:lnTo>
                  <a:pt x="6184" y="2889"/>
                </a:lnTo>
                <a:lnTo>
                  <a:pt x="6398" y="2975"/>
                </a:lnTo>
                <a:lnTo>
                  <a:pt x="6612" y="3103"/>
                </a:lnTo>
                <a:lnTo>
                  <a:pt x="6805" y="3253"/>
                </a:lnTo>
                <a:lnTo>
                  <a:pt x="6997" y="3424"/>
                </a:lnTo>
                <a:lnTo>
                  <a:pt x="7168" y="3595"/>
                </a:lnTo>
                <a:lnTo>
                  <a:pt x="7297" y="3767"/>
                </a:lnTo>
                <a:lnTo>
                  <a:pt x="7297" y="3767"/>
                </a:lnTo>
                <a:close/>
                <a:moveTo>
                  <a:pt x="3681" y="2162"/>
                </a:moveTo>
                <a:lnTo>
                  <a:pt x="3681" y="2162"/>
                </a:lnTo>
                <a:lnTo>
                  <a:pt x="3702" y="2141"/>
                </a:lnTo>
                <a:lnTo>
                  <a:pt x="3766" y="2119"/>
                </a:lnTo>
                <a:lnTo>
                  <a:pt x="3873" y="2098"/>
                </a:lnTo>
                <a:lnTo>
                  <a:pt x="3873" y="2098"/>
                </a:lnTo>
                <a:lnTo>
                  <a:pt x="3873" y="2226"/>
                </a:lnTo>
                <a:lnTo>
                  <a:pt x="3873" y="2397"/>
                </a:lnTo>
                <a:lnTo>
                  <a:pt x="3873" y="2461"/>
                </a:lnTo>
                <a:lnTo>
                  <a:pt x="3831" y="2526"/>
                </a:lnTo>
                <a:lnTo>
                  <a:pt x="3788" y="2547"/>
                </a:lnTo>
                <a:lnTo>
                  <a:pt x="3724" y="2526"/>
                </a:lnTo>
                <a:lnTo>
                  <a:pt x="3724" y="2526"/>
                </a:lnTo>
                <a:lnTo>
                  <a:pt x="3702" y="2504"/>
                </a:lnTo>
                <a:lnTo>
                  <a:pt x="3681" y="2461"/>
                </a:lnTo>
                <a:lnTo>
                  <a:pt x="3681" y="2355"/>
                </a:lnTo>
                <a:lnTo>
                  <a:pt x="3681" y="2162"/>
                </a:lnTo>
                <a:lnTo>
                  <a:pt x="3681" y="2162"/>
                </a:lnTo>
                <a:close/>
                <a:moveTo>
                  <a:pt x="4408" y="2547"/>
                </a:moveTo>
                <a:lnTo>
                  <a:pt x="4408" y="2547"/>
                </a:lnTo>
                <a:lnTo>
                  <a:pt x="4366" y="2590"/>
                </a:lnTo>
                <a:lnTo>
                  <a:pt x="4344" y="2611"/>
                </a:lnTo>
                <a:lnTo>
                  <a:pt x="4301" y="2611"/>
                </a:lnTo>
                <a:lnTo>
                  <a:pt x="4259" y="2611"/>
                </a:lnTo>
                <a:lnTo>
                  <a:pt x="4216" y="2547"/>
                </a:lnTo>
                <a:lnTo>
                  <a:pt x="4152" y="2461"/>
                </a:lnTo>
                <a:lnTo>
                  <a:pt x="4109" y="2355"/>
                </a:lnTo>
                <a:lnTo>
                  <a:pt x="4109" y="2248"/>
                </a:lnTo>
                <a:lnTo>
                  <a:pt x="4109" y="2162"/>
                </a:lnTo>
                <a:lnTo>
                  <a:pt x="4152" y="2098"/>
                </a:lnTo>
                <a:lnTo>
                  <a:pt x="4152" y="2098"/>
                </a:lnTo>
                <a:lnTo>
                  <a:pt x="4194" y="2055"/>
                </a:lnTo>
                <a:lnTo>
                  <a:pt x="4301" y="2055"/>
                </a:lnTo>
                <a:lnTo>
                  <a:pt x="4451" y="2055"/>
                </a:lnTo>
                <a:lnTo>
                  <a:pt x="4451" y="2055"/>
                </a:lnTo>
                <a:lnTo>
                  <a:pt x="4430" y="2076"/>
                </a:lnTo>
                <a:lnTo>
                  <a:pt x="4430" y="2119"/>
                </a:lnTo>
                <a:lnTo>
                  <a:pt x="4430" y="2290"/>
                </a:lnTo>
                <a:lnTo>
                  <a:pt x="4430" y="2461"/>
                </a:lnTo>
                <a:lnTo>
                  <a:pt x="4408" y="2547"/>
                </a:lnTo>
                <a:lnTo>
                  <a:pt x="4408" y="2547"/>
                </a:lnTo>
                <a:close/>
                <a:moveTo>
                  <a:pt x="5671" y="2012"/>
                </a:moveTo>
                <a:lnTo>
                  <a:pt x="5671" y="2012"/>
                </a:lnTo>
                <a:lnTo>
                  <a:pt x="5713" y="2055"/>
                </a:lnTo>
                <a:lnTo>
                  <a:pt x="5735" y="2098"/>
                </a:lnTo>
                <a:lnTo>
                  <a:pt x="5756" y="2226"/>
                </a:lnTo>
                <a:lnTo>
                  <a:pt x="5756" y="2226"/>
                </a:lnTo>
                <a:lnTo>
                  <a:pt x="5756" y="2355"/>
                </a:lnTo>
                <a:lnTo>
                  <a:pt x="5735" y="2440"/>
                </a:lnTo>
                <a:lnTo>
                  <a:pt x="5671" y="2504"/>
                </a:lnTo>
                <a:lnTo>
                  <a:pt x="5564" y="2526"/>
                </a:lnTo>
                <a:lnTo>
                  <a:pt x="5564" y="2526"/>
                </a:lnTo>
                <a:lnTo>
                  <a:pt x="5371" y="2568"/>
                </a:lnTo>
                <a:lnTo>
                  <a:pt x="5136" y="2568"/>
                </a:lnTo>
                <a:lnTo>
                  <a:pt x="4922" y="2568"/>
                </a:lnTo>
                <a:lnTo>
                  <a:pt x="4708" y="2547"/>
                </a:lnTo>
                <a:lnTo>
                  <a:pt x="4708" y="2547"/>
                </a:lnTo>
                <a:lnTo>
                  <a:pt x="4708" y="2483"/>
                </a:lnTo>
                <a:lnTo>
                  <a:pt x="4708" y="2376"/>
                </a:lnTo>
                <a:lnTo>
                  <a:pt x="4708" y="2162"/>
                </a:lnTo>
                <a:lnTo>
                  <a:pt x="4708" y="2162"/>
                </a:lnTo>
                <a:lnTo>
                  <a:pt x="4729" y="2076"/>
                </a:lnTo>
                <a:lnTo>
                  <a:pt x="4751" y="2034"/>
                </a:lnTo>
                <a:lnTo>
                  <a:pt x="4793" y="2012"/>
                </a:lnTo>
                <a:lnTo>
                  <a:pt x="4900" y="2012"/>
                </a:lnTo>
                <a:lnTo>
                  <a:pt x="4900" y="2012"/>
                </a:lnTo>
                <a:lnTo>
                  <a:pt x="5286" y="1991"/>
                </a:lnTo>
                <a:lnTo>
                  <a:pt x="5500" y="1991"/>
                </a:lnTo>
                <a:lnTo>
                  <a:pt x="5585" y="1991"/>
                </a:lnTo>
                <a:lnTo>
                  <a:pt x="5671" y="2012"/>
                </a:lnTo>
                <a:lnTo>
                  <a:pt x="5671" y="2012"/>
                </a:lnTo>
                <a:close/>
                <a:moveTo>
                  <a:pt x="5200" y="1349"/>
                </a:moveTo>
                <a:lnTo>
                  <a:pt x="5200" y="1349"/>
                </a:lnTo>
                <a:lnTo>
                  <a:pt x="5371" y="1584"/>
                </a:lnTo>
                <a:lnTo>
                  <a:pt x="5371" y="1584"/>
                </a:lnTo>
                <a:lnTo>
                  <a:pt x="4408" y="1648"/>
                </a:lnTo>
                <a:lnTo>
                  <a:pt x="3467" y="1691"/>
                </a:lnTo>
                <a:lnTo>
                  <a:pt x="3467" y="1691"/>
                </a:lnTo>
                <a:lnTo>
                  <a:pt x="3488" y="1627"/>
                </a:lnTo>
                <a:lnTo>
                  <a:pt x="3531" y="1563"/>
                </a:lnTo>
                <a:lnTo>
                  <a:pt x="3638" y="1435"/>
                </a:lnTo>
                <a:lnTo>
                  <a:pt x="3766" y="1306"/>
                </a:lnTo>
                <a:lnTo>
                  <a:pt x="3895" y="1199"/>
                </a:lnTo>
                <a:lnTo>
                  <a:pt x="3895" y="1199"/>
                </a:lnTo>
                <a:lnTo>
                  <a:pt x="4087" y="942"/>
                </a:lnTo>
                <a:lnTo>
                  <a:pt x="4194" y="835"/>
                </a:lnTo>
                <a:lnTo>
                  <a:pt x="4323" y="728"/>
                </a:lnTo>
                <a:lnTo>
                  <a:pt x="4323" y="728"/>
                </a:lnTo>
                <a:lnTo>
                  <a:pt x="4387" y="686"/>
                </a:lnTo>
                <a:lnTo>
                  <a:pt x="4451" y="664"/>
                </a:lnTo>
                <a:lnTo>
                  <a:pt x="4515" y="664"/>
                </a:lnTo>
                <a:lnTo>
                  <a:pt x="4558" y="686"/>
                </a:lnTo>
                <a:lnTo>
                  <a:pt x="4644" y="771"/>
                </a:lnTo>
                <a:lnTo>
                  <a:pt x="4751" y="878"/>
                </a:lnTo>
                <a:lnTo>
                  <a:pt x="4751" y="878"/>
                </a:lnTo>
                <a:lnTo>
                  <a:pt x="4986" y="1092"/>
                </a:lnTo>
                <a:lnTo>
                  <a:pt x="5093" y="1221"/>
                </a:lnTo>
                <a:lnTo>
                  <a:pt x="5200" y="1349"/>
                </a:lnTo>
                <a:lnTo>
                  <a:pt x="5200" y="1349"/>
                </a:lnTo>
                <a:close/>
                <a:moveTo>
                  <a:pt x="7960" y="1820"/>
                </a:moveTo>
                <a:lnTo>
                  <a:pt x="7960" y="1820"/>
                </a:lnTo>
                <a:lnTo>
                  <a:pt x="7532" y="1606"/>
                </a:lnTo>
                <a:lnTo>
                  <a:pt x="7318" y="1499"/>
                </a:lnTo>
                <a:lnTo>
                  <a:pt x="7104" y="1435"/>
                </a:lnTo>
                <a:lnTo>
                  <a:pt x="7104" y="1435"/>
                </a:lnTo>
                <a:lnTo>
                  <a:pt x="6976" y="1370"/>
                </a:lnTo>
                <a:lnTo>
                  <a:pt x="6954" y="1370"/>
                </a:lnTo>
                <a:lnTo>
                  <a:pt x="6954" y="1349"/>
                </a:lnTo>
                <a:lnTo>
                  <a:pt x="6976" y="1328"/>
                </a:lnTo>
                <a:lnTo>
                  <a:pt x="7019" y="1328"/>
                </a:lnTo>
                <a:lnTo>
                  <a:pt x="7019" y="1328"/>
                </a:lnTo>
                <a:lnTo>
                  <a:pt x="7126" y="1349"/>
                </a:lnTo>
                <a:lnTo>
                  <a:pt x="7275" y="1413"/>
                </a:lnTo>
                <a:lnTo>
                  <a:pt x="7511" y="1541"/>
                </a:lnTo>
                <a:lnTo>
                  <a:pt x="7511" y="1541"/>
                </a:lnTo>
                <a:lnTo>
                  <a:pt x="7832" y="1713"/>
                </a:lnTo>
                <a:lnTo>
                  <a:pt x="8174" y="1862"/>
                </a:lnTo>
                <a:lnTo>
                  <a:pt x="8174" y="1862"/>
                </a:lnTo>
                <a:lnTo>
                  <a:pt x="8431" y="1948"/>
                </a:lnTo>
                <a:lnTo>
                  <a:pt x="8581" y="2012"/>
                </a:lnTo>
                <a:lnTo>
                  <a:pt x="8623" y="2055"/>
                </a:lnTo>
                <a:lnTo>
                  <a:pt x="8645" y="2098"/>
                </a:lnTo>
                <a:lnTo>
                  <a:pt x="8645" y="2098"/>
                </a:lnTo>
                <a:lnTo>
                  <a:pt x="8581" y="2119"/>
                </a:lnTo>
                <a:lnTo>
                  <a:pt x="8495" y="2098"/>
                </a:lnTo>
                <a:lnTo>
                  <a:pt x="8302" y="2034"/>
                </a:lnTo>
                <a:lnTo>
                  <a:pt x="7960" y="1820"/>
                </a:lnTo>
                <a:lnTo>
                  <a:pt x="7960" y="1820"/>
                </a:lnTo>
                <a:close/>
                <a:moveTo>
                  <a:pt x="9030" y="2333"/>
                </a:moveTo>
                <a:lnTo>
                  <a:pt x="9030" y="2333"/>
                </a:lnTo>
                <a:lnTo>
                  <a:pt x="8923" y="2290"/>
                </a:lnTo>
                <a:lnTo>
                  <a:pt x="8816" y="2248"/>
                </a:lnTo>
                <a:lnTo>
                  <a:pt x="8816" y="2248"/>
                </a:lnTo>
                <a:lnTo>
                  <a:pt x="8794" y="2183"/>
                </a:lnTo>
                <a:lnTo>
                  <a:pt x="8794" y="2141"/>
                </a:lnTo>
                <a:lnTo>
                  <a:pt x="8859" y="2119"/>
                </a:lnTo>
                <a:lnTo>
                  <a:pt x="8923" y="2119"/>
                </a:lnTo>
                <a:lnTo>
                  <a:pt x="9051" y="2162"/>
                </a:lnTo>
                <a:lnTo>
                  <a:pt x="9115" y="2183"/>
                </a:lnTo>
                <a:lnTo>
                  <a:pt x="9115" y="2183"/>
                </a:lnTo>
                <a:lnTo>
                  <a:pt x="9094" y="2226"/>
                </a:lnTo>
                <a:lnTo>
                  <a:pt x="9073" y="2269"/>
                </a:lnTo>
                <a:lnTo>
                  <a:pt x="9030" y="2290"/>
                </a:lnTo>
                <a:lnTo>
                  <a:pt x="9030" y="2333"/>
                </a:lnTo>
                <a:lnTo>
                  <a:pt x="9030" y="2333"/>
                </a:lnTo>
                <a:close/>
                <a:moveTo>
                  <a:pt x="9201" y="2461"/>
                </a:moveTo>
                <a:lnTo>
                  <a:pt x="9201" y="2461"/>
                </a:lnTo>
                <a:lnTo>
                  <a:pt x="9222" y="2397"/>
                </a:lnTo>
                <a:lnTo>
                  <a:pt x="9265" y="2333"/>
                </a:lnTo>
                <a:lnTo>
                  <a:pt x="9308" y="2312"/>
                </a:lnTo>
                <a:lnTo>
                  <a:pt x="9372" y="2290"/>
                </a:lnTo>
                <a:lnTo>
                  <a:pt x="9372" y="2290"/>
                </a:lnTo>
                <a:lnTo>
                  <a:pt x="9351" y="2333"/>
                </a:lnTo>
                <a:lnTo>
                  <a:pt x="9308" y="2397"/>
                </a:lnTo>
                <a:lnTo>
                  <a:pt x="9265" y="2440"/>
                </a:lnTo>
                <a:lnTo>
                  <a:pt x="9201" y="2461"/>
                </a:lnTo>
                <a:lnTo>
                  <a:pt x="9201" y="2461"/>
                </a:lnTo>
                <a:close/>
                <a:moveTo>
                  <a:pt x="9458" y="2568"/>
                </a:moveTo>
                <a:lnTo>
                  <a:pt x="9458" y="2568"/>
                </a:lnTo>
                <a:lnTo>
                  <a:pt x="9436" y="2483"/>
                </a:lnTo>
                <a:lnTo>
                  <a:pt x="9458" y="2440"/>
                </a:lnTo>
                <a:lnTo>
                  <a:pt x="9501" y="2397"/>
                </a:lnTo>
                <a:lnTo>
                  <a:pt x="9543" y="2397"/>
                </a:lnTo>
                <a:lnTo>
                  <a:pt x="9672" y="2397"/>
                </a:lnTo>
                <a:lnTo>
                  <a:pt x="9736" y="2419"/>
                </a:lnTo>
                <a:lnTo>
                  <a:pt x="9736" y="2419"/>
                </a:lnTo>
                <a:lnTo>
                  <a:pt x="9693" y="2504"/>
                </a:lnTo>
                <a:lnTo>
                  <a:pt x="9608" y="2590"/>
                </a:lnTo>
                <a:lnTo>
                  <a:pt x="9586" y="2633"/>
                </a:lnTo>
                <a:lnTo>
                  <a:pt x="9543" y="2633"/>
                </a:lnTo>
                <a:lnTo>
                  <a:pt x="9501" y="2611"/>
                </a:lnTo>
                <a:lnTo>
                  <a:pt x="9458" y="2568"/>
                </a:lnTo>
                <a:lnTo>
                  <a:pt x="9458" y="2568"/>
                </a:lnTo>
                <a:close/>
                <a:moveTo>
                  <a:pt x="10100" y="2633"/>
                </a:moveTo>
                <a:lnTo>
                  <a:pt x="10100" y="2633"/>
                </a:lnTo>
                <a:lnTo>
                  <a:pt x="10078" y="2611"/>
                </a:lnTo>
                <a:lnTo>
                  <a:pt x="10057" y="2590"/>
                </a:lnTo>
                <a:lnTo>
                  <a:pt x="10035" y="2568"/>
                </a:lnTo>
                <a:lnTo>
                  <a:pt x="9993" y="2568"/>
                </a:lnTo>
                <a:lnTo>
                  <a:pt x="9993" y="2568"/>
                </a:lnTo>
                <a:lnTo>
                  <a:pt x="9993" y="2547"/>
                </a:lnTo>
                <a:lnTo>
                  <a:pt x="10014" y="2526"/>
                </a:lnTo>
                <a:lnTo>
                  <a:pt x="10057" y="2526"/>
                </a:lnTo>
                <a:lnTo>
                  <a:pt x="10100" y="2568"/>
                </a:lnTo>
                <a:lnTo>
                  <a:pt x="10100" y="2590"/>
                </a:lnTo>
                <a:lnTo>
                  <a:pt x="10100" y="2633"/>
                </a:lnTo>
                <a:lnTo>
                  <a:pt x="10100" y="2633"/>
                </a:lnTo>
                <a:close/>
                <a:moveTo>
                  <a:pt x="1434" y="3168"/>
                </a:moveTo>
                <a:lnTo>
                  <a:pt x="1434" y="3168"/>
                </a:lnTo>
                <a:lnTo>
                  <a:pt x="1477" y="3146"/>
                </a:lnTo>
                <a:lnTo>
                  <a:pt x="1499" y="3125"/>
                </a:lnTo>
                <a:lnTo>
                  <a:pt x="1499" y="3082"/>
                </a:lnTo>
                <a:lnTo>
                  <a:pt x="1477" y="3018"/>
                </a:lnTo>
                <a:lnTo>
                  <a:pt x="1413" y="2911"/>
                </a:lnTo>
                <a:lnTo>
                  <a:pt x="1306" y="2804"/>
                </a:lnTo>
                <a:lnTo>
                  <a:pt x="1178" y="2697"/>
                </a:lnTo>
                <a:lnTo>
                  <a:pt x="1049" y="2611"/>
                </a:lnTo>
                <a:lnTo>
                  <a:pt x="921" y="2568"/>
                </a:lnTo>
                <a:lnTo>
                  <a:pt x="878" y="2547"/>
                </a:lnTo>
                <a:lnTo>
                  <a:pt x="835" y="2568"/>
                </a:lnTo>
                <a:lnTo>
                  <a:pt x="835" y="2568"/>
                </a:lnTo>
                <a:lnTo>
                  <a:pt x="814" y="2611"/>
                </a:lnTo>
                <a:lnTo>
                  <a:pt x="792" y="2633"/>
                </a:lnTo>
                <a:lnTo>
                  <a:pt x="792" y="2675"/>
                </a:lnTo>
                <a:lnTo>
                  <a:pt x="814" y="2740"/>
                </a:lnTo>
                <a:lnTo>
                  <a:pt x="899" y="2847"/>
                </a:lnTo>
                <a:lnTo>
                  <a:pt x="985" y="2954"/>
                </a:lnTo>
                <a:lnTo>
                  <a:pt x="1113" y="3039"/>
                </a:lnTo>
                <a:lnTo>
                  <a:pt x="1242" y="3125"/>
                </a:lnTo>
                <a:lnTo>
                  <a:pt x="1349" y="3168"/>
                </a:lnTo>
                <a:lnTo>
                  <a:pt x="1434" y="3168"/>
                </a:lnTo>
                <a:lnTo>
                  <a:pt x="1434" y="3168"/>
                </a:lnTo>
                <a:close/>
                <a:moveTo>
                  <a:pt x="3595" y="5157"/>
                </a:moveTo>
                <a:lnTo>
                  <a:pt x="3595" y="5157"/>
                </a:lnTo>
                <a:lnTo>
                  <a:pt x="3702" y="5157"/>
                </a:lnTo>
                <a:lnTo>
                  <a:pt x="3809" y="5157"/>
                </a:lnTo>
                <a:lnTo>
                  <a:pt x="3938" y="5115"/>
                </a:lnTo>
                <a:lnTo>
                  <a:pt x="4045" y="5072"/>
                </a:lnTo>
                <a:lnTo>
                  <a:pt x="4130" y="5008"/>
                </a:lnTo>
                <a:lnTo>
                  <a:pt x="4194" y="4922"/>
                </a:lnTo>
                <a:lnTo>
                  <a:pt x="4259" y="4815"/>
                </a:lnTo>
                <a:lnTo>
                  <a:pt x="4259" y="4687"/>
                </a:lnTo>
                <a:lnTo>
                  <a:pt x="4259" y="4687"/>
                </a:lnTo>
                <a:lnTo>
                  <a:pt x="4237" y="4622"/>
                </a:lnTo>
                <a:lnTo>
                  <a:pt x="4152" y="4537"/>
                </a:lnTo>
                <a:lnTo>
                  <a:pt x="4045" y="4451"/>
                </a:lnTo>
                <a:lnTo>
                  <a:pt x="3916" y="4387"/>
                </a:lnTo>
                <a:lnTo>
                  <a:pt x="3659" y="4280"/>
                </a:lnTo>
                <a:lnTo>
                  <a:pt x="3467" y="4216"/>
                </a:lnTo>
                <a:lnTo>
                  <a:pt x="3467" y="4216"/>
                </a:lnTo>
                <a:lnTo>
                  <a:pt x="3253" y="4109"/>
                </a:lnTo>
                <a:lnTo>
                  <a:pt x="3125" y="4066"/>
                </a:lnTo>
                <a:lnTo>
                  <a:pt x="3060" y="4045"/>
                </a:lnTo>
                <a:lnTo>
                  <a:pt x="3018" y="4066"/>
                </a:lnTo>
                <a:lnTo>
                  <a:pt x="3018" y="4066"/>
                </a:lnTo>
                <a:lnTo>
                  <a:pt x="2975" y="4088"/>
                </a:lnTo>
                <a:lnTo>
                  <a:pt x="2932" y="4152"/>
                </a:lnTo>
                <a:lnTo>
                  <a:pt x="2932" y="4195"/>
                </a:lnTo>
                <a:lnTo>
                  <a:pt x="2932" y="4259"/>
                </a:lnTo>
                <a:lnTo>
                  <a:pt x="2953" y="4387"/>
                </a:lnTo>
                <a:lnTo>
                  <a:pt x="2996" y="4494"/>
                </a:lnTo>
                <a:lnTo>
                  <a:pt x="2996" y="4494"/>
                </a:lnTo>
                <a:lnTo>
                  <a:pt x="3082" y="4687"/>
                </a:lnTo>
                <a:lnTo>
                  <a:pt x="3210" y="4901"/>
                </a:lnTo>
                <a:lnTo>
                  <a:pt x="3296" y="4986"/>
                </a:lnTo>
                <a:lnTo>
                  <a:pt x="3381" y="5072"/>
                </a:lnTo>
                <a:lnTo>
                  <a:pt x="3488" y="5115"/>
                </a:lnTo>
                <a:lnTo>
                  <a:pt x="3595" y="5157"/>
                </a:lnTo>
                <a:lnTo>
                  <a:pt x="3595" y="5157"/>
                </a:lnTo>
                <a:close/>
                <a:moveTo>
                  <a:pt x="5286" y="4558"/>
                </a:moveTo>
                <a:lnTo>
                  <a:pt x="5286" y="4558"/>
                </a:lnTo>
                <a:lnTo>
                  <a:pt x="5286" y="4622"/>
                </a:lnTo>
                <a:lnTo>
                  <a:pt x="5307" y="4687"/>
                </a:lnTo>
                <a:lnTo>
                  <a:pt x="5350" y="4794"/>
                </a:lnTo>
                <a:lnTo>
                  <a:pt x="5435" y="4901"/>
                </a:lnTo>
                <a:lnTo>
                  <a:pt x="5521" y="4986"/>
                </a:lnTo>
                <a:lnTo>
                  <a:pt x="5521" y="4986"/>
                </a:lnTo>
                <a:lnTo>
                  <a:pt x="5607" y="5050"/>
                </a:lnTo>
                <a:lnTo>
                  <a:pt x="5692" y="5093"/>
                </a:lnTo>
                <a:lnTo>
                  <a:pt x="5799" y="5115"/>
                </a:lnTo>
                <a:lnTo>
                  <a:pt x="5885" y="5093"/>
                </a:lnTo>
                <a:lnTo>
                  <a:pt x="5992" y="5072"/>
                </a:lnTo>
                <a:lnTo>
                  <a:pt x="6077" y="5029"/>
                </a:lnTo>
                <a:lnTo>
                  <a:pt x="6248" y="4901"/>
                </a:lnTo>
                <a:lnTo>
                  <a:pt x="6248" y="4901"/>
                </a:lnTo>
                <a:lnTo>
                  <a:pt x="6377" y="4751"/>
                </a:lnTo>
                <a:lnTo>
                  <a:pt x="6505" y="4515"/>
                </a:lnTo>
                <a:lnTo>
                  <a:pt x="6569" y="4409"/>
                </a:lnTo>
                <a:lnTo>
                  <a:pt x="6591" y="4280"/>
                </a:lnTo>
                <a:lnTo>
                  <a:pt x="6591" y="4173"/>
                </a:lnTo>
                <a:lnTo>
                  <a:pt x="6548" y="4088"/>
                </a:lnTo>
                <a:lnTo>
                  <a:pt x="6548" y="4088"/>
                </a:lnTo>
                <a:lnTo>
                  <a:pt x="6527" y="4066"/>
                </a:lnTo>
                <a:lnTo>
                  <a:pt x="6484" y="4045"/>
                </a:lnTo>
                <a:lnTo>
                  <a:pt x="6377" y="4066"/>
                </a:lnTo>
                <a:lnTo>
                  <a:pt x="6227" y="4088"/>
                </a:lnTo>
                <a:lnTo>
                  <a:pt x="6077" y="4152"/>
                </a:lnTo>
                <a:lnTo>
                  <a:pt x="5756" y="4280"/>
                </a:lnTo>
                <a:lnTo>
                  <a:pt x="5564" y="4366"/>
                </a:lnTo>
                <a:lnTo>
                  <a:pt x="5564" y="4366"/>
                </a:lnTo>
                <a:lnTo>
                  <a:pt x="5393" y="4430"/>
                </a:lnTo>
                <a:lnTo>
                  <a:pt x="5328" y="4473"/>
                </a:lnTo>
                <a:lnTo>
                  <a:pt x="5286" y="4558"/>
                </a:lnTo>
                <a:lnTo>
                  <a:pt x="5286" y="4558"/>
                </a:lnTo>
                <a:close/>
                <a:moveTo>
                  <a:pt x="9008" y="4708"/>
                </a:moveTo>
                <a:lnTo>
                  <a:pt x="9008" y="4708"/>
                </a:lnTo>
                <a:lnTo>
                  <a:pt x="9030" y="4751"/>
                </a:lnTo>
                <a:lnTo>
                  <a:pt x="9073" y="4772"/>
                </a:lnTo>
                <a:lnTo>
                  <a:pt x="9180" y="4815"/>
                </a:lnTo>
                <a:lnTo>
                  <a:pt x="9329" y="4836"/>
                </a:lnTo>
                <a:lnTo>
                  <a:pt x="9479" y="4815"/>
                </a:lnTo>
                <a:lnTo>
                  <a:pt x="9629" y="4772"/>
                </a:lnTo>
                <a:lnTo>
                  <a:pt x="9757" y="4687"/>
                </a:lnTo>
                <a:lnTo>
                  <a:pt x="9800" y="4644"/>
                </a:lnTo>
                <a:lnTo>
                  <a:pt x="9821" y="4601"/>
                </a:lnTo>
                <a:lnTo>
                  <a:pt x="9843" y="4558"/>
                </a:lnTo>
                <a:lnTo>
                  <a:pt x="9821" y="4494"/>
                </a:lnTo>
                <a:lnTo>
                  <a:pt x="9821" y="4494"/>
                </a:lnTo>
                <a:lnTo>
                  <a:pt x="9800" y="4451"/>
                </a:lnTo>
                <a:lnTo>
                  <a:pt x="9779" y="4430"/>
                </a:lnTo>
                <a:lnTo>
                  <a:pt x="9650" y="4387"/>
                </a:lnTo>
                <a:lnTo>
                  <a:pt x="9522" y="4387"/>
                </a:lnTo>
                <a:lnTo>
                  <a:pt x="9372" y="4430"/>
                </a:lnTo>
                <a:lnTo>
                  <a:pt x="9222" y="4494"/>
                </a:lnTo>
                <a:lnTo>
                  <a:pt x="9094" y="4558"/>
                </a:lnTo>
                <a:lnTo>
                  <a:pt x="9008" y="4622"/>
                </a:lnTo>
                <a:lnTo>
                  <a:pt x="9008" y="4665"/>
                </a:lnTo>
                <a:lnTo>
                  <a:pt x="9008" y="4708"/>
                </a:lnTo>
                <a:lnTo>
                  <a:pt x="9008" y="4708"/>
                </a:lnTo>
                <a:close/>
                <a:moveTo>
                  <a:pt x="1" y="4537"/>
                </a:moveTo>
                <a:lnTo>
                  <a:pt x="1" y="4537"/>
                </a:lnTo>
                <a:lnTo>
                  <a:pt x="1" y="4580"/>
                </a:lnTo>
                <a:lnTo>
                  <a:pt x="1" y="4601"/>
                </a:lnTo>
                <a:lnTo>
                  <a:pt x="86" y="4687"/>
                </a:lnTo>
                <a:lnTo>
                  <a:pt x="236" y="4751"/>
                </a:lnTo>
                <a:lnTo>
                  <a:pt x="386" y="4794"/>
                </a:lnTo>
                <a:lnTo>
                  <a:pt x="557" y="4836"/>
                </a:lnTo>
                <a:lnTo>
                  <a:pt x="728" y="4858"/>
                </a:lnTo>
                <a:lnTo>
                  <a:pt x="857" y="4836"/>
                </a:lnTo>
                <a:lnTo>
                  <a:pt x="878" y="4815"/>
                </a:lnTo>
                <a:lnTo>
                  <a:pt x="921" y="4794"/>
                </a:lnTo>
                <a:lnTo>
                  <a:pt x="921" y="4794"/>
                </a:lnTo>
                <a:lnTo>
                  <a:pt x="921" y="4729"/>
                </a:lnTo>
                <a:lnTo>
                  <a:pt x="921" y="4687"/>
                </a:lnTo>
                <a:lnTo>
                  <a:pt x="899" y="4622"/>
                </a:lnTo>
                <a:lnTo>
                  <a:pt x="857" y="4580"/>
                </a:lnTo>
                <a:lnTo>
                  <a:pt x="728" y="4494"/>
                </a:lnTo>
                <a:lnTo>
                  <a:pt x="557" y="4451"/>
                </a:lnTo>
                <a:lnTo>
                  <a:pt x="365" y="4430"/>
                </a:lnTo>
                <a:lnTo>
                  <a:pt x="193" y="4430"/>
                </a:lnTo>
                <a:lnTo>
                  <a:pt x="65" y="4473"/>
                </a:lnTo>
                <a:lnTo>
                  <a:pt x="22" y="4494"/>
                </a:lnTo>
                <a:lnTo>
                  <a:pt x="1" y="4537"/>
                </a:lnTo>
                <a:lnTo>
                  <a:pt x="1" y="4537"/>
                </a:lnTo>
                <a:close/>
                <a:moveTo>
                  <a:pt x="6120" y="5928"/>
                </a:moveTo>
                <a:lnTo>
                  <a:pt x="6120" y="5928"/>
                </a:lnTo>
                <a:lnTo>
                  <a:pt x="6056" y="5992"/>
                </a:lnTo>
                <a:lnTo>
                  <a:pt x="6013" y="6077"/>
                </a:lnTo>
                <a:lnTo>
                  <a:pt x="5949" y="6163"/>
                </a:lnTo>
                <a:lnTo>
                  <a:pt x="5863" y="6206"/>
                </a:lnTo>
                <a:lnTo>
                  <a:pt x="5863" y="6206"/>
                </a:lnTo>
                <a:lnTo>
                  <a:pt x="5820" y="6227"/>
                </a:lnTo>
                <a:lnTo>
                  <a:pt x="5778" y="6206"/>
                </a:lnTo>
                <a:lnTo>
                  <a:pt x="5692" y="6163"/>
                </a:lnTo>
                <a:lnTo>
                  <a:pt x="5649" y="6099"/>
                </a:lnTo>
                <a:lnTo>
                  <a:pt x="5564" y="6035"/>
                </a:lnTo>
                <a:lnTo>
                  <a:pt x="5564" y="6035"/>
                </a:lnTo>
                <a:lnTo>
                  <a:pt x="5478" y="5970"/>
                </a:lnTo>
                <a:lnTo>
                  <a:pt x="5393" y="5949"/>
                </a:lnTo>
                <a:lnTo>
                  <a:pt x="5307" y="5970"/>
                </a:lnTo>
                <a:lnTo>
                  <a:pt x="5221" y="5992"/>
                </a:lnTo>
                <a:lnTo>
                  <a:pt x="5136" y="6056"/>
                </a:lnTo>
                <a:lnTo>
                  <a:pt x="5072" y="6120"/>
                </a:lnTo>
                <a:lnTo>
                  <a:pt x="4922" y="6270"/>
                </a:lnTo>
                <a:lnTo>
                  <a:pt x="4922" y="6270"/>
                </a:lnTo>
                <a:lnTo>
                  <a:pt x="4772" y="6398"/>
                </a:lnTo>
                <a:lnTo>
                  <a:pt x="4686" y="6463"/>
                </a:lnTo>
                <a:lnTo>
                  <a:pt x="4665" y="6463"/>
                </a:lnTo>
                <a:lnTo>
                  <a:pt x="4622" y="6463"/>
                </a:lnTo>
                <a:lnTo>
                  <a:pt x="4622" y="6463"/>
                </a:lnTo>
                <a:lnTo>
                  <a:pt x="4558" y="6398"/>
                </a:lnTo>
                <a:lnTo>
                  <a:pt x="4494" y="6313"/>
                </a:lnTo>
                <a:lnTo>
                  <a:pt x="4387" y="6163"/>
                </a:lnTo>
                <a:lnTo>
                  <a:pt x="4387" y="6163"/>
                </a:lnTo>
                <a:lnTo>
                  <a:pt x="4301" y="5992"/>
                </a:lnTo>
                <a:lnTo>
                  <a:pt x="4194" y="5885"/>
                </a:lnTo>
                <a:lnTo>
                  <a:pt x="4152" y="5842"/>
                </a:lnTo>
                <a:lnTo>
                  <a:pt x="4087" y="5821"/>
                </a:lnTo>
                <a:lnTo>
                  <a:pt x="4002" y="5842"/>
                </a:lnTo>
                <a:lnTo>
                  <a:pt x="3895" y="5863"/>
                </a:lnTo>
                <a:lnTo>
                  <a:pt x="3895" y="5863"/>
                </a:lnTo>
                <a:lnTo>
                  <a:pt x="3638" y="6056"/>
                </a:lnTo>
                <a:lnTo>
                  <a:pt x="3488" y="6163"/>
                </a:lnTo>
                <a:lnTo>
                  <a:pt x="3424" y="6206"/>
                </a:lnTo>
                <a:lnTo>
                  <a:pt x="3424" y="6206"/>
                </a:lnTo>
                <a:lnTo>
                  <a:pt x="3339" y="6077"/>
                </a:lnTo>
                <a:lnTo>
                  <a:pt x="3274" y="5949"/>
                </a:lnTo>
                <a:lnTo>
                  <a:pt x="3167" y="5821"/>
                </a:lnTo>
                <a:lnTo>
                  <a:pt x="3125" y="5778"/>
                </a:lnTo>
                <a:lnTo>
                  <a:pt x="3039" y="5735"/>
                </a:lnTo>
                <a:lnTo>
                  <a:pt x="3039" y="5735"/>
                </a:lnTo>
                <a:lnTo>
                  <a:pt x="2911" y="5692"/>
                </a:lnTo>
                <a:lnTo>
                  <a:pt x="2868" y="5714"/>
                </a:lnTo>
                <a:lnTo>
                  <a:pt x="2825" y="5714"/>
                </a:lnTo>
                <a:lnTo>
                  <a:pt x="2804" y="5756"/>
                </a:lnTo>
                <a:lnTo>
                  <a:pt x="2804" y="5799"/>
                </a:lnTo>
                <a:lnTo>
                  <a:pt x="2804" y="5928"/>
                </a:lnTo>
                <a:lnTo>
                  <a:pt x="2804" y="5928"/>
                </a:lnTo>
                <a:lnTo>
                  <a:pt x="2868" y="6056"/>
                </a:lnTo>
                <a:lnTo>
                  <a:pt x="2953" y="6206"/>
                </a:lnTo>
                <a:lnTo>
                  <a:pt x="3146" y="6463"/>
                </a:lnTo>
                <a:lnTo>
                  <a:pt x="3146" y="6463"/>
                </a:lnTo>
                <a:lnTo>
                  <a:pt x="3253" y="6548"/>
                </a:lnTo>
                <a:lnTo>
                  <a:pt x="3317" y="6569"/>
                </a:lnTo>
                <a:lnTo>
                  <a:pt x="3360" y="6591"/>
                </a:lnTo>
                <a:lnTo>
                  <a:pt x="3488" y="6569"/>
                </a:lnTo>
                <a:lnTo>
                  <a:pt x="3617" y="6505"/>
                </a:lnTo>
                <a:lnTo>
                  <a:pt x="3617" y="6505"/>
                </a:lnTo>
                <a:lnTo>
                  <a:pt x="3809" y="6377"/>
                </a:lnTo>
                <a:lnTo>
                  <a:pt x="3895" y="6334"/>
                </a:lnTo>
                <a:lnTo>
                  <a:pt x="3959" y="6313"/>
                </a:lnTo>
                <a:lnTo>
                  <a:pt x="4002" y="6313"/>
                </a:lnTo>
                <a:lnTo>
                  <a:pt x="4002" y="6313"/>
                </a:lnTo>
                <a:lnTo>
                  <a:pt x="4045" y="6356"/>
                </a:lnTo>
                <a:lnTo>
                  <a:pt x="4109" y="6398"/>
                </a:lnTo>
                <a:lnTo>
                  <a:pt x="4216" y="6548"/>
                </a:lnTo>
                <a:lnTo>
                  <a:pt x="4387" y="6805"/>
                </a:lnTo>
                <a:lnTo>
                  <a:pt x="4387" y="6805"/>
                </a:lnTo>
                <a:lnTo>
                  <a:pt x="4473" y="6912"/>
                </a:lnTo>
                <a:lnTo>
                  <a:pt x="4558" y="6976"/>
                </a:lnTo>
                <a:lnTo>
                  <a:pt x="4601" y="6976"/>
                </a:lnTo>
                <a:lnTo>
                  <a:pt x="4644" y="6976"/>
                </a:lnTo>
                <a:lnTo>
                  <a:pt x="4772" y="6912"/>
                </a:lnTo>
                <a:lnTo>
                  <a:pt x="4772" y="6912"/>
                </a:lnTo>
                <a:lnTo>
                  <a:pt x="4922" y="6783"/>
                </a:lnTo>
                <a:lnTo>
                  <a:pt x="5072" y="6634"/>
                </a:lnTo>
                <a:lnTo>
                  <a:pt x="5221" y="6463"/>
                </a:lnTo>
                <a:lnTo>
                  <a:pt x="5371" y="6313"/>
                </a:lnTo>
                <a:lnTo>
                  <a:pt x="5371" y="6313"/>
                </a:lnTo>
                <a:lnTo>
                  <a:pt x="5478" y="6441"/>
                </a:lnTo>
                <a:lnTo>
                  <a:pt x="5607" y="6569"/>
                </a:lnTo>
                <a:lnTo>
                  <a:pt x="5692" y="6612"/>
                </a:lnTo>
                <a:lnTo>
                  <a:pt x="5756" y="6655"/>
                </a:lnTo>
                <a:lnTo>
                  <a:pt x="5842" y="6676"/>
                </a:lnTo>
                <a:lnTo>
                  <a:pt x="5906" y="6676"/>
                </a:lnTo>
                <a:lnTo>
                  <a:pt x="5906" y="6676"/>
                </a:lnTo>
                <a:lnTo>
                  <a:pt x="5970" y="6634"/>
                </a:lnTo>
                <a:lnTo>
                  <a:pt x="6034" y="6591"/>
                </a:lnTo>
                <a:lnTo>
                  <a:pt x="6184" y="6441"/>
                </a:lnTo>
                <a:lnTo>
                  <a:pt x="6313" y="6249"/>
                </a:lnTo>
                <a:lnTo>
                  <a:pt x="6398" y="6099"/>
                </a:lnTo>
                <a:lnTo>
                  <a:pt x="6398" y="6099"/>
                </a:lnTo>
                <a:lnTo>
                  <a:pt x="6420" y="6013"/>
                </a:lnTo>
                <a:lnTo>
                  <a:pt x="6420" y="5949"/>
                </a:lnTo>
                <a:lnTo>
                  <a:pt x="6398" y="5885"/>
                </a:lnTo>
                <a:lnTo>
                  <a:pt x="6377" y="5842"/>
                </a:lnTo>
                <a:lnTo>
                  <a:pt x="6313" y="5842"/>
                </a:lnTo>
                <a:lnTo>
                  <a:pt x="6248" y="5842"/>
                </a:lnTo>
                <a:lnTo>
                  <a:pt x="6184" y="5863"/>
                </a:lnTo>
                <a:lnTo>
                  <a:pt x="6120" y="5928"/>
                </a:lnTo>
                <a:lnTo>
                  <a:pt x="6120" y="5928"/>
                </a:lnTo>
                <a:close/>
                <a:moveTo>
                  <a:pt x="8645" y="6719"/>
                </a:moveTo>
                <a:lnTo>
                  <a:pt x="8645" y="6719"/>
                </a:lnTo>
                <a:lnTo>
                  <a:pt x="8645" y="6762"/>
                </a:lnTo>
                <a:lnTo>
                  <a:pt x="8666" y="6805"/>
                </a:lnTo>
                <a:lnTo>
                  <a:pt x="8752" y="6912"/>
                </a:lnTo>
                <a:lnTo>
                  <a:pt x="8901" y="6976"/>
                </a:lnTo>
                <a:lnTo>
                  <a:pt x="9073" y="7040"/>
                </a:lnTo>
                <a:lnTo>
                  <a:pt x="9244" y="7083"/>
                </a:lnTo>
                <a:lnTo>
                  <a:pt x="9415" y="7104"/>
                </a:lnTo>
                <a:lnTo>
                  <a:pt x="9543" y="7104"/>
                </a:lnTo>
                <a:lnTo>
                  <a:pt x="9586" y="7083"/>
                </a:lnTo>
                <a:lnTo>
                  <a:pt x="9608" y="7062"/>
                </a:lnTo>
                <a:lnTo>
                  <a:pt x="9608" y="7062"/>
                </a:lnTo>
                <a:lnTo>
                  <a:pt x="9629" y="6997"/>
                </a:lnTo>
                <a:lnTo>
                  <a:pt x="9608" y="6955"/>
                </a:lnTo>
                <a:lnTo>
                  <a:pt x="9586" y="6912"/>
                </a:lnTo>
                <a:lnTo>
                  <a:pt x="9522" y="6848"/>
                </a:lnTo>
                <a:lnTo>
                  <a:pt x="9394" y="6783"/>
                </a:lnTo>
                <a:lnTo>
                  <a:pt x="9201" y="6719"/>
                </a:lnTo>
                <a:lnTo>
                  <a:pt x="9030" y="6676"/>
                </a:lnTo>
                <a:lnTo>
                  <a:pt x="8859" y="6655"/>
                </a:lnTo>
                <a:lnTo>
                  <a:pt x="8709" y="6676"/>
                </a:lnTo>
                <a:lnTo>
                  <a:pt x="8666" y="6698"/>
                </a:lnTo>
                <a:lnTo>
                  <a:pt x="8645" y="6719"/>
                </a:lnTo>
                <a:lnTo>
                  <a:pt x="8645" y="6719"/>
                </a:lnTo>
                <a:close/>
                <a:moveTo>
                  <a:pt x="172" y="7468"/>
                </a:moveTo>
                <a:lnTo>
                  <a:pt x="172" y="7468"/>
                </a:lnTo>
                <a:lnTo>
                  <a:pt x="215" y="7489"/>
                </a:lnTo>
                <a:lnTo>
                  <a:pt x="258" y="7489"/>
                </a:lnTo>
                <a:lnTo>
                  <a:pt x="365" y="7468"/>
                </a:lnTo>
                <a:lnTo>
                  <a:pt x="472" y="7404"/>
                </a:lnTo>
                <a:lnTo>
                  <a:pt x="579" y="7318"/>
                </a:lnTo>
                <a:lnTo>
                  <a:pt x="664" y="7233"/>
                </a:lnTo>
                <a:lnTo>
                  <a:pt x="728" y="7126"/>
                </a:lnTo>
                <a:lnTo>
                  <a:pt x="771" y="7019"/>
                </a:lnTo>
                <a:lnTo>
                  <a:pt x="771" y="6955"/>
                </a:lnTo>
                <a:lnTo>
                  <a:pt x="771" y="6955"/>
                </a:lnTo>
                <a:lnTo>
                  <a:pt x="750" y="6912"/>
                </a:lnTo>
                <a:lnTo>
                  <a:pt x="728" y="6890"/>
                </a:lnTo>
                <a:lnTo>
                  <a:pt x="621" y="6912"/>
                </a:lnTo>
                <a:lnTo>
                  <a:pt x="514" y="6976"/>
                </a:lnTo>
                <a:lnTo>
                  <a:pt x="386" y="7083"/>
                </a:lnTo>
                <a:lnTo>
                  <a:pt x="258" y="7190"/>
                </a:lnTo>
                <a:lnTo>
                  <a:pt x="172" y="7297"/>
                </a:lnTo>
                <a:lnTo>
                  <a:pt x="151" y="7404"/>
                </a:lnTo>
                <a:lnTo>
                  <a:pt x="151" y="7447"/>
                </a:lnTo>
                <a:lnTo>
                  <a:pt x="172" y="7468"/>
                </a:lnTo>
                <a:lnTo>
                  <a:pt x="172" y="7468"/>
                </a:lnTo>
                <a:close/>
                <a:moveTo>
                  <a:pt x="7832" y="8131"/>
                </a:moveTo>
                <a:lnTo>
                  <a:pt x="7832" y="8131"/>
                </a:lnTo>
                <a:lnTo>
                  <a:pt x="7810" y="8153"/>
                </a:lnTo>
                <a:lnTo>
                  <a:pt x="7810" y="8196"/>
                </a:lnTo>
                <a:lnTo>
                  <a:pt x="7832" y="8303"/>
                </a:lnTo>
                <a:lnTo>
                  <a:pt x="7896" y="8410"/>
                </a:lnTo>
                <a:lnTo>
                  <a:pt x="7981" y="8538"/>
                </a:lnTo>
                <a:lnTo>
                  <a:pt x="8088" y="8645"/>
                </a:lnTo>
                <a:lnTo>
                  <a:pt x="8195" y="8730"/>
                </a:lnTo>
                <a:lnTo>
                  <a:pt x="8281" y="8773"/>
                </a:lnTo>
                <a:lnTo>
                  <a:pt x="8324" y="8773"/>
                </a:lnTo>
                <a:lnTo>
                  <a:pt x="8367" y="8752"/>
                </a:lnTo>
                <a:lnTo>
                  <a:pt x="8367" y="8752"/>
                </a:lnTo>
                <a:lnTo>
                  <a:pt x="8409" y="8730"/>
                </a:lnTo>
                <a:lnTo>
                  <a:pt x="8431" y="8688"/>
                </a:lnTo>
                <a:lnTo>
                  <a:pt x="8431" y="8623"/>
                </a:lnTo>
                <a:lnTo>
                  <a:pt x="8409" y="8581"/>
                </a:lnTo>
                <a:lnTo>
                  <a:pt x="8345" y="8452"/>
                </a:lnTo>
                <a:lnTo>
                  <a:pt x="8238" y="8345"/>
                </a:lnTo>
                <a:lnTo>
                  <a:pt x="8131" y="8238"/>
                </a:lnTo>
                <a:lnTo>
                  <a:pt x="8003" y="8153"/>
                </a:lnTo>
                <a:lnTo>
                  <a:pt x="7896" y="8110"/>
                </a:lnTo>
                <a:lnTo>
                  <a:pt x="7853" y="8110"/>
                </a:lnTo>
                <a:lnTo>
                  <a:pt x="7832" y="8131"/>
                </a:lnTo>
                <a:lnTo>
                  <a:pt x="7832" y="8131"/>
                </a:lnTo>
                <a:close/>
                <a:moveTo>
                  <a:pt x="1777" y="8880"/>
                </a:moveTo>
                <a:lnTo>
                  <a:pt x="1777" y="8880"/>
                </a:lnTo>
                <a:lnTo>
                  <a:pt x="1777" y="8944"/>
                </a:lnTo>
                <a:lnTo>
                  <a:pt x="1777" y="9009"/>
                </a:lnTo>
                <a:lnTo>
                  <a:pt x="1798" y="9030"/>
                </a:lnTo>
                <a:lnTo>
                  <a:pt x="1841" y="9051"/>
                </a:lnTo>
                <a:lnTo>
                  <a:pt x="1905" y="9051"/>
                </a:lnTo>
                <a:lnTo>
                  <a:pt x="1969" y="9030"/>
                </a:lnTo>
                <a:lnTo>
                  <a:pt x="2076" y="8966"/>
                </a:lnTo>
                <a:lnTo>
                  <a:pt x="2076" y="8966"/>
                </a:lnTo>
                <a:lnTo>
                  <a:pt x="2205" y="8837"/>
                </a:lnTo>
                <a:lnTo>
                  <a:pt x="2333" y="8688"/>
                </a:lnTo>
                <a:lnTo>
                  <a:pt x="2419" y="8516"/>
                </a:lnTo>
                <a:lnTo>
                  <a:pt x="2440" y="8431"/>
                </a:lnTo>
                <a:lnTo>
                  <a:pt x="2440" y="8345"/>
                </a:lnTo>
                <a:lnTo>
                  <a:pt x="2440" y="8345"/>
                </a:lnTo>
                <a:lnTo>
                  <a:pt x="2419" y="8303"/>
                </a:lnTo>
                <a:lnTo>
                  <a:pt x="2397" y="8303"/>
                </a:lnTo>
                <a:lnTo>
                  <a:pt x="2312" y="8324"/>
                </a:lnTo>
                <a:lnTo>
                  <a:pt x="2226" y="8388"/>
                </a:lnTo>
                <a:lnTo>
                  <a:pt x="2098" y="8495"/>
                </a:lnTo>
                <a:lnTo>
                  <a:pt x="1884" y="8709"/>
                </a:lnTo>
                <a:lnTo>
                  <a:pt x="1777" y="8880"/>
                </a:lnTo>
                <a:lnTo>
                  <a:pt x="1777" y="8880"/>
                </a:lnTo>
                <a:close/>
                <a:moveTo>
                  <a:pt x="4922" y="8645"/>
                </a:moveTo>
                <a:lnTo>
                  <a:pt x="4922" y="8645"/>
                </a:lnTo>
                <a:lnTo>
                  <a:pt x="4879" y="8623"/>
                </a:lnTo>
                <a:lnTo>
                  <a:pt x="4836" y="8645"/>
                </a:lnTo>
                <a:lnTo>
                  <a:pt x="4772" y="8688"/>
                </a:lnTo>
                <a:lnTo>
                  <a:pt x="4751" y="8730"/>
                </a:lnTo>
                <a:lnTo>
                  <a:pt x="4686" y="8880"/>
                </a:lnTo>
                <a:lnTo>
                  <a:pt x="4644" y="9051"/>
                </a:lnTo>
                <a:lnTo>
                  <a:pt x="4622" y="9244"/>
                </a:lnTo>
                <a:lnTo>
                  <a:pt x="4644" y="9415"/>
                </a:lnTo>
                <a:lnTo>
                  <a:pt x="4665" y="9501"/>
                </a:lnTo>
                <a:lnTo>
                  <a:pt x="4686" y="9565"/>
                </a:lnTo>
                <a:lnTo>
                  <a:pt x="4729" y="9586"/>
                </a:lnTo>
                <a:lnTo>
                  <a:pt x="4793" y="9608"/>
                </a:lnTo>
                <a:lnTo>
                  <a:pt x="4793" y="9608"/>
                </a:lnTo>
                <a:lnTo>
                  <a:pt x="4836" y="9608"/>
                </a:lnTo>
                <a:lnTo>
                  <a:pt x="4858" y="9586"/>
                </a:lnTo>
                <a:lnTo>
                  <a:pt x="4922" y="9479"/>
                </a:lnTo>
                <a:lnTo>
                  <a:pt x="4986" y="9351"/>
                </a:lnTo>
                <a:lnTo>
                  <a:pt x="5007" y="9180"/>
                </a:lnTo>
                <a:lnTo>
                  <a:pt x="5029" y="9009"/>
                </a:lnTo>
                <a:lnTo>
                  <a:pt x="5007" y="8837"/>
                </a:lnTo>
                <a:lnTo>
                  <a:pt x="4986" y="8709"/>
                </a:lnTo>
                <a:lnTo>
                  <a:pt x="4965" y="8666"/>
                </a:lnTo>
                <a:lnTo>
                  <a:pt x="4922" y="8645"/>
                </a:lnTo>
                <a:lnTo>
                  <a:pt x="4922" y="8645"/>
                </a:lnTo>
                <a:close/>
              </a:path>
            </a:pathLst>
          </a:custGeom>
          <a:solidFill>
            <a:srgbClr val="434343"/>
          </a:solidFill>
          <a:ln>
            <a:noFill/>
          </a:ln>
        </p:spPr>
        <p:txBody>
          <a:bodyPr spcFirstLastPara="1" wrap="square" lIns="121900" tIns="121900" rIns="121900" bIns="121900" anchor="ctr" anchorCtr="0">
            <a:noAutofit/>
          </a:bodyPr>
          <a:lstStyle/>
          <a:p>
            <a:endParaRPr sz="2400"/>
          </a:p>
        </p:txBody>
      </p:sp>
    </p:spTree>
    <p:extLst>
      <p:ext uri="{BB962C8B-B14F-4D97-AF65-F5344CB8AC3E}">
        <p14:creationId xmlns:p14="http://schemas.microsoft.com/office/powerpoint/2010/main" val="7427900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CC633-0E29-4CD9-9B28-8998CB1039DB}"/>
              </a:ext>
            </a:extLst>
          </p:cNvPr>
          <p:cNvSpPr>
            <a:spLocks noGrp="1"/>
          </p:cNvSpPr>
          <p:nvPr>
            <p:ph type="title"/>
          </p:nvPr>
        </p:nvSpPr>
        <p:spPr>
          <a:xfrm>
            <a:off x="982229" y="2095800"/>
            <a:ext cx="2879400" cy="951900"/>
          </a:xfrm>
        </p:spPr>
        <p:txBody>
          <a:bodyPr/>
          <a:lstStyle/>
          <a:p>
            <a:pPr algn="ctr"/>
            <a:r>
              <a:rPr lang="en-AU" b="1" dirty="0">
                <a:solidFill>
                  <a:schemeClr val="tx1"/>
                </a:solidFill>
              </a:rPr>
              <a:t>What to do if someone crosses your boundary</a:t>
            </a:r>
            <a:br>
              <a:rPr lang="en-AU" b="1" dirty="0">
                <a:solidFill>
                  <a:schemeClr val="tx1"/>
                </a:solidFill>
              </a:rPr>
            </a:br>
            <a:r>
              <a:rPr lang="en-AU" sz="3200" dirty="0"/>
              <a:t>(Pg. 33)</a:t>
            </a:r>
            <a:endParaRPr lang="en-AU" dirty="0">
              <a:solidFill>
                <a:schemeClr val="tx1"/>
              </a:solidFill>
            </a:endParaRPr>
          </a:p>
        </p:txBody>
      </p:sp>
      <p:sp>
        <p:nvSpPr>
          <p:cNvPr id="4" name="Slide Number Placeholder 3">
            <a:extLst>
              <a:ext uri="{FF2B5EF4-FFF2-40B4-BE49-F238E27FC236}">
                <a16:creationId xmlns:a16="http://schemas.microsoft.com/office/drawing/2014/main" id="{BABE510E-59CC-41A5-9523-32270CB82EB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
        <p:nvSpPr>
          <p:cNvPr id="7" name="Content Placeholder 2">
            <a:extLst>
              <a:ext uri="{FF2B5EF4-FFF2-40B4-BE49-F238E27FC236}">
                <a16:creationId xmlns:a16="http://schemas.microsoft.com/office/drawing/2014/main" id="{4D3B4640-9572-4368-8128-41C57B7E6508}"/>
              </a:ext>
            </a:extLst>
          </p:cNvPr>
          <p:cNvSpPr txBox="1">
            <a:spLocks/>
          </p:cNvSpPr>
          <p:nvPr/>
        </p:nvSpPr>
        <p:spPr>
          <a:xfrm>
            <a:off x="4211276" y="855677"/>
            <a:ext cx="4886586" cy="3526042"/>
          </a:xfrm>
          <a:prstGeom prst="rect">
            <a:avLst/>
          </a:prstGeom>
          <a:noFill/>
          <a:ln>
            <a:noFill/>
          </a:ln>
        </p:spPr>
        <p:txBody>
          <a:bodyPr spcFirstLastPara="1" wrap="square" lIns="0" tIns="0" rIns="0" bIns="0" anchor="ctr" anchorCtr="0">
            <a:normAutofit/>
          </a:bodyPr>
          <a:lstStyle>
            <a:defPPr marR="0" lvl="0" algn="l" rtl="0">
              <a:lnSpc>
                <a:spcPct val="100000"/>
              </a:lnSpc>
              <a:spcBef>
                <a:spcPts val="0"/>
              </a:spcBef>
              <a:spcAft>
                <a:spcPts val="0"/>
              </a:spcAft>
            </a:defPPr>
            <a:lvl1pPr marL="457200" marR="0" lvl="0" indent="-355600" algn="l" rtl="0">
              <a:lnSpc>
                <a:spcPct val="100000"/>
              </a:lnSpc>
              <a:spcBef>
                <a:spcPts val="0"/>
              </a:spcBef>
              <a:spcAft>
                <a:spcPts val="0"/>
              </a:spcAft>
              <a:buClr>
                <a:schemeClr val="accent1"/>
              </a:buClr>
              <a:buSzPts val="2000"/>
              <a:buFont typeface="Nunito"/>
              <a:buChar char="✗"/>
              <a:defRPr sz="2000" b="0" i="0" u="none" strike="noStrike" cap="none">
                <a:solidFill>
                  <a:schemeClr val="dk1"/>
                </a:solidFill>
                <a:latin typeface="Nunito"/>
                <a:ea typeface="Nunito"/>
                <a:cs typeface="Nunito"/>
                <a:sym typeface="Nunito"/>
              </a:defRPr>
            </a:lvl1pPr>
            <a:lvl2pPr marL="914400" marR="0" lvl="1" indent="-355600" algn="l" rtl="0">
              <a:lnSpc>
                <a:spcPct val="100000"/>
              </a:lnSpc>
              <a:spcBef>
                <a:spcPts val="1000"/>
              </a:spcBef>
              <a:spcAft>
                <a:spcPts val="0"/>
              </a:spcAft>
              <a:buClr>
                <a:schemeClr val="dk2"/>
              </a:buClr>
              <a:buSzPts val="2000"/>
              <a:buFont typeface="Nunito"/>
              <a:buChar char="✗"/>
              <a:defRPr sz="2000" b="0" i="0" u="none" strike="noStrike" cap="none">
                <a:solidFill>
                  <a:schemeClr val="dk1"/>
                </a:solidFill>
                <a:latin typeface="Nunito"/>
                <a:ea typeface="Nunito"/>
                <a:cs typeface="Nunito"/>
                <a:sym typeface="Nunito"/>
              </a:defRPr>
            </a:lvl2pPr>
            <a:lvl3pPr marL="1371600" marR="0" lvl="2" indent="-355600" algn="l" rtl="0">
              <a:lnSpc>
                <a:spcPct val="100000"/>
              </a:lnSpc>
              <a:spcBef>
                <a:spcPts val="1000"/>
              </a:spcBef>
              <a:spcAft>
                <a:spcPts val="0"/>
              </a:spcAft>
              <a:buClr>
                <a:schemeClr val="dk1"/>
              </a:buClr>
              <a:buSzPts val="2000"/>
              <a:buFont typeface="Nunito"/>
              <a:buChar char="■"/>
              <a:defRPr sz="2000" b="0" i="0" u="none" strike="noStrike" cap="none">
                <a:solidFill>
                  <a:schemeClr val="dk1"/>
                </a:solidFill>
                <a:latin typeface="Nunito"/>
                <a:ea typeface="Nunito"/>
                <a:cs typeface="Nunito"/>
                <a:sym typeface="Nunito"/>
              </a:defRPr>
            </a:lvl3pPr>
            <a:lvl4pPr marL="1828800" marR="0" lvl="3" indent="-355600" algn="l" rtl="0">
              <a:lnSpc>
                <a:spcPct val="100000"/>
              </a:lnSpc>
              <a:spcBef>
                <a:spcPts val="1000"/>
              </a:spcBef>
              <a:spcAft>
                <a:spcPts val="0"/>
              </a:spcAft>
              <a:buClr>
                <a:schemeClr val="dk1"/>
              </a:buClr>
              <a:buSzPts val="2000"/>
              <a:buFont typeface="Nunito"/>
              <a:buChar char="●"/>
              <a:defRPr sz="2000" b="0" i="0" u="none" strike="noStrike" cap="none">
                <a:solidFill>
                  <a:schemeClr val="dk1"/>
                </a:solidFill>
                <a:latin typeface="Nunito"/>
                <a:ea typeface="Nunito"/>
                <a:cs typeface="Nunito"/>
                <a:sym typeface="Nunito"/>
              </a:defRPr>
            </a:lvl4pPr>
            <a:lvl5pPr marL="2286000" marR="0" lvl="4" indent="-355600" algn="l" rtl="0">
              <a:lnSpc>
                <a:spcPct val="100000"/>
              </a:lnSpc>
              <a:spcBef>
                <a:spcPts val="1000"/>
              </a:spcBef>
              <a:spcAft>
                <a:spcPts val="0"/>
              </a:spcAft>
              <a:buClr>
                <a:schemeClr val="dk1"/>
              </a:buClr>
              <a:buSzPts val="2000"/>
              <a:buFont typeface="Nunito"/>
              <a:buChar char="○"/>
              <a:defRPr sz="2000" b="0" i="0" u="none" strike="noStrike" cap="none">
                <a:solidFill>
                  <a:schemeClr val="dk1"/>
                </a:solidFill>
                <a:latin typeface="Nunito"/>
                <a:ea typeface="Nunito"/>
                <a:cs typeface="Nunito"/>
                <a:sym typeface="Nunito"/>
              </a:defRPr>
            </a:lvl5pPr>
            <a:lvl6pPr marL="2743200" marR="0" lvl="5" indent="-355600" algn="l" rtl="0">
              <a:lnSpc>
                <a:spcPct val="100000"/>
              </a:lnSpc>
              <a:spcBef>
                <a:spcPts val="1000"/>
              </a:spcBef>
              <a:spcAft>
                <a:spcPts val="0"/>
              </a:spcAft>
              <a:buClr>
                <a:schemeClr val="dk1"/>
              </a:buClr>
              <a:buSzPts val="2000"/>
              <a:buFont typeface="Nunito"/>
              <a:buChar char="■"/>
              <a:defRPr sz="2000" b="0" i="0" u="none" strike="noStrike" cap="none">
                <a:solidFill>
                  <a:schemeClr val="dk1"/>
                </a:solidFill>
                <a:latin typeface="Nunito"/>
                <a:ea typeface="Nunito"/>
                <a:cs typeface="Nunito"/>
                <a:sym typeface="Nunito"/>
              </a:defRPr>
            </a:lvl6pPr>
            <a:lvl7pPr marL="3200400" marR="0" lvl="6" indent="-355600" algn="l" rtl="0">
              <a:lnSpc>
                <a:spcPct val="100000"/>
              </a:lnSpc>
              <a:spcBef>
                <a:spcPts val="1000"/>
              </a:spcBef>
              <a:spcAft>
                <a:spcPts val="0"/>
              </a:spcAft>
              <a:buClr>
                <a:schemeClr val="dk1"/>
              </a:buClr>
              <a:buSzPts val="2000"/>
              <a:buFont typeface="Nunito"/>
              <a:buChar char="●"/>
              <a:defRPr sz="2000" b="0" i="0" u="none" strike="noStrike" cap="none">
                <a:solidFill>
                  <a:schemeClr val="dk1"/>
                </a:solidFill>
                <a:latin typeface="Nunito"/>
                <a:ea typeface="Nunito"/>
                <a:cs typeface="Nunito"/>
                <a:sym typeface="Nunito"/>
              </a:defRPr>
            </a:lvl7pPr>
            <a:lvl8pPr marL="3657600" marR="0" lvl="7" indent="-355600" algn="l" rtl="0">
              <a:lnSpc>
                <a:spcPct val="100000"/>
              </a:lnSpc>
              <a:spcBef>
                <a:spcPts val="1000"/>
              </a:spcBef>
              <a:spcAft>
                <a:spcPts val="0"/>
              </a:spcAft>
              <a:buClr>
                <a:schemeClr val="dk1"/>
              </a:buClr>
              <a:buSzPts val="2000"/>
              <a:buFont typeface="Nunito"/>
              <a:buChar char="○"/>
              <a:defRPr sz="2000" b="0" i="0" u="none" strike="noStrike" cap="none">
                <a:solidFill>
                  <a:schemeClr val="dk1"/>
                </a:solidFill>
                <a:latin typeface="Nunito"/>
                <a:ea typeface="Nunito"/>
                <a:cs typeface="Nunito"/>
                <a:sym typeface="Nunito"/>
              </a:defRPr>
            </a:lvl8pPr>
            <a:lvl9pPr marL="4114800" marR="0" lvl="8" indent="-355600" algn="l" rtl="0">
              <a:lnSpc>
                <a:spcPct val="100000"/>
              </a:lnSpc>
              <a:spcBef>
                <a:spcPts val="1000"/>
              </a:spcBef>
              <a:spcAft>
                <a:spcPts val="1000"/>
              </a:spcAft>
              <a:buClr>
                <a:schemeClr val="dk1"/>
              </a:buClr>
              <a:buSzPts val="2000"/>
              <a:buFont typeface="Nunito"/>
              <a:buChar char="■"/>
              <a:defRPr sz="2000" b="0" i="0" u="none" strike="noStrike" cap="none">
                <a:solidFill>
                  <a:schemeClr val="dk1"/>
                </a:solidFill>
                <a:latin typeface="Nunito"/>
                <a:ea typeface="Nunito"/>
                <a:cs typeface="Nunito"/>
                <a:sym typeface="Nunito"/>
              </a:defRPr>
            </a:lvl9pPr>
          </a:lstStyle>
          <a:p>
            <a:r>
              <a:rPr lang="en-AU" sz="1600" dirty="0"/>
              <a:t>If someone makes you feel unsafe by doing something you don’t agree to, it’s important to tell an adult you trust. Tell a parent, teacher, group leader, coach, guardian, grandparent or anyone who can help.</a:t>
            </a:r>
          </a:p>
          <a:p>
            <a:endParaRPr lang="en-AU" sz="1600" dirty="0"/>
          </a:p>
          <a:p>
            <a:r>
              <a:rPr lang="en-AU" sz="1600" dirty="0"/>
              <a:t>Here’s the most important thing to remember:</a:t>
            </a:r>
          </a:p>
          <a:p>
            <a:endParaRPr lang="en-AU" dirty="0"/>
          </a:p>
          <a:p>
            <a:pPr marL="0" indent="0">
              <a:buFont typeface="Nunito"/>
              <a:buNone/>
            </a:pPr>
            <a:r>
              <a:rPr lang="en-AU" sz="3600" b="1" dirty="0"/>
              <a:t>  It is never your fault!</a:t>
            </a:r>
            <a:endParaRPr lang="en-AU" b="1" dirty="0"/>
          </a:p>
        </p:txBody>
      </p:sp>
      <p:pic>
        <p:nvPicPr>
          <p:cNvPr id="5" name="Graphic 4" descr="Badge Cross with solid fill">
            <a:extLst>
              <a:ext uri="{FF2B5EF4-FFF2-40B4-BE49-F238E27FC236}">
                <a16:creationId xmlns:a16="http://schemas.microsoft.com/office/drawing/2014/main" id="{EF71F38F-3319-481B-9B28-467055A2DA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08638" y="3815664"/>
            <a:ext cx="914400" cy="914400"/>
          </a:xfrm>
          <a:prstGeom prst="rect">
            <a:avLst/>
          </a:prstGeom>
        </p:spPr>
      </p:pic>
    </p:spTree>
    <p:extLst>
      <p:ext uri="{BB962C8B-B14F-4D97-AF65-F5344CB8AC3E}">
        <p14:creationId xmlns:p14="http://schemas.microsoft.com/office/powerpoint/2010/main" val="13793000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C588F13-9465-4199-938C-629218966C8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pic>
        <p:nvPicPr>
          <p:cNvPr id="5" name="Picture 4">
            <a:extLst>
              <a:ext uri="{FF2B5EF4-FFF2-40B4-BE49-F238E27FC236}">
                <a16:creationId xmlns:a16="http://schemas.microsoft.com/office/drawing/2014/main" id="{B0A1247E-51F5-41E7-AB1F-05F715572B0D}"/>
              </a:ext>
            </a:extLst>
          </p:cNvPr>
          <p:cNvPicPr>
            <a:picLocks noChangeAspect="1"/>
          </p:cNvPicPr>
          <p:nvPr/>
        </p:nvPicPr>
        <p:blipFill>
          <a:blip r:embed="rId3"/>
          <a:stretch>
            <a:fillRect/>
          </a:stretch>
        </p:blipFill>
        <p:spPr>
          <a:xfrm>
            <a:off x="2267376" y="1275399"/>
            <a:ext cx="4609248" cy="259270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 name="Text Placeholder 1">
            <a:extLst>
              <a:ext uri="{FF2B5EF4-FFF2-40B4-BE49-F238E27FC236}">
                <a16:creationId xmlns:a16="http://schemas.microsoft.com/office/drawing/2014/main" id="{E83BB0C3-DBD4-4028-BB93-D8DD2D925570}"/>
              </a:ext>
            </a:extLst>
          </p:cNvPr>
          <p:cNvSpPr txBox="1">
            <a:spLocks/>
          </p:cNvSpPr>
          <p:nvPr/>
        </p:nvSpPr>
        <p:spPr>
          <a:xfrm>
            <a:off x="2392789" y="730187"/>
            <a:ext cx="3826036" cy="386401"/>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406400" algn="ctr" rtl="0">
              <a:lnSpc>
                <a:spcPct val="100000"/>
              </a:lnSpc>
              <a:spcBef>
                <a:spcPts val="0"/>
              </a:spcBef>
              <a:spcAft>
                <a:spcPts val="0"/>
              </a:spcAft>
              <a:buClr>
                <a:schemeClr val="accent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1pPr>
            <a:lvl2pPr marL="914400" marR="0" lvl="1" indent="-406400" algn="ctr" rtl="0">
              <a:lnSpc>
                <a:spcPct val="100000"/>
              </a:lnSpc>
              <a:spcBef>
                <a:spcPts val="1000"/>
              </a:spcBef>
              <a:spcAft>
                <a:spcPts val="0"/>
              </a:spcAft>
              <a:buClr>
                <a:schemeClr val="dk2"/>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2pPr>
            <a:lvl3pPr marL="1371600" marR="0" lvl="2"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3pPr>
            <a:lvl4pPr marL="1828800" marR="0" lvl="3"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4pPr>
            <a:lvl5pPr marL="2286000" marR="0" lvl="4"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5pPr>
            <a:lvl6pPr marL="2743200" marR="0" lvl="5"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6pPr>
            <a:lvl7pPr marL="3200400" marR="0" lvl="6"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7pPr>
            <a:lvl8pPr marL="3657600" marR="0" lvl="7" indent="-406400" algn="ctr" rtl="0">
              <a:lnSpc>
                <a:spcPct val="100000"/>
              </a:lnSpc>
              <a:spcBef>
                <a:spcPts val="1000"/>
              </a:spcBef>
              <a:spcAft>
                <a:spcPts val="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8pPr>
            <a:lvl9pPr marL="4114800" marR="0" lvl="8" indent="-406400" algn="ctr" rtl="0">
              <a:lnSpc>
                <a:spcPct val="100000"/>
              </a:lnSpc>
              <a:spcBef>
                <a:spcPts val="1000"/>
              </a:spcBef>
              <a:spcAft>
                <a:spcPts val="1000"/>
              </a:spcAft>
              <a:buClr>
                <a:schemeClr val="dk1"/>
              </a:buClr>
              <a:buSzPts val="2800"/>
              <a:buFont typeface="Nunito SemiBold"/>
              <a:buChar char="■"/>
              <a:defRPr sz="2800" b="0" i="0" u="none" strike="noStrike" cap="none">
                <a:solidFill>
                  <a:schemeClr val="dk1"/>
                </a:solidFill>
                <a:latin typeface="Nunito SemiBold"/>
                <a:ea typeface="Nunito SemiBold"/>
                <a:cs typeface="Nunito SemiBold"/>
                <a:sym typeface="Nunito SemiBold"/>
              </a:defRPr>
            </a:lvl9pPr>
          </a:lstStyle>
          <a:p>
            <a:r>
              <a:rPr lang="en-AU" sz="2400" dirty="0"/>
              <a:t>Reflection Activity</a:t>
            </a:r>
          </a:p>
        </p:txBody>
      </p:sp>
    </p:spTree>
    <p:extLst>
      <p:ext uri="{BB962C8B-B14F-4D97-AF65-F5344CB8AC3E}">
        <p14:creationId xmlns:p14="http://schemas.microsoft.com/office/powerpoint/2010/main" val="2587115031"/>
      </p:ext>
    </p:extLst>
  </p:cSld>
  <p:clrMapOvr>
    <a:masterClrMapping/>
  </p:clrMapOvr>
</p:sld>
</file>

<file path=ppt/theme/theme1.xml><?xml version="1.0" encoding="utf-8"?>
<a:theme xmlns:a="http://schemas.openxmlformats.org/drawingml/2006/main" name="Curio template">
  <a:themeElements>
    <a:clrScheme name="Custom 347">
      <a:dk1>
        <a:srgbClr val="2B3547"/>
      </a:dk1>
      <a:lt1>
        <a:srgbClr val="FFFFFF"/>
      </a:lt1>
      <a:dk2>
        <a:srgbClr val="7F8B91"/>
      </a:dk2>
      <a:lt2>
        <a:srgbClr val="EDF0EB"/>
      </a:lt2>
      <a:accent1>
        <a:srgbClr val="AEE25A"/>
      </a:accent1>
      <a:accent2>
        <a:srgbClr val="51C026"/>
      </a:accent2>
      <a:accent3>
        <a:srgbClr val="5DDBA7"/>
      </a:accent3>
      <a:accent4>
        <a:srgbClr val="29AFA2"/>
      </a:accent4>
      <a:accent5>
        <a:srgbClr val="809DC2"/>
      </a:accent5>
      <a:accent6>
        <a:srgbClr val="596885"/>
      </a:accent6>
      <a:hlink>
        <a:srgbClr val="52AC00"/>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3495</TotalTime>
  <Words>2766</Words>
  <Application>Microsoft Office PowerPoint</Application>
  <PresentationFormat>On-screen Show (16:9)</PresentationFormat>
  <Paragraphs>367</Paragraphs>
  <Slides>34</Slides>
  <Notes>29</Notes>
  <HiddenSlides>0</HiddenSlides>
  <MMClips>2</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Ink Free</vt:lpstr>
      <vt:lpstr>Amasis MT Pro Black</vt:lpstr>
      <vt:lpstr>Calibri</vt:lpstr>
      <vt:lpstr>Nunito SemiBold</vt:lpstr>
      <vt:lpstr>Bradley Hand</vt:lpstr>
      <vt:lpstr>Arial</vt:lpstr>
      <vt:lpstr>Nunito</vt:lpstr>
      <vt:lpstr>Amatic SC</vt:lpstr>
      <vt:lpstr>Curio template</vt:lpstr>
      <vt:lpstr>PowerPoint Presentation</vt:lpstr>
      <vt:lpstr>Today’s Focus</vt:lpstr>
      <vt:lpstr>PowerPoint Presentation</vt:lpstr>
      <vt:lpstr>HOOK: Everyday Consent (Pg. 26)</vt:lpstr>
      <vt:lpstr>PowerPoint Presentation</vt:lpstr>
      <vt:lpstr>POST IT SLAM </vt:lpstr>
      <vt:lpstr>GLOSSARY:       (Pg. 5)</vt:lpstr>
      <vt:lpstr>PowerPoint Presentation</vt:lpstr>
      <vt:lpstr>What is consent? (Pg. 27)</vt:lpstr>
      <vt:lpstr>Activity 1: WHEN TO ASK FOR CONSENT Brainstorm (Pg. 27)</vt:lpstr>
      <vt:lpstr>PowerPoint Presentation</vt:lpstr>
      <vt:lpstr>Activity 1: WHEN TO ASK FOR CONSENT Brainstorm (Pg. 27)</vt:lpstr>
      <vt:lpstr>PowerPoint Presentation</vt:lpstr>
      <vt:lpstr>Activity 1: WHEN TO ASK FOR CONSENT Brainstorm (Pg. 27)</vt:lpstr>
      <vt:lpstr>PowerPoint Presentation</vt:lpstr>
      <vt:lpstr>Activity 1: WHEN TO ASK FOR CONSENT Brainstorm (Pg. 27)</vt:lpstr>
      <vt:lpstr>PowerPoint Presentation</vt:lpstr>
      <vt:lpstr>PowerPoint Presentation</vt:lpstr>
      <vt:lpstr>Think Pair Share #1… (Pg. 28)</vt:lpstr>
      <vt:lpstr>How to ask for consent (Pg. 28)</vt:lpstr>
      <vt:lpstr>PowerPoint Presentation</vt:lpstr>
      <vt:lpstr>PowerPoint Presentation</vt:lpstr>
      <vt:lpstr>Think Pair Share #2… (Pg. 29)</vt:lpstr>
      <vt:lpstr>Think Pair Share #2… (Pg. 29)</vt:lpstr>
      <vt:lpstr>PowerPoint Presentation</vt:lpstr>
      <vt:lpstr>Do you have consent or not? (Pg. 30)</vt:lpstr>
      <vt:lpstr>Activity 2: SPIT FIRE     </vt:lpstr>
      <vt:lpstr>Consent &amp; DEVICES (Pg. 31)</vt:lpstr>
      <vt:lpstr>PowerPoint Presentation</vt:lpstr>
      <vt:lpstr>PowerPoint Presentation</vt:lpstr>
      <vt:lpstr>Whole class demonstration (Pg. 32)</vt:lpstr>
      <vt:lpstr>Activity 4 – Role play </vt:lpstr>
      <vt:lpstr>What to do if someone crosses your boundary (Pg. 33)</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Consent  Consent is the foundation on which a respectful relationship is built. You can’t have a relationship that is equal, respectful and free without consent at the centre.</dc:title>
  <dc:creator>GORRINGE Mac</dc:creator>
  <cp:lastModifiedBy>HILLMAN Alissa [Willetton Senior High School]</cp:lastModifiedBy>
  <cp:revision>34</cp:revision>
  <dcterms:modified xsi:type="dcterms:W3CDTF">2024-02-13T06:43:59Z</dcterms:modified>
</cp:coreProperties>
</file>