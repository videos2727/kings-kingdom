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33" r:id="rId1"/>
  </p:sldMasterIdLst>
  <p:notesMasterIdLst>
    <p:notesMasterId r:id="rId7"/>
  </p:notesMasterIdLst>
  <p:sldIdLst>
    <p:sldId id="378" r:id="rId2"/>
    <p:sldId id="379" r:id="rId3"/>
    <p:sldId id="407" r:id="rId4"/>
    <p:sldId id="531" r:id="rId5"/>
    <p:sldId id="532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E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345"/>
    <p:restoredTop sz="78120"/>
  </p:normalViewPr>
  <p:slideViewPr>
    <p:cSldViewPr snapToGrid="0">
      <p:cViewPr varScale="1">
        <p:scale>
          <a:sx n="88" d="100"/>
          <a:sy n="88" d="100"/>
        </p:scale>
        <p:origin x="1040" y="184"/>
      </p:cViewPr>
      <p:guideLst/>
    </p:cSldViewPr>
  </p:slideViewPr>
  <p:notesTextViewPr>
    <p:cViewPr>
      <p:scale>
        <a:sx n="95" d="100"/>
        <a:sy n="9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34D34C-5C6A-9C48-84B5-DFD67AD4DB5B}" type="datetimeFigureOut">
              <a:rPr lang="en-US" smtClean="0"/>
              <a:t>2/13/24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92DD31-2467-7440-A20C-1CB67E22C6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9365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OPTIONAL – use this slide as a way of answering your question box questions during lessons. </a:t>
            </a:r>
          </a:p>
          <a:p>
            <a:r>
              <a:rPr lang="en-US" b="1" dirty="0"/>
              <a:t>Write the question, followed by the answer on the slide so students can read and follow along.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47B391-AD80-4F6E-9BF0-18FDDB2634B2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369050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OPTIONAL – use this slide as a way of answering your question box questions during lessons. </a:t>
            </a:r>
          </a:p>
          <a:p>
            <a:r>
              <a:rPr lang="en-US" b="1" dirty="0"/>
              <a:t>Write the question, followed by the answer on the slide so students can read and follow along.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47B391-AD80-4F6E-9BF0-18FDDB2634B2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387179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79C5A860-F335-4252-AA00-24FB67ED2982}" type="datetime1">
              <a:rPr lang="en-US" smtClean="0"/>
              <a:t>2/13/24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28401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BC802-30E3-4658-9CCA-F873646FEC67}" type="datetime1">
              <a:rPr lang="en-US" smtClean="0"/>
              <a:t>2/13/24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986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0AB227A3-19CE-4153-81CE-64EB7AB094B3}" type="datetime1">
              <a:rPr lang="en-US" smtClean="0"/>
              <a:t>2/13/24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2825695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9A100-10F6-477E-8847-29D479EF1C92}" type="datetime1">
              <a:rPr lang="en-US" smtClean="0"/>
              <a:t>2/13/24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01682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128AB-198A-495F-8475-FDB360C9873F}" type="datetime1">
              <a:rPr lang="en-US" smtClean="0"/>
              <a:t>2/13/24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4741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A235E-F8FD-479F-9FC7-18BE84110877}" type="datetime1">
              <a:rPr lang="en-US" smtClean="0"/>
              <a:t>2/13/24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7539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0F09B-68DA-462E-9DB4-4C9ADAB8CBCC}" type="datetime1">
              <a:rPr lang="en-US" smtClean="0"/>
              <a:t>2/13/24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823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17AC4E36-FABE-47EB-AA7F-C19A93824617}" type="datetime1">
              <a:rPr lang="en-US" smtClean="0"/>
              <a:t>2/13/24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7241491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F199CE6B-5DE6-4A2D-B72E-5E8969F9F56F}" type="datetime1">
              <a:rPr lang="en-US" smtClean="0"/>
              <a:t>2/13/24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329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B1048-0047-48CA-88BA-D69B470942CF}" type="datetime1">
              <a:rPr lang="en-US" smtClean="0"/>
              <a:t>2/13/24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813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83879-648C-49A9-81A2-0EF5946532D0}" type="datetime1">
              <a:rPr lang="en-US" smtClean="0"/>
              <a:t>2/13/24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943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F481A142-DA77-4A5F-AD1F-14E6C18F0F5F}" type="datetime1">
              <a:rPr lang="en-US" smtClean="0"/>
              <a:t>2/13/24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1F646F3F-274D-499B-ABBE-824EB4ABDC3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459954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4" r:id="rId1"/>
    <p:sldLayoutId id="2147483835" r:id="rId2"/>
    <p:sldLayoutId id="2147483836" r:id="rId3"/>
    <p:sldLayoutId id="2147483837" r:id="rId4"/>
    <p:sldLayoutId id="2147483838" r:id="rId5"/>
    <p:sldLayoutId id="2147483839" r:id="rId6"/>
    <p:sldLayoutId id="2147483840" r:id="rId7"/>
    <p:sldLayoutId id="2147483841" r:id="rId8"/>
    <p:sldLayoutId id="2147483842" r:id="rId9"/>
    <p:sldLayoutId id="2147483843" r:id="rId10"/>
    <p:sldLayoutId id="2147483844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DA23362-00A2-DAC8-4326-12FB10A9301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917" b="13855"/>
          <a:stretch/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D169C4C-A9AB-073F-E35A-CED795444C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1743" y="1122363"/>
            <a:ext cx="6458556" cy="23876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Puberty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C04BB5-6782-0A44-2A6F-6576FD6B9A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91743" y="3602038"/>
            <a:ext cx="6458556" cy="1655762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Year 7 Health – 2024 </a:t>
            </a:r>
          </a:p>
          <a:p>
            <a:pPr algn="ctr"/>
            <a:r>
              <a:rPr lang="en-US" dirty="0"/>
              <a:t>Lesson 11</a:t>
            </a:r>
          </a:p>
        </p:txBody>
      </p:sp>
    </p:spTree>
    <p:extLst>
      <p:ext uri="{BB962C8B-B14F-4D97-AF65-F5344CB8AC3E}">
        <p14:creationId xmlns:p14="http://schemas.microsoft.com/office/powerpoint/2010/main" val="17990977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D6CE9D5-28BB-4329-B5E2-B06131F27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9F7D40-5D59-4F59-A331-D8F7710AC9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Freeform 11">
            <a:extLst>
              <a:ext uri="{FF2B5EF4-FFF2-40B4-BE49-F238E27FC236}">
                <a16:creationId xmlns:a16="http://schemas.microsoft.com/office/drawing/2014/main" id="{E2B1BC2F-AEBF-4990-A7F9-197AAF28B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7548664" y="0"/>
            <a:ext cx="4643336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15993E-1C20-31F0-05F9-9858E0344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9328" y="0"/>
            <a:ext cx="3719322" cy="1197864"/>
          </a:xfrm>
        </p:spPr>
        <p:txBody>
          <a:bodyPr anchor="b">
            <a:normAutofit/>
          </a:bodyPr>
          <a:lstStyle/>
          <a:p>
            <a:r>
              <a:rPr lang="en-US" sz="3600" dirty="0">
                <a:solidFill>
                  <a:schemeClr val="accent1"/>
                </a:solidFill>
              </a:rPr>
              <a:t>Today’s focus</a:t>
            </a:r>
          </a:p>
        </p:txBody>
      </p:sp>
      <p:pic>
        <p:nvPicPr>
          <p:cNvPr id="5" name="Picture 4" descr="Calendar on table">
            <a:extLst>
              <a:ext uri="{FF2B5EF4-FFF2-40B4-BE49-F238E27FC236}">
                <a16:creationId xmlns:a16="http://schemas.microsoft.com/office/drawing/2014/main" id="{DDC6B58D-BD1D-E68D-A1D8-64061B0F363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3825" b="-1"/>
          <a:stretch/>
        </p:blipFill>
        <p:spPr>
          <a:xfrm>
            <a:off x="1308551" y="643464"/>
            <a:ext cx="5215024" cy="526039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BDB9DB-B874-766C-EC3B-6CFF028BF1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72413" y="1655064"/>
            <a:ext cx="4186235" cy="4745735"/>
          </a:xfrm>
        </p:spPr>
        <p:txBody>
          <a:bodyPr>
            <a:normAutofit/>
          </a:bodyPr>
          <a:lstStyle/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Review KWL from first week of puberty.</a:t>
            </a:r>
          </a:p>
          <a:p>
            <a:pPr marL="0" indent="0">
              <a:buClr>
                <a:schemeClr val="bg1"/>
              </a:buClr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Watch </a:t>
            </a:r>
            <a:r>
              <a:rPr lang="en-US">
                <a:solidFill>
                  <a:schemeClr val="bg1"/>
                </a:solidFill>
              </a:rPr>
              <a:t>’Inside Out’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33074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53B4A-2595-5AFC-AC3A-CBFD59A25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6458" y="552782"/>
            <a:ext cx="5125941" cy="1936746"/>
          </a:xfrm>
        </p:spPr>
        <p:txBody>
          <a:bodyPr>
            <a:normAutofit/>
          </a:bodyPr>
          <a:lstStyle/>
          <a:p>
            <a:r>
              <a:rPr lang="en-US" dirty="0"/>
              <a:t>Puberty KWL REVIEW </a:t>
            </a:r>
            <a:r>
              <a:rPr lang="en-AU" sz="5400" b="1" dirty="0">
                <a:solidFill>
                  <a:schemeClr val="tx1"/>
                </a:solidFill>
              </a:rPr>
              <a:t>(pg.36)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3EC3F40-E2D0-F5D7-633F-1AF894257A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6458" y="2590245"/>
            <a:ext cx="5125941" cy="4115023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Back in week 4, our first lesson on puberty, we completed a KWL</a:t>
            </a:r>
          </a:p>
          <a:p>
            <a:endParaRPr lang="en-US" dirty="0"/>
          </a:p>
          <a:p>
            <a:r>
              <a:rPr lang="en-US" dirty="0"/>
              <a:t>You completed the first two boxes of the KWL:</a:t>
            </a:r>
          </a:p>
          <a:p>
            <a:pPr lvl="1"/>
            <a:r>
              <a:rPr lang="en-US" dirty="0"/>
              <a:t>What do you already </a:t>
            </a:r>
            <a:r>
              <a:rPr lang="en-US" b="1" dirty="0"/>
              <a:t>know</a:t>
            </a:r>
            <a:r>
              <a:rPr lang="en-US" dirty="0"/>
              <a:t> about puberty?</a:t>
            </a:r>
          </a:p>
          <a:p>
            <a:pPr lvl="1"/>
            <a:r>
              <a:rPr lang="en-US" dirty="0"/>
              <a:t>What do you </a:t>
            </a:r>
            <a:r>
              <a:rPr lang="en-US" b="1" dirty="0"/>
              <a:t>want</a:t>
            </a:r>
            <a:r>
              <a:rPr lang="en-US" dirty="0"/>
              <a:t> to know about puberty?</a:t>
            </a:r>
          </a:p>
          <a:p>
            <a:pPr lvl="1"/>
            <a:endParaRPr lang="en-US" dirty="0"/>
          </a:p>
          <a:p>
            <a:r>
              <a:rPr lang="en-US" dirty="0"/>
              <a:t>Revisit your KWL and complete the last box:</a:t>
            </a:r>
          </a:p>
          <a:p>
            <a:pPr lvl="1"/>
            <a:r>
              <a:rPr lang="en-US" dirty="0"/>
              <a:t>What have you </a:t>
            </a:r>
            <a:r>
              <a:rPr lang="en-US" b="1" dirty="0"/>
              <a:t>learned</a:t>
            </a:r>
            <a:r>
              <a:rPr lang="en-US" dirty="0"/>
              <a:t> throughout the puberty unit?</a:t>
            </a:r>
          </a:p>
          <a:p>
            <a:pPr lvl="1"/>
            <a:endParaRPr lang="en-US" dirty="0"/>
          </a:p>
          <a:p>
            <a:r>
              <a:rPr lang="en-US" dirty="0"/>
              <a:t>You have 5 minutes to reflect and write as much as you can in the box. </a:t>
            </a:r>
          </a:p>
          <a:p>
            <a:pPr lvl="1"/>
            <a:endParaRPr lang="en-US" dirty="0"/>
          </a:p>
        </p:txBody>
      </p:sp>
      <p:pic>
        <p:nvPicPr>
          <p:cNvPr id="5" name="Content Placeholder 4" descr="A white rectangular frame with black text&#10;&#10;Description automatically generated">
            <a:extLst>
              <a:ext uri="{FF2B5EF4-FFF2-40B4-BE49-F238E27FC236}">
                <a16:creationId xmlns:a16="http://schemas.microsoft.com/office/drawing/2014/main" id="{DB341486-31B1-63E4-ECE0-08F1661520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775" y="2872989"/>
            <a:ext cx="4925226" cy="3484595"/>
          </a:xfrm>
          <a:prstGeom prst="rect">
            <a:avLst/>
          </a:prstGeom>
        </p:spPr>
      </p:pic>
      <p:pic>
        <p:nvPicPr>
          <p:cNvPr id="6" name="Picture 5" descr="Things About Puberty Every Parent and Child Must Know – A Rustic Mind">
            <a:extLst>
              <a:ext uri="{FF2B5EF4-FFF2-40B4-BE49-F238E27FC236}">
                <a16:creationId xmlns:a16="http://schemas.microsoft.com/office/drawing/2014/main" id="{EBAF43B7-CDE6-A61D-5241-683D39E555B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6698" y="754216"/>
            <a:ext cx="4068845" cy="183602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556120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Wood human figure">
            <a:extLst>
              <a:ext uri="{FF2B5EF4-FFF2-40B4-BE49-F238E27FC236}">
                <a16:creationId xmlns:a16="http://schemas.microsoft.com/office/drawing/2014/main" id="{BD586750-10B9-735F-4089-5059FEF02B2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40000"/>
          </a:blip>
          <a:srcRect b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ED0338E-20A0-9A31-4678-0077AE2BD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3125537"/>
            <a:ext cx="10572000" cy="373245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/>
              <a:t>YOUR Questions Answered</a:t>
            </a:r>
          </a:p>
        </p:txBody>
      </p:sp>
      <p:sp>
        <p:nvSpPr>
          <p:cNvPr id="4" name="Rounded Rectangular Callout 3">
            <a:extLst>
              <a:ext uri="{FF2B5EF4-FFF2-40B4-BE49-F238E27FC236}">
                <a16:creationId xmlns:a16="http://schemas.microsoft.com/office/drawing/2014/main" id="{29CF8A01-EAD7-5CA2-2070-A8F005C2FE35}"/>
              </a:ext>
            </a:extLst>
          </p:cNvPr>
          <p:cNvSpPr/>
          <p:nvPr/>
        </p:nvSpPr>
        <p:spPr>
          <a:xfrm>
            <a:off x="5598696" y="188994"/>
            <a:ext cx="6348482" cy="2936534"/>
          </a:xfrm>
          <a:prstGeom prst="wedgeRoundRect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B28F99-8C82-A34C-3CA2-DBA68B98A1E6}"/>
              </a:ext>
            </a:extLst>
          </p:cNvPr>
          <p:cNvSpPr txBox="1"/>
          <p:nvPr/>
        </p:nvSpPr>
        <p:spPr>
          <a:xfrm>
            <a:off x="5823597" y="364599"/>
            <a:ext cx="608899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A: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Rounded Rectangular Callout 6">
            <a:extLst>
              <a:ext uri="{FF2B5EF4-FFF2-40B4-BE49-F238E27FC236}">
                <a16:creationId xmlns:a16="http://schemas.microsoft.com/office/drawing/2014/main" id="{A43953C7-543E-3F2E-2302-5FABCDED3AFE}"/>
              </a:ext>
            </a:extLst>
          </p:cNvPr>
          <p:cNvSpPr/>
          <p:nvPr/>
        </p:nvSpPr>
        <p:spPr>
          <a:xfrm>
            <a:off x="107265" y="188994"/>
            <a:ext cx="5170588" cy="2589500"/>
          </a:xfrm>
          <a:prstGeom prst="wedgeRoundRect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42AF9E-390F-E020-D254-902EDF7F7FED}"/>
              </a:ext>
            </a:extLst>
          </p:cNvPr>
          <p:cNvSpPr txBox="1"/>
          <p:nvPr/>
        </p:nvSpPr>
        <p:spPr>
          <a:xfrm>
            <a:off x="264257" y="366594"/>
            <a:ext cx="50135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A:</a:t>
            </a:r>
          </a:p>
        </p:txBody>
      </p:sp>
      <p:sp>
        <p:nvSpPr>
          <p:cNvPr id="10" name="Rounded Rectangular Callout 9">
            <a:extLst>
              <a:ext uri="{FF2B5EF4-FFF2-40B4-BE49-F238E27FC236}">
                <a16:creationId xmlns:a16="http://schemas.microsoft.com/office/drawing/2014/main" id="{57233F67-D272-562D-FCB2-97428D4EF553}"/>
              </a:ext>
            </a:extLst>
          </p:cNvPr>
          <p:cNvSpPr/>
          <p:nvPr/>
        </p:nvSpPr>
        <p:spPr>
          <a:xfrm>
            <a:off x="5277853" y="3700776"/>
            <a:ext cx="6723389" cy="1845571"/>
          </a:xfrm>
          <a:prstGeom prst="wedgeRoundRectCallout">
            <a:avLst>
              <a:gd name="adj1" fmla="val -21042"/>
              <a:gd name="adj2" fmla="val 67623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ACA2F3C-9882-8BF6-7751-C27622C0CCB1}"/>
              </a:ext>
            </a:extLst>
          </p:cNvPr>
          <p:cNvSpPr txBox="1"/>
          <p:nvPr/>
        </p:nvSpPr>
        <p:spPr>
          <a:xfrm>
            <a:off x="5365618" y="3742815"/>
            <a:ext cx="672338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A: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3" name="Rounded Rectangular Callout 12">
            <a:extLst>
              <a:ext uri="{FF2B5EF4-FFF2-40B4-BE49-F238E27FC236}">
                <a16:creationId xmlns:a16="http://schemas.microsoft.com/office/drawing/2014/main" id="{56A972AD-43D7-CA90-150A-A43C7677C8BF}"/>
              </a:ext>
            </a:extLst>
          </p:cNvPr>
          <p:cNvSpPr/>
          <p:nvPr/>
        </p:nvSpPr>
        <p:spPr>
          <a:xfrm>
            <a:off x="102426" y="3439692"/>
            <a:ext cx="4806458" cy="2169045"/>
          </a:xfrm>
          <a:prstGeom prst="wedgeRoundRect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C2E540-3AB1-A1AC-91C9-710B87420603}"/>
              </a:ext>
            </a:extLst>
          </p:cNvPr>
          <p:cNvSpPr txBox="1"/>
          <p:nvPr/>
        </p:nvSpPr>
        <p:spPr>
          <a:xfrm>
            <a:off x="264257" y="3523317"/>
            <a:ext cx="464462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A: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240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  <p:bldP spid="7" grpId="0" animBg="1"/>
      <p:bldP spid="8" grpId="0"/>
      <p:bldP spid="10" grpId="0" animBg="1"/>
      <p:bldP spid="12" grpId="0"/>
      <p:bldP spid="13" grpId="0" animBg="1"/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Wood human figure">
            <a:extLst>
              <a:ext uri="{FF2B5EF4-FFF2-40B4-BE49-F238E27FC236}">
                <a16:creationId xmlns:a16="http://schemas.microsoft.com/office/drawing/2014/main" id="{BD586750-10B9-735F-4089-5059FEF02B2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40000"/>
          </a:blip>
          <a:srcRect b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ED0338E-20A0-9A31-4678-0077AE2BD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3125537"/>
            <a:ext cx="10572000" cy="373245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/>
              <a:t>YOUR Questions Answered</a:t>
            </a:r>
          </a:p>
        </p:txBody>
      </p:sp>
      <p:sp>
        <p:nvSpPr>
          <p:cNvPr id="4" name="Rounded Rectangular Callout 3">
            <a:extLst>
              <a:ext uri="{FF2B5EF4-FFF2-40B4-BE49-F238E27FC236}">
                <a16:creationId xmlns:a16="http://schemas.microsoft.com/office/drawing/2014/main" id="{29CF8A01-EAD7-5CA2-2070-A8F005C2FE35}"/>
              </a:ext>
            </a:extLst>
          </p:cNvPr>
          <p:cNvSpPr/>
          <p:nvPr/>
        </p:nvSpPr>
        <p:spPr>
          <a:xfrm>
            <a:off x="5598696" y="188994"/>
            <a:ext cx="6348482" cy="2936534"/>
          </a:xfrm>
          <a:prstGeom prst="wedgeRoundRect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B28F99-8C82-A34C-3CA2-DBA68B98A1E6}"/>
              </a:ext>
            </a:extLst>
          </p:cNvPr>
          <p:cNvSpPr txBox="1"/>
          <p:nvPr/>
        </p:nvSpPr>
        <p:spPr>
          <a:xfrm>
            <a:off x="5823597" y="364599"/>
            <a:ext cx="608899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A: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Rounded Rectangular Callout 6">
            <a:extLst>
              <a:ext uri="{FF2B5EF4-FFF2-40B4-BE49-F238E27FC236}">
                <a16:creationId xmlns:a16="http://schemas.microsoft.com/office/drawing/2014/main" id="{A43953C7-543E-3F2E-2302-5FABCDED3AFE}"/>
              </a:ext>
            </a:extLst>
          </p:cNvPr>
          <p:cNvSpPr/>
          <p:nvPr/>
        </p:nvSpPr>
        <p:spPr>
          <a:xfrm>
            <a:off x="107265" y="188994"/>
            <a:ext cx="5170588" cy="2589500"/>
          </a:xfrm>
          <a:prstGeom prst="wedgeRoundRect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42AF9E-390F-E020-D254-902EDF7F7FED}"/>
              </a:ext>
            </a:extLst>
          </p:cNvPr>
          <p:cNvSpPr txBox="1"/>
          <p:nvPr/>
        </p:nvSpPr>
        <p:spPr>
          <a:xfrm>
            <a:off x="264257" y="366594"/>
            <a:ext cx="50135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A:</a:t>
            </a:r>
          </a:p>
        </p:txBody>
      </p:sp>
      <p:sp>
        <p:nvSpPr>
          <p:cNvPr id="10" name="Rounded Rectangular Callout 9">
            <a:extLst>
              <a:ext uri="{FF2B5EF4-FFF2-40B4-BE49-F238E27FC236}">
                <a16:creationId xmlns:a16="http://schemas.microsoft.com/office/drawing/2014/main" id="{57233F67-D272-562D-FCB2-97428D4EF553}"/>
              </a:ext>
            </a:extLst>
          </p:cNvPr>
          <p:cNvSpPr/>
          <p:nvPr/>
        </p:nvSpPr>
        <p:spPr>
          <a:xfrm>
            <a:off x="5277853" y="3700776"/>
            <a:ext cx="6723389" cy="1845571"/>
          </a:xfrm>
          <a:prstGeom prst="wedgeRoundRectCallout">
            <a:avLst>
              <a:gd name="adj1" fmla="val -21042"/>
              <a:gd name="adj2" fmla="val 67623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ACA2F3C-9882-8BF6-7751-C27622C0CCB1}"/>
              </a:ext>
            </a:extLst>
          </p:cNvPr>
          <p:cNvSpPr txBox="1"/>
          <p:nvPr/>
        </p:nvSpPr>
        <p:spPr>
          <a:xfrm>
            <a:off x="5365618" y="3742815"/>
            <a:ext cx="672338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A: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3" name="Rounded Rectangular Callout 12">
            <a:extLst>
              <a:ext uri="{FF2B5EF4-FFF2-40B4-BE49-F238E27FC236}">
                <a16:creationId xmlns:a16="http://schemas.microsoft.com/office/drawing/2014/main" id="{56A972AD-43D7-CA90-150A-A43C7677C8BF}"/>
              </a:ext>
            </a:extLst>
          </p:cNvPr>
          <p:cNvSpPr/>
          <p:nvPr/>
        </p:nvSpPr>
        <p:spPr>
          <a:xfrm>
            <a:off x="102426" y="3439692"/>
            <a:ext cx="4806458" cy="2169045"/>
          </a:xfrm>
          <a:prstGeom prst="wedgeRoundRect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C2E540-3AB1-A1AC-91C9-710B87420603}"/>
              </a:ext>
            </a:extLst>
          </p:cNvPr>
          <p:cNvSpPr txBox="1"/>
          <p:nvPr/>
        </p:nvSpPr>
        <p:spPr>
          <a:xfrm>
            <a:off x="264257" y="3523317"/>
            <a:ext cx="464462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A: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9018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  <p:bldP spid="7" grpId="0" animBg="1"/>
      <p:bldP spid="8" grpId="0"/>
      <p:bldP spid="10" grpId="0" animBg="1"/>
      <p:bldP spid="12" grpId="0"/>
      <p:bldP spid="13" grpId="0" animBg="1"/>
      <p:bldP spid="14" grpId="0"/>
    </p:bldLst>
  </p:timing>
</p:sld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{DFE112B3-B3AF-6641-A96C-3FBD75E88EF4}tf10001071</Template>
  <TotalTime>7431</TotalTime>
  <Words>220</Words>
  <Application>Microsoft Macintosh PowerPoint</Application>
  <PresentationFormat>Widescreen</PresentationFormat>
  <Paragraphs>58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Gill Sans MT</vt:lpstr>
      <vt:lpstr>Impact</vt:lpstr>
      <vt:lpstr>Badge</vt:lpstr>
      <vt:lpstr>Puberty </vt:lpstr>
      <vt:lpstr>Today’s focus</vt:lpstr>
      <vt:lpstr>Puberty KWL REVIEW (pg.36)</vt:lpstr>
      <vt:lpstr>YOUR Questions Answered</vt:lpstr>
      <vt:lpstr>YOUR Questions Answered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Puberty </dc:title>
  <dc:creator>HILLMAN Alissa [Willetton Senior High School]</dc:creator>
  <cp:lastModifiedBy>HILLMAN Alissa [Willetton Senior High School]</cp:lastModifiedBy>
  <cp:revision>55</cp:revision>
  <dcterms:created xsi:type="dcterms:W3CDTF">2024-01-01T07:33:11Z</dcterms:created>
  <dcterms:modified xsi:type="dcterms:W3CDTF">2024-02-13T07:49:48Z</dcterms:modified>
</cp:coreProperties>
</file>