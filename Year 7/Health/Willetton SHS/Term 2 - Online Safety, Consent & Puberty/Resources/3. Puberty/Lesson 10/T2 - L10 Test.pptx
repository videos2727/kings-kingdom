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notesMasterIdLst>
    <p:notesMasterId r:id="rId4"/>
  </p:notesMasterIdLst>
  <p:sldIdLst>
    <p:sldId id="375" r:id="rId2"/>
    <p:sldId id="595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45"/>
    <p:restoredTop sz="78120"/>
  </p:normalViewPr>
  <p:slideViewPr>
    <p:cSldViewPr snapToGrid="0">
      <p:cViewPr varScale="1">
        <p:scale>
          <a:sx n="88" d="100"/>
          <a:sy n="88" d="100"/>
        </p:scale>
        <p:origin x="1040" y="184"/>
      </p:cViewPr>
      <p:guideLst/>
    </p:cSldViewPr>
  </p:slideViewPr>
  <p:notesTextViewPr>
    <p:cViewPr>
      <p:scale>
        <a:sx n="95" d="100"/>
        <a:sy n="9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4D34C-5C6A-9C48-84B5-DFD67AD4DB5B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2DD31-2467-7440-A20C-1CB67E22C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3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2DD31-2467-7440-A20C-1CB67E22C6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7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finisher activity included in the lesson 10 folder.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8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9C5A860-F335-4252-AA00-24FB67ED2982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401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8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AB227A3-19CE-4153-81CE-64EB7AB094B3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82569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6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2/13/24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74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2/13/24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5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2/13/24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2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7AC4E36-FABE-47EB-AA7F-C19A93824617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414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199CE6B-5DE6-4A2D-B72E-5E8969F9F56F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2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1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4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481A142-DA77-4A5F-AD1F-14E6C18F0F5F}" type="datetime1">
              <a:rPr lang="en-US" smtClean="0"/>
              <a:t>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995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23362-00A2-DAC8-4326-12FB10A930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17" b="13855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69C4C-A9AB-073F-E35A-CED795444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1743" y="1122363"/>
            <a:ext cx="6458556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Puberty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04BB5-6782-0A44-2A6F-6576FD6B9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1743" y="3602038"/>
            <a:ext cx="6458556" cy="16557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Year 7 Health – 2024 </a:t>
            </a:r>
          </a:p>
          <a:p>
            <a:pPr algn="ctr"/>
            <a:r>
              <a:rPr lang="en-US" dirty="0"/>
              <a:t>Lesson 10</a:t>
            </a:r>
          </a:p>
        </p:txBody>
      </p:sp>
    </p:spTree>
    <p:extLst>
      <p:ext uri="{BB962C8B-B14F-4D97-AF65-F5344CB8AC3E}">
        <p14:creationId xmlns:p14="http://schemas.microsoft.com/office/powerpoint/2010/main" val="365582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37C8-4809-6F69-ABC9-644C86F1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 kern="1200">
                <a:latin typeface="+mj-lt"/>
                <a:ea typeface="+mj-ea"/>
                <a:cs typeface="+mj-cs"/>
              </a:rPr>
              <a:t>TOPIC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E2739-EAE9-892F-A5A5-60DD2E332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828801"/>
            <a:ext cx="4844322" cy="3926894"/>
          </a:xfrm>
        </p:spPr>
        <p:txBody>
          <a:bodyPr>
            <a:normAutofit/>
          </a:bodyPr>
          <a:lstStyle/>
          <a:p>
            <a:pPr lvl="0"/>
            <a:r>
              <a:rPr lang="en-AU" dirty="0"/>
              <a:t>Separate all desks. </a:t>
            </a:r>
          </a:p>
          <a:p>
            <a:pPr lvl="0"/>
            <a:endParaRPr lang="en-US" dirty="0"/>
          </a:p>
          <a:p>
            <a:pPr lvl="0"/>
            <a:r>
              <a:rPr lang="en-AU" dirty="0"/>
              <a:t>You need a pen.</a:t>
            </a:r>
          </a:p>
          <a:p>
            <a:pPr lvl="0"/>
            <a:endParaRPr lang="en-US" dirty="0"/>
          </a:p>
          <a:p>
            <a:pPr lvl="0"/>
            <a:r>
              <a:rPr lang="en-AU" dirty="0"/>
              <a:t>No talking or cheating. </a:t>
            </a:r>
            <a:endParaRPr lang="en-US" dirty="0"/>
          </a:p>
          <a:p>
            <a:pPr lvl="1"/>
            <a:r>
              <a:rPr lang="en-AU" dirty="0"/>
              <a:t>May result in a loss of marks/score of 0</a:t>
            </a:r>
          </a:p>
          <a:p>
            <a:pPr lvl="1"/>
            <a:endParaRPr lang="en-AU" dirty="0"/>
          </a:p>
          <a:p>
            <a:r>
              <a:rPr lang="en-AU" dirty="0"/>
              <a:t>If you finish early, raise your hand and your teacher will collect your test paper. </a:t>
            </a:r>
            <a:endParaRPr lang="en-GB" dirty="0"/>
          </a:p>
          <a:p>
            <a:endParaRPr lang="en-US" dirty="0"/>
          </a:p>
        </p:txBody>
      </p:sp>
      <p:pic>
        <p:nvPicPr>
          <p:cNvPr id="5" name="Picture 4" descr="Bubble sheet test paper and pencil">
            <a:extLst>
              <a:ext uri="{FF2B5EF4-FFF2-40B4-BE49-F238E27FC236}">
                <a16:creationId xmlns:a16="http://schemas.microsoft.com/office/drawing/2014/main" id="{E8B5B8A4-AEDE-65F9-FCF1-1E4FD5EF8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61" r="17461"/>
          <a:stretch/>
        </p:blipFill>
        <p:spPr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34162282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{DFE112B3-B3AF-6641-A96C-3FBD75E88EF4}tf10001071</Template>
  <TotalTime>7431</TotalTime>
  <Words>65</Words>
  <Application>Microsoft Macintosh PowerPoint</Application>
  <PresentationFormat>Widescreen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Gill Sans MT</vt:lpstr>
      <vt:lpstr>Impact</vt:lpstr>
      <vt:lpstr>Badge</vt:lpstr>
      <vt:lpstr>Puberty </vt:lpstr>
      <vt:lpstr>TOPIC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Puberty </dc:title>
  <dc:creator>HILLMAN Alissa [Willetton Senior High School]</dc:creator>
  <cp:lastModifiedBy>HILLMAN Alissa [Willetton Senior High School]</cp:lastModifiedBy>
  <cp:revision>54</cp:revision>
  <dcterms:created xsi:type="dcterms:W3CDTF">2024-01-01T07:33:11Z</dcterms:created>
  <dcterms:modified xsi:type="dcterms:W3CDTF">2024-02-13T07:49:24Z</dcterms:modified>
</cp:coreProperties>
</file>