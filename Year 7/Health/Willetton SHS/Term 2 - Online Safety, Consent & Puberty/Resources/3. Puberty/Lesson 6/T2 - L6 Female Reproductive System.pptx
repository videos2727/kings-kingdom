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3" r:id="rId1"/>
  </p:sldMasterIdLst>
  <p:notesMasterIdLst>
    <p:notesMasterId r:id="rId18"/>
  </p:notesMasterIdLst>
  <p:sldIdLst>
    <p:sldId id="363" r:id="rId2"/>
    <p:sldId id="364" r:id="rId3"/>
    <p:sldId id="365" r:id="rId4"/>
    <p:sldId id="399" r:id="rId5"/>
    <p:sldId id="599" r:id="rId6"/>
    <p:sldId id="601" r:id="rId7"/>
    <p:sldId id="603" r:id="rId8"/>
    <p:sldId id="604" r:id="rId9"/>
    <p:sldId id="605" r:id="rId10"/>
    <p:sldId id="606" r:id="rId11"/>
    <p:sldId id="607" r:id="rId12"/>
    <p:sldId id="608" r:id="rId13"/>
    <p:sldId id="610" r:id="rId14"/>
    <p:sldId id="611" r:id="rId15"/>
    <p:sldId id="609" r:id="rId16"/>
    <p:sldId id="55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E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59"/>
    <p:restoredTop sz="78120"/>
  </p:normalViewPr>
  <p:slideViewPr>
    <p:cSldViewPr snapToGrid="0">
      <p:cViewPr varScale="1">
        <p:scale>
          <a:sx n="86" d="100"/>
          <a:sy n="86" d="100"/>
        </p:scale>
        <p:origin x="768" y="192"/>
      </p:cViewPr>
      <p:guideLst/>
    </p:cSldViewPr>
  </p:slideViewPr>
  <p:notesTextViewPr>
    <p:cViewPr>
      <p:scale>
        <a:sx n="95" d="100"/>
        <a:sy n="9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34D34C-5C6A-9C48-84B5-DFD67AD4DB5B}" type="datetimeFigureOut">
              <a:rPr lang="en-US" smtClean="0"/>
              <a:t>2/13/24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92DD31-2467-7440-A20C-1CB67E22C6F6}" type="slidenum">
              <a:rPr lang="en-US" smtClean="0"/>
              <a:t>‹#›</a:t>
            </a:fld>
            <a:endParaRPr lang="en-US"/>
          </a:p>
        </p:txBody>
      </p:sp>
    </p:spTree>
    <p:extLst>
      <p:ext uri="{BB962C8B-B14F-4D97-AF65-F5344CB8AC3E}">
        <p14:creationId xmlns:p14="http://schemas.microsoft.com/office/powerpoint/2010/main" val="1210936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ordwall.net/resource/27628547"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2C573D7-E80C-4709-9B31-9CF3A42190EB}" type="slidenum">
              <a:rPr lang="en-AU" smtClean="0"/>
              <a:t>3</a:t>
            </a:fld>
            <a:endParaRPr lang="en-AU"/>
          </a:p>
        </p:txBody>
      </p:sp>
    </p:spTree>
    <p:extLst>
      <p:ext uri="{BB962C8B-B14F-4D97-AF65-F5344CB8AC3E}">
        <p14:creationId xmlns:p14="http://schemas.microsoft.com/office/powerpoint/2010/main" val="654388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OPTIONAL HOOK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pPr lvl="0"/>
            <a:endParaRPr lang="en-US" b="1" dirty="0"/>
          </a:p>
          <a:p>
            <a:pPr lvl="0"/>
            <a:r>
              <a:rPr lang="en-US" dirty="0"/>
              <a:t>ANSWERS:</a:t>
            </a:r>
          </a:p>
          <a:p>
            <a:pPr lvl="0"/>
            <a:endParaRPr lang="en-US" dirty="0"/>
          </a:p>
          <a:p>
            <a:pPr lvl="0"/>
            <a:r>
              <a:rPr lang="en-US" dirty="0"/>
              <a:t>What is the primary MALE sex hormone?</a:t>
            </a:r>
          </a:p>
          <a:p>
            <a:pPr marL="171450" lvl="0" indent="-171450">
              <a:buFont typeface="Arial" panose="020B0604020202020204" pitchFamily="34" charset="0"/>
              <a:buChar char="•"/>
            </a:pPr>
            <a:r>
              <a:rPr lang="en-US" dirty="0"/>
              <a:t>Testosterone</a:t>
            </a:r>
          </a:p>
          <a:p>
            <a:pPr lvl="0"/>
            <a:r>
              <a:rPr lang="en-US" dirty="0"/>
              <a:t>What is the primary FEMALE sex hormone?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Oestrogen</a:t>
            </a:r>
          </a:p>
          <a:p>
            <a:pPr lvl="0"/>
            <a:r>
              <a:rPr lang="en-US" dirty="0"/>
              <a:t>List 2 parts of the MALE reproductive system</a:t>
            </a:r>
          </a:p>
          <a:p>
            <a:pPr marL="171450" lvl="0" indent="-171450">
              <a:buFont typeface="Arial" panose="020B0604020202020204" pitchFamily="34" charset="0"/>
              <a:buChar char="•"/>
            </a:pPr>
            <a:r>
              <a:rPr lang="en-US" dirty="0"/>
              <a:t>Testes, penis, prostate gland, seminal vesicle, epididymis, vas deferens</a:t>
            </a:r>
          </a:p>
          <a:p>
            <a:pPr lvl="0"/>
            <a:r>
              <a:rPr lang="en-US" dirty="0"/>
              <a:t>List 2 parts of the FEMALE reproductive system</a:t>
            </a:r>
          </a:p>
          <a:p>
            <a:pPr marL="171450" lvl="0" indent="-171450">
              <a:buFont typeface="Arial" panose="020B0604020202020204" pitchFamily="34" charset="0"/>
              <a:buChar char="•"/>
            </a:pPr>
            <a:r>
              <a:rPr lang="en-US" dirty="0"/>
              <a:t>Ovaries, vagina, fallopian tubes, uterus</a:t>
            </a:r>
          </a:p>
          <a:p>
            <a:pPr lvl="0"/>
            <a:r>
              <a:rPr lang="en-US" dirty="0"/>
              <a:t>What is 1 emotional change that occurs during puberty?</a:t>
            </a:r>
          </a:p>
          <a:p>
            <a:pPr marL="171450" lvl="0" indent="-171450">
              <a:buFont typeface="Arial" panose="020B0604020202020204" pitchFamily="34" charset="0"/>
              <a:buChar char="•"/>
            </a:pPr>
            <a:r>
              <a:rPr lang="en-US" dirty="0"/>
              <a:t>Romantic feelings towards others, changes in self-confidence and self-esteem, may feel self-conscious about our body and appearance, want to challenge authority/rebel, want to have new experiences etc. </a:t>
            </a:r>
          </a:p>
          <a:p>
            <a:pPr lvl="0"/>
            <a:r>
              <a:rPr lang="en-US" dirty="0"/>
              <a:t>What is the purpose of puberty?</a:t>
            </a:r>
          </a:p>
          <a:p>
            <a:pPr marL="171450" lvl="0" indent="-171450">
              <a:buFont typeface="Arial" panose="020B0604020202020204" pitchFamily="34" charset="0"/>
              <a:buChar char="•"/>
            </a:pPr>
            <a:r>
              <a:rPr lang="en-US" dirty="0"/>
              <a:t>To become capable of reproduction</a:t>
            </a:r>
          </a:p>
          <a:p>
            <a:pPr lvl="0"/>
            <a:r>
              <a:rPr lang="en-US" dirty="0"/>
              <a:t>What are hormones?</a:t>
            </a:r>
          </a:p>
          <a:p>
            <a:pPr marL="171450" lvl="0" indent="-171450">
              <a:buFont typeface="Arial" panose="020B0604020202020204" pitchFamily="34" charset="0"/>
              <a:buChar char="•"/>
            </a:pPr>
            <a:r>
              <a:rPr lang="en-US" dirty="0"/>
              <a:t>Chemical messengers that tell our body what to do</a:t>
            </a:r>
          </a:p>
          <a:p>
            <a:endParaRPr lang="en-US" dirty="0"/>
          </a:p>
        </p:txBody>
      </p:sp>
      <p:sp>
        <p:nvSpPr>
          <p:cNvPr id="4" name="Slide Number Placeholder 3"/>
          <p:cNvSpPr>
            <a:spLocks noGrp="1"/>
          </p:cNvSpPr>
          <p:nvPr>
            <p:ph type="sldNum" sz="quarter" idx="5"/>
          </p:nvPr>
        </p:nvSpPr>
        <p:spPr/>
        <p:txBody>
          <a:bodyPr/>
          <a:lstStyle/>
          <a:p>
            <a:fld id="{7792DD31-2467-7440-A20C-1CB67E22C6F6}" type="slidenum">
              <a:rPr lang="en-US" smtClean="0"/>
              <a:t>4</a:t>
            </a:fld>
            <a:endParaRPr lang="en-US"/>
          </a:p>
        </p:txBody>
      </p:sp>
    </p:spTree>
    <p:extLst>
      <p:ext uri="{BB962C8B-B14F-4D97-AF65-F5344CB8AC3E}">
        <p14:creationId xmlns:p14="http://schemas.microsoft.com/office/powerpoint/2010/main" val="2539159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OPTIONAL HOOK #2 / CHANGES ARE RELEVANT TO TEST</a:t>
            </a:r>
          </a:p>
          <a:p>
            <a:r>
              <a:rPr lang="en-US" dirty="0"/>
              <a:t>This activity is purely a recap. 5 minutes only. </a:t>
            </a:r>
          </a:p>
          <a:p>
            <a:endParaRPr lang="en-US" dirty="0"/>
          </a:p>
          <a:p>
            <a:r>
              <a:rPr lang="en-US" dirty="0"/>
              <a:t>Can award a prize for the student(s) who have the most answers written down. </a:t>
            </a:r>
          </a:p>
          <a:p>
            <a:endParaRPr lang="en-US" dirty="0"/>
          </a:p>
          <a:p>
            <a:r>
              <a:rPr lang="en-US" dirty="0"/>
              <a:t>Up to the teacher if you would like students to complete activity individually or in pairs/groups. </a:t>
            </a:r>
          </a:p>
        </p:txBody>
      </p:sp>
      <p:sp>
        <p:nvSpPr>
          <p:cNvPr id="4" name="Slide Number Placeholder 3"/>
          <p:cNvSpPr>
            <a:spLocks noGrp="1"/>
          </p:cNvSpPr>
          <p:nvPr>
            <p:ph type="sldNum" sz="quarter" idx="5"/>
          </p:nvPr>
        </p:nvSpPr>
        <p:spPr/>
        <p:txBody>
          <a:bodyPr/>
          <a:lstStyle/>
          <a:p>
            <a:fld id="{7792DD31-2467-7440-A20C-1CB67E22C6F6}" type="slidenum">
              <a:rPr lang="en-US" smtClean="0"/>
              <a:t>5</a:t>
            </a:fld>
            <a:endParaRPr lang="en-US"/>
          </a:p>
        </p:txBody>
      </p:sp>
    </p:spTree>
    <p:extLst>
      <p:ext uri="{BB962C8B-B14F-4D97-AF65-F5344CB8AC3E}">
        <p14:creationId xmlns:p14="http://schemas.microsoft.com/office/powerpoint/2010/main" val="4140791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0</a:t>
            </a:r>
            <a:r>
              <a:rPr lang="en-US" dirty="0">
                <a:sym typeface="Wingdings" pitchFamily="2" charset="2"/>
              </a:rPr>
              <a:t>:28sec </a:t>
            </a:r>
          </a:p>
          <a:p>
            <a:r>
              <a:rPr lang="en-US" dirty="0">
                <a:sym typeface="Wingdings" pitchFamily="2" charset="2"/>
              </a:rPr>
              <a:t>4:45mins</a:t>
            </a:r>
          </a:p>
          <a:p>
            <a:r>
              <a:rPr lang="en-US" dirty="0"/>
              <a:t>https://</a:t>
            </a:r>
            <a:r>
              <a:rPr lang="en-US" dirty="0" err="1"/>
              <a:t>www.youtube.com</a:t>
            </a:r>
            <a:r>
              <a:rPr lang="en-US" dirty="0"/>
              <a:t>/</a:t>
            </a:r>
            <a:r>
              <a:rPr lang="en-US" dirty="0" err="1"/>
              <a:t>watch?v</a:t>
            </a:r>
            <a:r>
              <a:rPr lang="en-US" dirty="0"/>
              <a:t>=toKp0SGyv5w</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792DD31-2467-7440-A20C-1CB67E22C6F6}" type="slidenum">
              <a:rPr lang="en-US" smtClean="0"/>
              <a:t>6</a:t>
            </a:fld>
            <a:endParaRPr lang="en-US"/>
          </a:p>
        </p:txBody>
      </p:sp>
    </p:spTree>
    <p:extLst>
      <p:ext uri="{BB962C8B-B14F-4D97-AF65-F5344CB8AC3E}">
        <p14:creationId xmlns:p14="http://schemas.microsoft.com/office/powerpoint/2010/main" val="2801175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TO TEST</a:t>
            </a:r>
          </a:p>
          <a:p>
            <a:r>
              <a:rPr lang="en-US" b="1" dirty="0"/>
              <a:t>ALTERNATIVE:</a:t>
            </a:r>
          </a:p>
          <a:p>
            <a:r>
              <a:rPr lang="en-US" b="0" dirty="0"/>
              <a:t>- read </a:t>
            </a:r>
            <a:r>
              <a:rPr lang="en-US" b="0" dirty="0" err="1"/>
              <a:t>pg</a:t>
            </a:r>
            <a:r>
              <a:rPr lang="en-US" b="0" dirty="0"/>
              <a:t>___ as a class and fill in the gaps together. </a:t>
            </a:r>
          </a:p>
          <a:p>
            <a:endParaRPr lang="en-US" b="0" dirty="0"/>
          </a:p>
          <a:p>
            <a:r>
              <a:rPr lang="en-US" b="0" dirty="0"/>
              <a:t>Go over answers as a class. </a:t>
            </a:r>
          </a:p>
        </p:txBody>
      </p:sp>
      <p:sp>
        <p:nvSpPr>
          <p:cNvPr id="4" name="Slide Number Placeholder 3"/>
          <p:cNvSpPr>
            <a:spLocks noGrp="1"/>
          </p:cNvSpPr>
          <p:nvPr>
            <p:ph type="sldNum" sz="quarter" idx="5"/>
          </p:nvPr>
        </p:nvSpPr>
        <p:spPr/>
        <p:txBody>
          <a:bodyPr/>
          <a:lstStyle/>
          <a:p>
            <a:fld id="{7792DD31-2467-7440-A20C-1CB67E22C6F6}" type="slidenum">
              <a:rPr lang="en-US" smtClean="0"/>
              <a:t>7</a:t>
            </a:fld>
            <a:endParaRPr lang="en-US"/>
          </a:p>
        </p:txBody>
      </p:sp>
    </p:spTree>
    <p:extLst>
      <p:ext uri="{BB962C8B-B14F-4D97-AF65-F5344CB8AC3E}">
        <p14:creationId xmlns:p14="http://schemas.microsoft.com/office/powerpoint/2010/main" val="4132947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2:05min</a:t>
            </a:r>
          </a:p>
          <a:p>
            <a:r>
              <a:rPr lang="en-US" dirty="0"/>
              <a:t>https://</a:t>
            </a:r>
            <a:r>
              <a:rPr lang="en-US" dirty="0" err="1"/>
              <a:t>www.youtube.com</a:t>
            </a:r>
            <a:r>
              <a:rPr lang="en-US" dirty="0"/>
              <a:t>/</a:t>
            </a:r>
            <a:r>
              <a:rPr lang="en-US" dirty="0" err="1"/>
              <a:t>watch?v</a:t>
            </a:r>
            <a:r>
              <a:rPr lang="en-US" dirty="0"/>
              <a:t>=</a:t>
            </a:r>
            <a:r>
              <a:rPr lang="en-US" dirty="0" err="1"/>
              <a:t>vXrQ_FhZmos&amp;t</a:t>
            </a:r>
            <a:r>
              <a:rPr lang="en-US" dirty="0"/>
              <a:t>=5s</a:t>
            </a:r>
          </a:p>
          <a:p>
            <a:endParaRPr lang="en-US" dirty="0"/>
          </a:p>
          <a:p>
            <a:endParaRPr lang="en-US" dirty="0"/>
          </a:p>
        </p:txBody>
      </p:sp>
      <p:sp>
        <p:nvSpPr>
          <p:cNvPr id="4" name="Slide Number Placeholder 3"/>
          <p:cNvSpPr>
            <a:spLocks noGrp="1"/>
          </p:cNvSpPr>
          <p:nvPr>
            <p:ph type="sldNum" sz="quarter" idx="5"/>
          </p:nvPr>
        </p:nvSpPr>
        <p:spPr/>
        <p:txBody>
          <a:bodyPr/>
          <a:lstStyle/>
          <a:p>
            <a:fld id="{7792DD31-2467-7440-A20C-1CB67E22C6F6}" type="slidenum">
              <a:rPr lang="en-US" smtClean="0"/>
              <a:t>8</a:t>
            </a:fld>
            <a:endParaRPr lang="en-US"/>
          </a:p>
        </p:txBody>
      </p:sp>
    </p:spTree>
    <p:extLst>
      <p:ext uri="{BB962C8B-B14F-4D97-AF65-F5344CB8AC3E}">
        <p14:creationId xmlns:p14="http://schemas.microsoft.com/office/powerpoint/2010/main" val="2716050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endParaRPr lang="en-US" dirty="0"/>
          </a:p>
          <a:p>
            <a:r>
              <a:rPr lang="en-US" dirty="0"/>
              <a:t>Fill in the blanks. </a:t>
            </a:r>
          </a:p>
        </p:txBody>
      </p:sp>
      <p:sp>
        <p:nvSpPr>
          <p:cNvPr id="4" name="Slide Number Placeholder 3"/>
          <p:cNvSpPr>
            <a:spLocks noGrp="1"/>
          </p:cNvSpPr>
          <p:nvPr>
            <p:ph type="sldNum" sz="quarter" idx="5"/>
          </p:nvPr>
        </p:nvSpPr>
        <p:spPr/>
        <p:txBody>
          <a:bodyPr/>
          <a:lstStyle/>
          <a:p>
            <a:fld id="{7792DD31-2467-7440-A20C-1CB67E22C6F6}" type="slidenum">
              <a:rPr lang="en-US" smtClean="0"/>
              <a:t>9</a:t>
            </a:fld>
            <a:endParaRPr lang="en-US"/>
          </a:p>
        </p:txBody>
      </p:sp>
    </p:spTree>
    <p:extLst>
      <p:ext uri="{BB962C8B-B14F-4D97-AF65-F5344CB8AC3E}">
        <p14:creationId xmlns:p14="http://schemas.microsoft.com/office/powerpoint/2010/main" val="2761652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endParaRPr lang="en-US" dirty="0"/>
          </a:p>
          <a:p>
            <a:r>
              <a:rPr lang="en-US" dirty="0"/>
              <a:t>Fill in the blanks.</a:t>
            </a:r>
          </a:p>
        </p:txBody>
      </p:sp>
      <p:sp>
        <p:nvSpPr>
          <p:cNvPr id="4" name="Slide Number Placeholder 3"/>
          <p:cNvSpPr>
            <a:spLocks noGrp="1"/>
          </p:cNvSpPr>
          <p:nvPr>
            <p:ph type="sldNum" sz="quarter" idx="5"/>
          </p:nvPr>
        </p:nvSpPr>
        <p:spPr/>
        <p:txBody>
          <a:bodyPr/>
          <a:lstStyle/>
          <a:p>
            <a:fld id="{7792DD31-2467-7440-A20C-1CB67E22C6F6}" type="slidenum">
              <a:rPr lang="en-US" smtClean="0"/>
              <a:t>10</a:t>
            </a:fld>
            <a:endParaRPr lang="en-US"/>
          </a:p>
        </p:txBody>
      </p:sp>
    </p:spTree>
    <p:extLst>
      <p:ext uri="{BB962C8B-B14F-4D97-AF65-F5344CB8AC3E}">
        <p14:creationId xmlns:p14="http://schemas.microsoft.com/office/powerpoint/2010/main" val="2753316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endParaRPr lang="en-US" dirty="0"/>
          </a:p>
          <a:p>
            <a:r>
              <a:rPr lang="en-US" dirty="0"/>
              <a:t>Fill in the blanks.</a:t>
            </a:r>
          </a:p>
        </p:txBody>
      </p:sp>
      <p:sp>
        <p:nvSpPr>
          <p:cNvPr id="4" name="Slide Number Placeholder 3"/>
          <p:cNvSpPr>
            <a:spLocks noGrp="1"/>
          </p:cNvSpPr>
          <p:nvPr>
            <p:ph type="sldNum" sz="quarter" idx="5"/>
          </p:nvPr>
        </p:nvSpPr>
        <p:spPr/>
        <p:txBody>
          <a:bodyPr/>
          <a:lstStyle/>
          <a:p>
            <a:fld id="{7792DD31-2467-7440-A20C-1CB67E22C6F6}" type="slidenum">
              <a:rPr lang="en-US" smtClean="0"/>
              <a:t>11</a:t>
            </a:fld>
            <a:endParaRPr lang="en-US"/>
          </a:p>
        </p:txBody>
      </p:sp>
    </p:spTree>
    <p:extLst>
      <p:ext uri="{BB962C8B-B14F-4D97-AF65-F5344CB8AC3E}">
        <p14:creationId xmlns:p14="http://schemas.microsoft.com/office/powerpoint/2010/main" val="857446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endParaRPr lang="en-US" dirty="0"/>
          </a:p>
          <a:p>
            <a:r>
              <a:rPr lang="en-US" dirty="0"/>
              <a:t>Fill in the blanks.</a:t>
            </a:r>
          </a:p>
        </p:txBody>
      </p:sp>
      <p:sp>
        <p:nvSpPr>
          <p:cNvPr id="4" name="Slide Number Placeholder 3"/>
          <p:cNvSpPr>
            <a:spLocks noGrp="1"/>
          </p:cNvSpPr>
          <p:nvPr>
            <p:ph type="sldNum" sz="quarter" idx="5"/>
          </p:nvPr>
        </p:nvSpPr>
        <p:spPr/>
        <p:txBody>
          <a:bodyPr/>
          <a:lstStyle/>
          <a:p>
            <a:fld id="{7792DD31-2467-7440-A20C-1CB67E22C6F6}" type="slidenum">
              <a:rPr lang="en-US" smtClean="0"/>
              <a:t>12</a:t>
            </a:fld>
            <a:endParaRPr lang="en-US"/>
          </a:p>
        </p:txBody>
      </p:sp>
    </p:spTree>
    <p:extLst>
      <p:ext uri="{BB962C8B-B14F-4D97-AF65-F5344CB8AC3E}">
        <p14:creationId xmlns:p14="http://schemas.microsoft.com/office/powerpoint/2010/main" val="14371989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endParaRPr lang="en-US" dirty="0"/>
          </a:p>
          <a:p>
            <a:r>
              <a:rPr lang="en-US" dirty="0"/>
              <a:t>Discuss – Information is not in their books. They could add it to the ‘additional notes’ section on the bottom of page 56.</a:t>
            </a:r>
          </a:p>
        </p:txBody>
      </p:sp>
      <p:sp>
        <p:nvSpPr>
          <p:cNvPr id="4" name="Slide Number Placeholder 3"/>
          <p:cNvSpPr>
            <a:spLocks noGrp="1"/>
          </p:cNvSpPr>
          <p:nvPr>
            <p:ph type="sldNum" sz="quarter" idx="5"/>
          </p:nvPr>
        </p:nvSpPr>
        <p:spPr/>
        <p:txBody>
          <a:bodyPr/>
          <a:lstStyle/>
          <a:p>
            <a:fld id="{7792DD31-2467-7440-A20C-1CB67E22C6F6}" type="slidenum">
              <a:rPr lang="en-US" smtClean="0"/>
              <a:t>13</a:t>
            </a:fld>
            <a:endParaRPr lang="en-US"/>
          </a:p>
        </p:txBody>
      </p:sp>
    </p:spTree>
    <p:extLst>
      <p:ext uri="{BB962C8B-B14F-4D97-AF65-F5344CB8AC3E}">
        <p14:creationId xmlns:p14="http://schemas.microsoft.com/office/powerpoint/2010/main" val="2071905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phases and what occurs during each phase. </a:t>
            </a:r>
          </a:p>
          <a:p>
            <a:endParaRPr lang="en-US" dirty="0"/>
          </a:p>
          <a:p>
            <a:r>
              <a:rPr lang="en-US" dirty="0"/>
              <a:t>Diagram is also in their books. </a:t>
            </a:r>
          </a:p>
        </p:txBody>
      </p:sp>
      <p:sp>
        <p:nvSpPr>
          <p:cNvPr id="4" name="Slide Number Placeholder 3"/>
          <p:cNvSpPr>
            <a:spLocks noGrp="1"/>
          </p:cNvSpPr>
          <p:nvPr>
            <p:ph type="sldNum" sz="quarter" idx="5"/>
          </p:nvPr>
        </p:nvSpPr>
        <p:spPr/>
        <p:txBody>
          <a:bodyPr/>
          <a:lstStyle/>
          <a:p>
            <a:fld id="{7792DD31-2467-7440-A20C-1CB67E22C6F6}" type="slidenum">
              <a:rPr lang="en-US" smtClean="0"/>
              <a:t>14</a:t>
            </a:fld>
            <a:endParaRPr lang="en-US"/>
          </a:p>
        </p:txBody>
      </p:sp>
    </p:spTree>
    <p:extLst>
      <p:ext uri="{BB962C8B-B14F-4D97-AF65-F5344CB8AC3E}">
        <p14:creationId xmlns:p14="http://schemas.microsoft.com/office/powerpoint/2010/main" val="3640082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C846B-597C-9640-18A5-50A73E4A9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D5559C-16D8-47AD-32AC-8D09975726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1131B-30B4-A869-BE84-2ACE0D874C76}"/>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D3929E8B-3D8A-CFB0-ABEC-4FE61E7CBA7C}"/>
              </a:ext>
            </a:extLst>
          </p:cNvPr>
          <p:cNvSpPr>
            <a:spLocks noGrp="1"/>
          </p:cNvSpPr>
          <p:nvPr>
            <p:ph type="sldNum" sz="quarter" idx="5"/>
          </p:nvPr>
        </p:nvSpPr>
        <p:spPr/>
        <p:txBody>
          <a:bodyPr/>
          <a:lstStyle/>
          <a:p>
            <a:fld id="{32C573D7-E80C-4709-9B31-9CF3A42190EB}" type="slidenum">
              <a:rPr lang="en-AU" smtClean="0"/>
              <a:t>15</a:t>
            </a:fld>
            <a:endParaRPr lang="en-AU"/>
          </a:p>
        </p:txBody>
      </p:sp>
    </p:spTree>
    <p:extLst>
      <p:ext uri="{BB962C8B-B14F-4D97-AF65-F5344CB8AC3E}">
        <p14:creationId xmlns:p14="http://schemas.microsoft.com/office/powerpoint/2010/main" val="2764569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t>OPTIONAL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dirty="0"/>
              <a:t>Link is also in their books to click on. </a:t>
            </a:r>
            <a:endParaRPr lang="en-US" b="0" dirty="0"/>
          </a:p>
          <a:p>
            <a:endParaRPr lang="en-AU" sz="1200" dirty="0">
              <a:hlinkClick r:id="rId3"/>
            </a:endParaRPr>
          </a:p>
          <a:p>
            <a:r>
              <a:rPr lang="en-AU" sz="1200" dirty="0">
                <a:hlinkClick r:id="rId3"/>
              </a:rPr>
              <a:t>https://wordwall.net/resource/27628547</a:t>
            </a:r>
            <a:endParaRPr lang="en-AU" sz="1200" dirty="0"/>
          </a:p>
          <a:p>
            <a:endParaRPr lang="en-AU" sz="1200" b="1" dirty="0"/>
          </a:p>
          <a:p>
            <a:endParaRPr lang="en-AU" sz="1200" b="1" dirty="0"/>
          </a:p>
        </p:txBody>
      </p:sp>
      <p:sp>
        <p:nvSpPr>
          <p:cNvPr id="4" name="Slide Number Placeholder 3"/>
          <p:cNvSpPr>
            <a:spLocks noGrp="1"/>
          </p:cNvSpPr>
          <p:nvPr>
            <p:ph type="sldNum" sz="quarter" idx="5"/>
          </p:nvPr>
        </p:nvSpPr>
        <p:spPr/>
        <p:txBody>
          <a:bodyPr/>
          <a:lstStyle/>
          <a:p>
            <a:fld id="{13304CE3-6616-42BE-B67A-C2FAEA400FE6}" type="slidenum">
              <a:rPr lang="en-AU" smtClean="0"/>
              <a:t>16</a:t>
            </a:fld>
            <a:endParaRPr lang="en-AU"/>
          </a:p>
        </p:txBody>
      </p:sp>
    </p:spTree>
    <p:extLst>
      <p:ext uri="{BB962C8B-B14F-4D97-AF65-F5344CB8AC3E}">
        <p14:creationId xmlns:p14="http://schemas.microsoft.com/office/powerpoint/2010/main" val="1460784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79C5A860-F335-4252-AA00-24FB67ED2982}" type="datetime1">
              <a:rPr lang="en-US" smtClean="0"/>
              <a:t>2/13/24</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1F646F3F-274D-499B-ABBE-824EB4ABDC3D}"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8401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4BC802-30E3-4658-9CCA-F873646FEC67}" type="datetime1">
              <a:rPr lang="en-US" smtClean="0"/>
              <a:t>2/13/24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682986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0AB227A3-19CE-4153-81CE-64EB7AB094B3}" type="datetime1">
              <a:rPr lang="en-US" smtClean="0"/>
              <a:t>2/13/24</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1F646F3F-274D-499B-ABBE-824EB4ABDC3D}"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825695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819A100-10F6-477E-8847-29D479EF1C92}" type="datetime1">
              <a:rPr lang="en-US" smtClean="0"/>
              <a:t>2/13/24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92301682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DF128AB-198A-495F-8475-FDB360C9873F}" type="datetime1">
              <a:rPr lang="en-US" smtClean="0"/>
              <a:t>2/13/24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7747411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21A235E-F8FD-479F-9FC7-18BE84110877}" type="datetime1">
              <a:rPr lang="en-US" smtClean="0"/>
              <a:t>2/13/24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385753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90F09B-68DA-462E-9DB4-4C9ADAB8CBCC}" type="datetime1">
              <a:rPr lang="en-US" smtClean="0"/>
              <a:t>2/13/24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194823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17AC4E36-FABE-47EB-AA7F-C19A93824617}" type="datetime1">
              <a:rPr lang="en-US" smtClean="0"/>
              <a:t>2/13/24</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1F646F3F-274D-499B-ABBE-824EB4ABDC3D}"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24149148"/>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F199CE6B-5DE6-4A2D-B72E-5E8969F9F56F}" type="datetime1">
              <a:rPr lang="en-US" smtClean="0"/>
              <a:t>2/13/24</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85329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6AB1048-0047-48CA-88BA-D69B470942CF}" type="datetime1">
              <a:rPr lang="en-US" smtClean="0"/>
              <a:t>2/13/24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769813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D83879-648C-49A9-81A2-0EF5946532D0}" type="datetime1">
              <a:rPr lang="en-US" smtClean="0"/>
              <a:t>2/13/24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978943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F481A142-DA77-4A5F-AD1F-14E6C18F0F5F}" type="datetime1">
              <a:rPr lang="en-US" smtClean="0"/>
              <a:t>2/13/24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1F646F3F-274D-499B-ABBE-824EB4ABDC3D}" type="slidenum">
              <a:rPr lang="en-US" smtClean="0"/>
              <a:pPr/>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59954501"/>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Lst>
  <p:hf sldNum="0" hdr="0" ftr="0" dt="0"/>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ideo" Target="https://www.youtube.com/embed/toKp0SGyv5w?feature=oembed" TargetMode="Externa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vXrQ_FhZmos?start=5&amp;feature=oembed" TargetMode="Externa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ordwall.net/resource/27628547"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A23362-00A2-DAC8-4326-12FB10A9301E}"/>
              </a:ext>
            </a:extLst>
          </p:cNvPr>
          <p:cNvPicPr>
            <a:picLocks noChangeAspect="1"/>
          </p:cNvPicPr>
          <p:nvPr/>
        </p:nvPicPr>
        <p:blipFill rotWithShape="1">
          <a:blip r:embed="rId2"/>
          <a:srcRect t="4917" b="13855"/>
          <a:stretch/>
        </p:blipFill>
        <p:spPr>
          <a:xfrm>
            <a:off x="-1" y="10"/>
            <a:ext cx="12192001" cy="6857990"/>
          </a:xfrm>
          <a:prstGeom prst="rect">
            <a:avLst/>
          </a:prstGeom>
        </p:spPr>
      </p:pic>
      <p:sp>
        <p:nvSpPr>
          <p:cNvPr id="2" name="Title 1">
            <a:extLst>
              <a:ext uri="{FF2B5EF4-FFF2-40B4-BE49-F238E27FC236}">
                <a16:creationId xmlns:a16="http://schemas.microsoft.com/office/drawing/2014/main" id="{BD169C4C-A9AB-073F-E35A-CED795444C00}"/>
              </a:ext>
            </a:extLst>
          </p:cNvPr>
          <p:cNvSpPr>
            <a:spLocks noGrp="1"/>
          </p:cNvSpPr>
          <p:nvPr>
            <p:ph type="ctrTitle"/>
          </p:nvPr>
        </p:nvSpPr>
        <p:spPr>
          <a:xfrm>
            <a:off x="2891743" y="1122363"/>
            <a:ext cx="6458556" cy="2387600"/>
          </a:xfrm>
        </p:spPr>
        <p:txBody>
          <a:bodyPr>
            <a:normAutofit fontScale="90000"/>
          </a:bodyPr>
          <a:lstStyle/>
          <a:p>
            <a:pPr algn="ctr"/>
            <a:r>
              <a:rPr lang="en-US" dirty="0"/>
              <a:t>Puberty</a:t>
            </a:r>
            <a:br>
              <a:rPr lang="en-US" dirty="0"/>
            </a:br>
            <a:endParaRPr lang="en-US" dirty="0"/>
          </a:p>
        </p:txBody>
      </p:sp>
      <p:sp>
        <p:nvSpPr>
          <p:cNvPr id="3" name="Subtitle 2">
            <a:extLst>
              <a:ext uri="{FF2B5EF4-FFF2-40B4-BE49-F238E27FC236}">
                <a16:creationId xmlns:a16="http://schemas.microsoft.com/office/drawing/2014/main" id="{E6C04BB5-6782-0A44-2A6F-6576FD6B9A30}"/>
              </a:ext>
            </a:extLst>
          </p:cNvPr>
          <p:cNvSpPr>
            <a:spLocks noGrp="1"/>
          </p:cNvSpPr>
          <p:nvPr>
            <p:ph type="subTitle" idx="1"/>
          </p:nvPr>
        </p:nvSpPr>
        <p:spPr>
          <a:xfrm>
            <a:off x="2891743" y="3602038"/>
            <a:ext cx="6458556" cy="1655762"/>
          </a:xfrm>
        </p:spPr>
        <p:txBody>
          <a:bodyPr>
            <a:normAutofit/>
          </a:bodyPr>
          <a:lstStyle/>
          <a:p>
            <a:pPr algn="ctr"/>
            <a:r>
              <a:rPr lang="en-US" dirty="0"/>
              <a:t>Year 7 Health – 2024 </a:t>
            </a:r>
          </a:p>
          <a:p>
            <a:pPr algn="ctr"/>
            <a:r>
              <a:rPr lang="en-US" dirty="0"/>
              <a:t>Lesson 6</a:t>
            </a:r>
          </a:p>
        </p:txBody>
      </p:sp>
    </p:spTree>
    <p:extLst>
      <p:ext uri="{BB962C8B-B14F-4D97-AF65-F5344CB8AC3E}">
        <p14:creationId xmlns:p14="http://schemas.microsoft.com/office/powerpoint/2010/main" val="131242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D6CE9D5-28BB-4329-B5E2-B06131F27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Rectangle 11">
            <a:extLst>
              <a:ext uri="{FF2B5EF4-FFF2-40B4-BE49-F238E27FC236}">
                <a16:creationId xmlns:a16="http://schemas.microsoft.com/office/drawing/2014/main" id="{8D9F7D40-5D59-4F59-A331-D8F7710AC9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Freeform 11">
            <a:extLst>
              <a:ext uri="{FF2B5EF4-FFF2-40B4-BE49-F238E27FC236}">
                <a16:creationId xmlns:a16="http://schemas.microsoft.com/office/drawing/2014/main" id="{E2B1BC2F-AEBF-4990-A7F9-197AAF28B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548664" y="0"/>
            <a:ext cx="4643336"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2815993E-1C20-31F0-05F9-9858E0344C2D}"/>
              </a:ext>
            </a:extLst>
          </p:cNvPr>
          <p:cNvSpPr>
            <a:spLocks noGrp="1"/>
          </p:cNvSpPr>
          <p:nvPr>
            <p:ph type="title"/>
          </p:nvPr>
        </p:nvSpPr>
        <p:spPr>
          <a:xfrm>
            <a:off x="8339328" y="0"/>
            <a:ext cx="3719322" cy="1197864"/>
          </a:xfrm>
        </p:spPr>
        <p:txBody>
          <a:bodyPr anchor="b">
            <a:normAutofit/>
          </a:bodyPr>
          <a:lstStyle/>
          <a:p>
            <a:r>
              <a:rPr lang="en-US" sz="3600" dirty="0">
                <a:solidFill>
                  <a:schemeClr val="accent1"/>
                </a:solidFill>
              </a:rPr>
              <a:t>Today’s focus</a:t>
            </a:r>
          </a:p>
        </p:txBody>
      </p:sp>
      <p:pic>
        <p:nvPicPr>
          <p:cNvPr id="5" name="Picture 4" descr="Calendar on table">
            <a:extLst>
              <a:ext uri="{FF2B5EF4-FFF2-40B4-BE49-F238E27FC236}">
                <a16:creationId xmlns:a16="http://schemas.microsoft.com/office/drawing/2014/main" id="{DDC6B58D-BD1D-E68D-A1D8-64061B0F3632}"/>
              </a:ext>
            </a:extLst>
          </p:cNvPr>
          <p:cNvPicPr>
            <a:picLocks noChangeAspect="1"/>
          </p:cNvPicPr>
          <p:nvPr/>
        </p:nvPicPr>
        <p:blipFill rotWithShape="1">
          <a:blip r:embed="rId2"/>
          <a:srcRect r="33825" b="-1"/>
          <a:stretch/>
        </p:blipFill>
        <p:spPr>
          <a:xfrm>
            <a:off x="1308551" y="643464"/>
            <a:ext cx="5215024" cy="5260391"/>
          </a:xfrm>
          <a:prstGeom prst="rect">
            <a:avLst/>
          </a:prstGeom>
        </p:spPr>
      </p:pic>
      <p:sp>
        <p:nvSpPr>
          <p:cNvPr id="3" name="Content Placeholder 2">
            <a:extLst>
              <a:ext uri="{FF2B5EF4-FFF2-40B4-BE49-F238E27FC236}">
                <a16:creationId xmlns:a16="http://schemas.microsoft.com/office/drawing/2014/main" id="{C0BDB9DB-B874-766C-EC3B-6CFF028BF1F5}"/>
              </a:ext>
            </a:extLst>
          </p:cNvPr>
          <p:cNvSpPr>
            <a:spLocks noGrp="1"/>
          </p:cNvSpPr>
          <p:nvPr>
            <p:ph idx="1"/>
          </p:nvPr>
        </p:nvSpPr>
        <p:spPr>
          <a:xfrm>
            <a:off x="7872413" y="1655064"/>
            <a:ext cx="4186235" cy="4745735"/>
          </a:xfrm>
        </p:spPr>
        <p:txBody>
          <a:bodyPr>
            <a:normAutofit/>
          </a:bodyPr>
          <a:lstStyle/>
          <a:p>
            <a:pPr marL="342900" indent="-342900">
              <a:buClr>
                <a:schemeClr val="bg1"/>
              </a:buClr>
              <a:buFont typeface="Arial" panose="020B0604020202020204" pitchFamily="34" charset="0"/>
              <a:buChar char="•"/>
            </a:pPr>
            <a:r>
              <a:rPr lang="en-US" dirty="0">
                <a:solidFill>
                  <a:schemeClr val="bg1"/>
                </a:solidFill>
              </a:rPr>
              <a:t>Label the female reproductive system.</a:t>
            </a:r>
          </a:p>
          <a:p>
            <a:pPr marL="342900" indent="-342900">
              <a:buClr>
                <a:schemeClr val="bg1"/>
              </a:buClr>
              <a:buFont typeface="Arial" panose="020B0604020202020204" pitchFamily="34" charset="0"/>
              <a:buChar char="•"/>
            </a:pPr>
            <a:endParaRPr lang="en-US" dirty="0">
              <a:solidFill>
                <a:schemeClr val="bg1"/>
              </a:solidFill>
            </a:endParaRPr>
          </a:p>
          <a:p>
            <a:pPr marL="342900" indent="-342900">
              <a:buClr>
                <a:schemeClr val="bg1"/>
              </a:buClr>
              <a:buFont typeface="Arial" panose="020B0604020202020204" pitchFamily="34" charset="0"/>
              <a:buChar char="•"/>
            </a:pPr>
            <a:r>
              <a:rPr lang="en-US" dirty="0">
                <a:solidFill>
                  <a:schemeClr val="bg1"/>
                </a:solidFill>
              </a:rPr>
              <a:t>Define the different parts of the female reproductive system.</a:t>
            </a:r>
          </a:p>
          <a:p>
            <a:pPr marL="342900" indent="-342900">
              <a:buClr>
                <a:schemeClr val="bg1"/>
              </a:buClr>
              <a:buFont typeface="Arial" panose="020B0604020202020204" pitchFamily="34" charset="0"/>
              <a:buChar char="•"/>
            </a:pPr>
            <a:endParaRPr lang="en-US" dirty="0">
              <a:solidFill>
                <a:schemeClr val="bg1"/>
              </a:solidFill>
            </a:endParaRPr>
          </a:p>
          <a:p>
            <a:pPr marL="342900" indent="-342900">
              <a:buClr>
                <a:schemeClr val="bg1"/>
              </a:buClr>
              <a:buFont typeface="Arial" panose="020B0604020202020204" pitchFamily="34" charset="0"/>
              <a:buChar char="•"/>
            </a:pPr>
            <a:r>
              <a:rPr lang="en-US" dirty="0">
                <a:solidFill>
                  <a:schemeClr val="bg1"/>
                </a:solidFill>
              </a:rPr>
              <a:t>Describe menstruation and ovulation.</a:t>
            </a:r>
          </a:p>
        </p:txBody>
      </p:sp>
    </p:spTree>
    <p:extLst>
      <p:ext uri="{BB962C8B-B14F-4D97-AF65-F5344CB8AC3E}">
        <p14:creationId xmlns:p14="http://schemas.microsoft.com/office/powerpoint/2010/main" val="2042909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DD0AEE21-CF4B-4395-A100-EFB0EB995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a:extLst>
              <a:ext uri="{FF2B5EF4-FFF2-40B4-BE49-F238E27FC236}">
                <a16:creationId xmlns:a16="http://schemas.microsoft.com/office/drawing/2014/main" id="{9F8DBD9A-1B56-4D4B-856B-89CC682C6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2A42EE89-46A6-4616-987D-6468BC7074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45A29992-9794-4D64-AB37-EA803ED6C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653089" y="319086"/>
            <a:ext cx="885825" cy="12192000"/>
          </a:xfrm>
          <a:custGeom>
            <a:avLst/>
            <a:gdLst>
              <a:gd name="connsiteX0" fmla="*/ 885825 w 885825"/>
              <a:gd name="connsiteY0" fmla="*/ 6098626 h 12192000"/>
              <a:gd name="connsiteX1" fmla="*/ 882650 w 885825"/>
              <a:gd name="connsiteY1" fmla="*/ 6166889 h 12192000"/>
              <a:gd name="connsiteX2" fmla="*/ 876300 w 885825"/>
              <a:gd name="connsiteY2" fmla="*/ 6227214 h 12192000"/>
              <a:gd name="connsiteX3" fmla="*/ 865188 w 885825"/>
              <a:gd name="connsiteY3" fmla="*/ 6279601 h 12192000"/>
              <a:gd name="connsiteX4" fmla="*/ 849313 w 885825"/>
              <a:gd name="connsiteY4" fmla="*/ 6325639 h 12192000"/>
              <a:gd name="connsiteX5" fmla="*/ 833438 w 885825"/>
              <a:gd name="connsiteY5" fmla="*/ 6366914 h 12192000"/>
              <a:gd name="connsiteX6" fmla="*/ 817563 w 885825"/>
              <a:gd name="connsiteY6" fmla="*/ 6403426 h 12192000"/>
              <a:gd name="connsiteX7" fmla="*/ 798513 w 885825"/>
              <a:gd name="connsiteY7" fmla="*/ 6441526 h 12192000"/>
              <a:gd name="connsiteX8" fmla="*/ 779463 w 885825"/>
              <a:gd name="connsiteY8" fmla="*/ 6479626 h 12192000"/>
              <a:gd name="connsiteX9" fmla="*/ 760413 w 885825"/>
              <a:gd name="connsiteY9" fmla="*/ 6516139 h 12192000"/>
              <a:gd name="connsiteX10" fmla="*/ 744538 w 885825"/>
              <a:gd name="connsiteY10" fmla="*/ 6557414 h 12192000"/>
              <a:gd name="connsiteX11" fmla="*/ 730250 w 885825"/>
              <a:gd name="connsiteY11" fmla="*/ 6603451 h 12192000"/>
              <a:gd name="connsiteX12" fmla="*/ 719138 w 885825"/>
              <a:gd name="connsiteY12" fmla="*/ 6655839 h 12192000"/>
              <a:gd name="connsiteX13" fmla="*/ 711200 w 885825"/>
              <a:gd name="connsiteY13" fmla="*/ 6716164 h 12192000"/>
              <a:gd name="connsiteX14" fmla="*/ 709613 w 885825"/>
              <a:gd name="connsiteY14" fmla="*/ 6784426 h 12192000"/>
              <a:gd name="connsiteX15" fmla="*/ 711200 w 885825"/>
              <a:gd name="connsiteY15" fmla="*/ 6852689 h 12192000"/>
              <a:gd name="connsiteX16" fmla="*/ 719138 w 885825"/>
              <a:gd name="connsiteY16" fmla="*/ 6913014 h 12192000"/>
              <a:gd name="connsiteX17" fmla="*/ 730250 w 885825"/>
              <a:gd name="connsiteY17" fmla="*/ 6965401 h 12192000"/>
              <a:gd name="connsiteX18" fmla="*/ 744538 w 885825"/>
              <a:gd name="connsiteY18" fmla="*/ 7011439 h 12192000"/>
              <a:gd name="connsiteX19" fmla="*/ 760413 w 885825"/>
              <a:gd name="connsiteY19" fmla="*/ 7052714 h 12192000"/>
              <a:gd name="connsiteX20" fmla="*/ 779463 w 885825"/>
              <a:gd name="connsiteY20" fmla="*/ 7089226 h 12192000"/>
              <a:gd name="connsiteX21" fmla="*/ 798513 w 885825"/>
              <a:gd name="connsiteY21" fmla="*/ 7127326 h 12192000"/>
              <a:gd name="connsiteX22" fmla="*/ 817563 w 885825"/>
              <a:gd name="connsiteY22" fmla="*/ 7165426 h 12192000"/>
              <a:gd name="connsiteX23" fmla="*/ 833438 w 885825"/>
              <a:gd name="connsiteY23" fmla="*/ 7201939 h 12192000"/>
              <a:gd name="connsiteX24" fmla="*/ 849313 w 885825"/>
              <a:gd name="connsiteY24" fmla="*/ 7243214 h 12192000"/>
              <a:gd name="connsiteX25" fmla="*/ 865188 w 885825"/>
              <a:gd name="connsiteY25" fmla="*/ 7289251 h 12192000"/>
              <a:gd name="connsiteX26" fmla="*/ 876300 w 885825"/>
              <a:gd name="connsiteY26" fmla="*/ 7341639 h 12192000"/>
              <a:gd name="connsiteX27" fmla="*/ 882650 w 885825"/>
              <a:gd name="connsiteY27" fmla="*/ 7401964 h 12192000"/>
              <a:gd name="connsiteX28" fmla="*/ 885825 w 885825"/>
              <a:gd name="connsiteY28" fmla="*/ 7470226 h 12192000"/>
              <a:gd name="connsiteX29" fmla="*/ 882650 w 885825"/>
              <a:gd name="connsiteY29" fmla="*/ 7538489 h 12192000"/>
              <a:gd name="connsiteX30" fmla="*/ 876300 w 885825"/>
              <a:gd name="connsiteY30" fmla="*/ 7598814 h 12192000"/>
              <a:gd name="connsiteX31" fmla="*/ 865188 w 885825"/>
              <a:gd name="connsiteY31" fmla="*/ 7651201 h 12192000"/>
              <a:gd name="connsiteX32" fmla="*/ 849313 w 885825"/>
              <a:gd name="connsiteY32" fmla="*/ 7697239 h 12192000"/>
              <a:gd name="connsiteX33" fmla="*/ 833438 w 885825"/>
              <a:gd name="connsiteY33" fmla="*/ 7738514 h 12192000"/>
              <a:gd name="connsiteX34" fmla="*/ 817563 w 885825"/>
              <a:gd name="connsiteY34" fmla="*/ 7775026 h 12192000"/>
              <a:gd name="connsiteX35" fmla="*/ 798513 w 885825"/>
              <a:gd name="connsiteY35" fmla="*/ 7813126 h 12192000"/>
              <a:gd name="connsiteX36" fmla="*/ 779463 w 885825"/>
              <a:gd name="connsiteY36" fmla="*/ 7851226 h 12192000"/>
              <a:gd name="connsiteX37" fmla="*/ 760413 w 885825"/>
              <a:gd name="connsiteY37" fmla="*/ 7887739 h 12192000"/>
              <a:gd name="connsiteX38" fmla="*/ 744538 w 885825"/>
              <a:gd name="connsiteY38" fmla="*/ 7929014 h 12192000"/>
              <a:gd name="connsiteX39" fmla="*/ 730250 w 885825"/>
              <a:gd name="connsiteY39" fmla="*/ 7975051 h 12192000"/>
              <a:gd name="connsiteX40" fmla="*/ 719138 w 885825"/>
              <a:gd name="connsiteY40" fmla="*/ 8027439 h 12192000"/>
              <a:gd name="connsiteX41" fmla="*/ 711200 w 885825"/>
              <a:gd name="connsiteY41" fmla="*/ 8087764 h 12192000"/>
              <a:gd name="connsiteX42" fmla="*/ 709613 w 885825"/>
              <a:gd name="connsiteY42" fmla="*/ 8156026 h 12192000"/>
              <a:gd name="connsiteX43" fmla="*/ 711200 w 885825"/>
              <a:gd name="connsiteY43" fmla="*/ 8224289 h 12192000"/>
              <a:gd name="connsiteX44" fmla="*/ 719138 w 885825"/>
              <a:gd name="connsiteY44" fmla="*/ 8284614 h 12192000"/>
              <a:gd name="connsiteX45" fmla="*/ 730250 w 885825"/>
              <a:gd name="connsiteY45" fmla="*/ 8337001 h 12192000"/>
              <a:gd name="connsiteX46" fmla="*/ 744538 w 885825"/>
              <a:gd name="connsiteY46" fmla="*/ 8383039 h 12192000"/>
              <a:gd name="connsiteX47" fmla="*/ 760413 w 885825"/>
              <a:gd name="connsiteY47" fmla="*/ 8424314 h 12192000"/>
              <a:gd name="connsiteX48" fmla="*/ 779463 w 885825"/>
              <a:gd name="connsiteY48" fmla="*/ 8460826 h 12192000"/>
              <a:gd name="connsiteX49" fmla="*/ 798513 w 885825"/>
              <a:gd name="connsiteY49" fmla="*/ 8498926 h 12192000"/>
              <a:gd name="connsiteX50" fmla="*/ 817563 w 885825"/>
              <a:gd name="connsiteY50" fmla="*/ 8537026 h 12192000"/>
              <a:gd name="connsiteX51" fmla="*/ 833438 w 885825"/>
              <a:gd name="connsiteY51" fmla="*/ 8573540 h 12192000"/>
              <a:gd name="connsiteX52" fmla="*/ 849313 w 885825"/>
              <a:gd name="connsiteY52" fmla="*/ 8614814 h 12192000"/>
              <a:gd name="connsiteX53" fmla="*/ 865188 w 885825"/>
              <a:gd name="connsiteY53" fmla="*/ 8660852 h 12192000"/>
              <a:gd name="connsiteX54" fmla="*/ 876300 w 885825"/>
              <a:gd name="connsiteY54" fmla="*/ 8713240 h 12192000"/>
              <a:gd name="connsiteX55" fmla="*/ 882650 w 885825"/>
              <a:gd name="connsiteY55" fmla="*/ 8773564 h 12192000"/>
              <a:gd name="connsiteX56" fmla="*/ 885825 w 885825"/>
              <a:gd name="connsiteY56" fmla="*/ 8840240 h 12192000"/>
              <a:gd name="connsiteX57" fmla="*/ 882650 w 885825"/>
              <a:gd name="connsiteY57" fmla="*/ 8910090 h 12192000"/>
              <a:gd name="connsiteX58" fmla="*/ 876300 w 885825"/>
              <a:gd name="connsiteY58" fmla="*/ 8970414 h 12192000"/>
              <a:gd name="connsiteX59" fmla="*/ 865188 w 885825"/>
              <a:gd name="connsiteY59" fmla="*/ 9022802 h 12192000"/>
              <a:gd name="connsiteX60" fmla="*/ 849313 w 885825"/>
              <a:gd name="connsiteY60" fmla="*/ 9068840 h 12192000"/>
              <a:gd name="connsiteX61" fmla="*/ 833438 w 885825"/>
              <a:gd name="connsiteY61" fmla="*/ 9110114 h 12192000"/>
              <a:gd name="connsiteX62" fmla="*/ 817563 w 885825"/>
              <a:gd name="connsiteY62" fmla="*/ 9146628 h 12192000"/>
              <a:gd name="connsiteX63" fmla="*/ 798513 w 885825"/>
              <a:gd name="connsiteY63" fmla="*/ 9184728 h 12192000"/>
              <a:gd name="connsiteX64" fmla="*/ 779463 w 885825"/>
              <a:gd name="connsiteY64" fmla="*/ 9222828 h 12192000"/>
              <a:gd name="connsiteX65" fmla="*/ 760413 w 885825"/>
              <a:gd name="connsiteY65" fmla="*/ 9259340 h 12192000"/>
              <a:gd name="connsiteX66" fmla="*/ 744538 w 885825"/>
              <a:gd name="connsiteY66" fmla="*/ 9300614 h 12192000"/>
              <a:gd name="connsiteX67" fmla="*/ 730250 w 885825"/>
              <a:gd name="connsiteY67" fmla="*/ 9346652 h 12192000"/>
              <a:gd name="connsiteX68" fmla="*/ 719138 w 885825"/>
              <a:gd name="connsiteY68" fmla="*/ 9399040 h 12192000"/>
              <a:gd name="connsiteX69" fmla="*/ 711200 w 885825"/>
              <a:gd name="connsiteY69" fmla="*/ 9459364 h 12192000"/>
              <a:gd name="connsiteX70" fmla="*/ 709613 w 885825"/>
              <a:gd name="connsiteY70" fmla="*/ 9527628 h 12192000"/>
              <a:gd name="connsiteX71" fmla="*/ 711200 w 885825"/>
              <a:gd name="connsiteY71" fmla="*/ 9595890 h 12192000"/>
              <a:gd name="connsiteX72" fmla="*/ 719138 w 885825"/>
              <a:gd name="connsiteY72" fmla="*/ 9656214 h 12192000"/>
              <a:gd name="connsiteX73" fmla="*/ 730250 w 885825"/>
              <a:gd name="connsiteY73" fmla="*/ 9708602 h 12192000"/>
              <a:gd name="connsiteX74" fmla="*/ 744538 w 885825"/>
              <a:gd name="connsiteY74" fmla="*/ 9754640 h 12192000"/>
              <a:gd name="connsiteX75" fmla="*/ 760413 w 885825"/>
              <a:gd name="connsiteY75" fmla="*/ 9795914 h 12192000"/>
              <a:gd name="connsiteX76" fmla="*/ 779463 w 885825"/>
              <a:gd name="connsiteY76" fmla="*/ 9832428 h 12192000"/>
              <a:gd name="connsiteX77" fmla="*/ 817563 w 885825"/>
              <a:gd name="connsiteY77" fmla="*/ 9908628 h 12192000"/>
              <a:gd name="connsiteX78" fmla="*/ 833438 w 885825"/>
              <a:gd name="connsiteY78" fmla="*/ 9945140 h 12192000"/>
              <a:gd name="connsiteX79" fmla="*/ 849313 w 885825"/>
              <a:gd name="connsiteY79" fmla="*/ 9986414 h 12192000"/>
              <a:gd name="connsiteX80" fmla="*/ 865188 w 885825"/>
              <a:gd name="connsiteY80" fmla="*/ 10032452 h 12192000"/>
              <a:gd name="connsiteX81" fmla="*/ 876300 w 885825"/>
              <a:gd name="connsiteY81" fmla="*/ 10084840 h 12192000"/>
              <a:gd name="connsiteX82" fmla="*/ 882650 w 885825"/>
              <a:gd name="connsiteY82" fmla="*/ 10145164 h 12192000"/>
              <a:gd name="connsiteX83" fmla="*/ 885825 w 885825"/>
              <a:gd name="connsiteY83" fmla="*/ 10213428 h 12192000"/>
              <a:gd name="connsiteX84" fmla="*/ 882650 w 885825"/>
              <a:gd name="connsiteY84" fmla="*/ 10281690 h 12192000"/>
              <a:gd name="connsiteX85" fmla="*/ 876300 w 885825"/>
              <a:gd name="connsiteY85" fmla="*/ 10342014 h 12192000"/>
              <a:gd name="connsiteX86" fmla="*/ 865188 w 885825"/>
              <a:gd name="connsiteY86" fmla="*/ 10394402 h 12192000"/>
              <a:gd name="connsiteX87" fmla="*/ 849313 w 885825"/>
              <a:gd name="connsiteY87" fmla="*/ 10440440 h 12192000"/>
              <a:gd name="connsiteX88" fmla="*/ 833438 w 885825"/>
              <a:gd name="connsiteY88" fmla="*/ 10481714 h 12192000"/>
              <a:gd name="connsiteX89" fmla="*/ 817563 w 885825"/>
              <a:gd name="connsiteY89" fmla="*/ 10518228 h 12192000"/>
              <a:gd name="connsiteX90" fmla="*/ 798513 w 885825"/>
              <a:gd name="connsiteY90" fmla="*/ 10556328 h 12192000"/>
              <a:gd name="connsiteX91" fmla="*/ 779463 w 885825"/>
              <a:gd name="connsiteY91" fmla="*/ 10594428 h 12192000"/>
              <a:gd name="connsiteX92" fmla="*/ 760413 w 885825"/>
              <a:gd name="connsiteY92" fmla="*/ 10630940 h 12192000"/>
              <a:gd name="connsiteX93" fmla="*/ 744538 w 885825"/>
              <a:gd name="connsiteY93" fmla="*/ 10672214 h 12192000"/>
              <a:gd name="connsiteX94" fmla="*/ 730250 w 885825"/>
              <a:gd name="connsiteY94" fmla="*/ 10718252 h 12192000"/>
              <a:gd name="connsiteX95" fmla="*/ 719138 w 885825"/>
              <a:gd name="connsiteY95" fmla="*/ 10770640 h 12192000"/>
              <a:gd name="connsiteX96" fmla="*/ 711200 w 885825"/>
              <a:gd name="connsiteY96" fmla="*/ 10830964 h 12192000"/>
              <a:gd name="connsiteX97" fmla="*/ 709613 w 885825"/>
              <a:gd name="connsiteY97" fmla="*/ 10899228 h 12192000"/>
              <a:gd name="connsiteX98" fmla="*/ 711200 w 885825"/>
              <a:gd name="connsiteY98" fmla="*/ 10967490 h 12192000"/>
              <a:gd name="connsiteX99" fmla="*/ 719138 w 885825"/>
              <a:gd name="connsiteY99" fmla="*/ 11027814 h 12192000"/>
              <a:gd name="connsiteX100" fmla="*/ 730250 w 885825"/>
              <a:gd name="connsiteY100" fmla="*/ 11080202 h 12192000"/>
              <a:gd name="connsiteX101" fmla="*/ 744538 w 885825"/>
              <a:gd name="connsiteY101" fmla="*/ 11126240 h 12192000"/>
              <a:gd name="connsiteX102" fmla="*/ 760413 w 885825"/>
              <a:gd name="connsiteY102" fmla="*/ 11167514 h 12192000"/>
              <a:gd name="connsiteX103" fmla="*/ 779463 w 885825"/>
              <a:gd name="connsiteY103" fmla="*/ 11204028 h 12192000"/>
              <a:gd name="connsiteX104" fmla="*/ 798513 w 885825"/>
              <a:gd name="connsiteY104" fmla="*/ 11242128 h 12192000"/>
              <a:gd name="connsiteX105" fmla="*/ 817563 w 885825"/>
              <a:gd name="connsiteY105" fmla="*/ 11280228 h 12192000"/>
              <a:gd name="connsiteX106" fmla="*/ 833438 w 885825"/>
              <a:gd name="connsiteY106" fmla="*/ 11316740 h 12192000"/>
              <a:gd name="connsiteX107" fmla="*/ 849313 w 885825"/>
              <a:gd name="connsiteY107" fmla="*/ 11358014 h 12192000"/>
              <a:gd name="connsiteX108" fmla="*/ 865188 w 885825"/>
              <a:gd name="connsiteY108" fmla="*/ 11404052 h 12192000"/>
              <a:gd name="connsiteX109" fmla="*/ 876300 w 885825"/>
              <a:gd name="connsiteY109" fmla="*/ 11456440 h 12192000"/>
              <a:gd name="connsiteX110" fmla="*/ 882650 w 885825"/>
              <a:gd name="connsiteY110" fmla="*/ 11516764 h 12192000"/>
              <a:gd name="connsiteX111" fmla="*/ 885825 w 885825"/>
              <a:gd name="connsiteY111" fmla="*/ 11585028 h 12192000"/>
              <a:gd name="connsiteX112" fmla="*/ 882650 w 885825"/>
              <a:gd name="connsiteY112" fmla="*/ 11653290 h 12192000"/>
              <a:gd name="connsiteX113" fmla="*/ 876300 w 885825"/>
              <a:gd name="connsiteY113" fmla="*/ 11713614 h 12192000"/>
              <a:gd name="connsiteX114" fmla="*/ 865188 w 885825"/>
              <a:gd name="connsiteY114" fmla="*/ 11766002 h 12192000"/>
              <a:gd name="connsiteX115" fmla="*/ 849313 w 885825"/>
              <a:gd name="connsiteY115" fmla="*/ 11812040 h 12192000"/>
              <a:gd name="connsiteX116" fmla="*/ 833438 w 885825"/>
              <a:gd name="connsiteY116" fmla="*/ 11853314 h 12192000"/>
              <a:gd name="connsiteX117" fmla="*/ 817563 w 885825"/>
              <a:gd name="connsiteY117" fmla="*/ 11889828 h 12192000"/>
              <a:gd name="connsiteX118" fmla="*/ 798513 w 885825"/>
              <a:gd name="connsiteY118" fmla="*/ 11927928 h 12192000"/>
              <a:gd name="connsiteX119" fmla="*/ 779463 w 885825"/>
              <a:gd name="connsiteY119" fmla="*/ 11966028 h 12192000"/>
              <a:gd name="connsiteX120" fmla="*/ 760413 w 885825"/>
              <a:gd name="connsiteY120" fmla="*/ 12002540 h 12192000"/>
              <a:gd name="connsiteX121" fmla="*/ 744538 w 885825"/>
              <a:gd name="connsiteY121" fmla="*/ 12043814 h 12192000"/>
              <a:gd name="connsiteX122" fmla="*/ 730250 w 885825"/>
              <a:gd name="connsiteY122" fmla="*/ 12089852 h 12192000"/>
              <a:gd name="connsiteX123" fmla="*/ 719138 w 885825"/>
              <a:gd name="connsiteY123" fmla="*/ 12142240 h 12192000"/>
              <a:gd name="connsiteX124" fmla="*/ 712590 w 885825"/>
              <a:gd name="connsiteY124" fmla="*/ 12192000 h 12192000"/>
              <a:gd name="connsiteX125" fmla="*/ 0 w 885825"/>
              <a:gd name="connsiteY125" fmla="*/ 12192000 h 12192000"/>
              <a:gd name="connsiteX126" fmla="*/ 0 w 885825"/>
              <a:gd name="connsiteY126" fmla="*/ 6779170 h 12192000"/>
              <a:gd name="connsiteX127" fmla="*/ 0 w 885825"/>
              <a:gd name="connsiteY127" fmla="*/ 6779170 h 12192000"/>
              <a:gd name="connsiteX128" fmla="*/ 0 w 885825"/>
              <a:gd name="connsiteY128" fmla="*/ 0 h 12192000"/>
              <a:gd name="connsiteX129" fmla="*/ 712590 w 885825"/>
              <a:gd name="connsiteY129" fmla="*/ 0 h 12192000"/>
              <a:gd name="connsiteX130" fmla="*/ 719137 w 885825"/>
              <a:gd name="connsiteY130" fmla="*/ 49758 h 12192000"/>
              <a:gd name="connsiteX131" fmla="*/ 730249 w 885825"/>
              <a:gd name="connsiteY131" fmla="*/ 102145 h 12192000"/>
              <a:gd name="connsiteX132" fmla="*/ 744537 w 885825"/>
              <a:gd name="connsiteY132" fmla="*/ 148183 h 12192000"/>
              <a:gd name="connsiteX133" fmla="*/ 760412 w 885825"/>
              <a:gd name="connsiteY133" fmla="*/ 189458 h 12192000"/>
              <a:gd name="connsiteX134" fmla="*/ 779462 w 885825"/>
              <a:gd name="connsiteY134" fmla="*/ 225970 h 12192000"/>
              <a:gd name="connsiteX135" fmla="*/ 798512 w 885825"/>
              <a:gd name="connsiteY135" fmla="*/ 264070 h 12192000"/>
              <a:gd name="connsiteX136" fmla="*/ 817562 w 885825"/>
              <a:gd name="connsiteY136" fmla="*/ 302170 h 12192000"/>
              <a:gd name="connsiteX137" fmla="*/ 833437 w 885825"/>
              <a:gd name="connsiteY137" fmla="*/ 338683 h 12192000"/>
              <a:gd name="connsiteX138" fmla="*/ 849312 w 885825"/>
              <a:gd name="connsiteY138" fmla="*/ 379958 h 12192000"/>
              <a:gd name="connsiteX139" fmla="*/ 865187 w 885825"/>
              <a:gd name="connsiteY139" fmla="*/ 425995 h 12192000"/>
              <a:gd name="connsiteX140" fmla="*/ 876299 w 885825"/>
              <a:gd name="connsiteY140" fmla="*/ 478383 h 12192000"/>
              <a:gd name="connsiteX141" fmla="*/ 882649 w 885825"/>
              <a:gd name="connsiteY141" fmla="*/ 538708 h 12192000"/>
              <a:gd name="connsiteX142" fmla="*/ 885824 w 885825"/>
              <a:gd name="connsiteY142" fmla="*/ 606970 h 12192000"/>
              <a:gd name="connsiteX143" fmla="*/ 882649 w 885825"/>
              <a:gd name="connsiteY143" fmla="*/ 675233 h 12192000"/>
              <a:gd name="connsiteX144" fmla="*/ 876299 w 885825"/>
              <a:gd name="connsiteY144" fmla="*/ 735558 h 12192000"/>
              <a:gd name="connsiteX145" fmla="*/ 865187 w 885825"/>
              <a:gd name="connsiteY145" fmla="*/ 787945 h 12192000"/>
              <a:gd name="connsiteX146" fmla="*/ 849312 w 885825"/>
              <a:gd name="connsiteY146" fmla="*/ 833983 h 12192000"/>
              <a:gd name="connsiteX147" fmla="*/ 833437 w 885825"/>
              <a:gd name="connsiteY147" fmla="*/ 875258 h 12192000"/>
              <a:gd name="connsiteX148" fmla="*/ 817562 w 885825"/>
              <a:gd name="connsiteY148" fmla="*/ 911770 h 12192000"/>
              <a:gd name="connsiteX149" fmla="*/ 798512 w 885825"/>
              <a:gd name="connsiteY149" fmla="*/ 949870 h 12192000"/>
              <a:gd name="connsiteX150" fmla="*/ 779462 w 885825"/>
              <a:gd name="connsiteY150" fmla="*/ 987970 h 12192000"/>
              <a:gd name="connsiteX151" fmla="*/ 760412 w 885825"/>
              <a:gd name="connsiteY151" fmla="*/ 1024483 h 12192000"/>
              <a:gd name="connsiteX152" fmla="*/ 744537 w 885825"/>
              <a:gd name="connsiteY152" fmla="*/ 1065758 h 12192000"/>
              <a:gd name="connsiteX153" fmla="*/ 730249 w 885825"/>
              <a:gd name="connsiteY153" fmla="*/ 1111795 h 12192000"/>
              <a:gd name="connsiteX154" fmla="*/ 719137 w 885825"/>
              <a:gd name="connsiteY154" fmla="*/ 1164183 h 12192000"/>
              <a:gd name="connsiteX155" fmla="*/ 711199 w 885825"/>
              <a:gd name="connsiteY155" fmla="*/ 1224508 h 12192000"/>
              <a:gd name="connsiteX156" fmla="*/ 709612 w 885825"/>
              <a:gd name="connsiteY156" fmla="*/ 1292770 h 12192000"/>
              <a:gd name="connsiteX157" fmla="*/ 711199 w 885825"/>
              <a:gd name="connsiteY157" fmla="*/ 1361033 h 12192000"/>
              <a:gd name="connsiteX158" fmla="*/ 719137 w 885825"/>
              <a:gd name="connsiteY158" fmla="*/ 1421358 h 12192000"/>
              <a:gd name="connsiteX159" fmla="*/ 730249 w 885825"/>
              <a:gd name="connsiteY159" fmla="*/ 1473745 h 12192000"/>
              <a:gd name="connsiteX160" fmla="*/ 744537 w 885825"/>
              <a:gd name="connsiteY160" fmla="*/ 1519783 h 12192000"/>
              <a:gd name="connsiteX161" fmla="*/ 760412 w 885825"/>
              <a:gd name="connsiteY161" fmla="*/ 1561058 h 12192000"/>
              <a:gd name="connsiteX162" fmla="*/ 779462 w 885825"/>
              <a:gd name="connsiteY162" fmla="*/ 1597570 h 12192000"/>
              <a:gd name="connsiteX163" fmla="*/ 798512 w 885825"/>
              <a:gd name="connsiteY163" fmla="*/ 1635670 h 12192000"/>
              <a:gd name="connsiteX164" fmla="*/ 817562 w 885825"/>
              <a:gd name="connsiteY164" fmla="*/ 1673770 h 12192000"/>
              <a:gd name="connsiteX165" fmla="*/ 833437 w 885825"/>
              <a:gd name="connsiteY165" fmla="*/ 1710283 h 12192000"/>
              <a:gd name="connsiteX166" fmla="*/ 849312 w 885825"/>
              <a:gd name="connsiteY166" fmla="*/ 1751558 h 12192000"/>
              <a:gd name="connsiteX167" fmla="*/ 865187 w 885825"/>
              <a:gd name="connsiteY167" fmla="*/ 1797595 h 12192000"/>
              <a:gd name="connsiteX168" fmla="*/ 876299 w 885825"/>
              <a:gd name="connsiteY168" fmla="*/ 1849983 h 12192000"/>
              <a:gd name="connsiteX169" fmla="*/ 882649 w 885825"/>
              <a:gd name="connsiteY169" fmla="*/ 1910308 h 12192000"/>
              <a:gd name="connsiteX170" fmla="*/ 885824 w 885825"/>
              <a:gd name="connsiteY170" fmla="*/ 1978570 h 12192000"/>
              <a:gd name="connsiteX171" fmla="*/ 882649 w 885825"/>
              <a:gd name="connsiteY171" fmla="*/ 2046833 h 12192000"/>
              <a:gd name="connsiteX172" fmla="*/ 876299 w 885825"/>
              <a:gd name="connsiteY172" fmla="*/ 2107158 h 12192000"/>
              <a:gd name="connsiteX173" fmla="*/ 865187 w 885825"/>
              <a:gd name="connsiteY173" fmla="*/ 2159545 h 12192000"/>
              <a:gd name="connsiteX174" fmla="*/ 849312 w 885825"/>
              <a:gd name="connsiteY174" fmla="*/ 2205583 h 12192000"/>
              <a:gd name="connsiteX175" fmla="*/ 833437 w 885825"/>
              <a:gd name="connsiteY175" fmla="*/ 2246858 h 12192000"/>
              <a:gd name="connsiteX176" fmla="*/ 817562 w 885825"/>
              <a:gd name="connsiteY176" fmla="*/ 2283370 h 12192000"/>
              <a:gd name="connsiteX177" fmla="*/ 798512 w 885825"/>
              <a:gd name="connsiteY177" fmla="*/ 2321470 h 12192000"/>
              <a:gd name="connsiteX178" fmla="*/ 779462 w 885825"/>
              <a:gd name="connsiteY178" fmla="*/ 2359570 h 12192000"/>
              <a:gd name="connsiteX179" fmla="*/ 760412 w 885825"/>
              <a:gd name="connsiteY179" fmla="*/ 2396083 h 12192000"/>
              <a:gd name="connsiteX180" fmla="*/ 744537 w 885825"/>
              <a:gd name="connsiteY180" fmla="*/ 2437358 h 12192000"/>
              <a:gd name="connsiteX181" fmla="*/ 730249 w 885825"/>
              <a:gd name="connsiteY181" fmla="*/ 2483395 h 12192000"/>
              <a:gd name="connsiteX182" fmla="*/ 719137 w 885825"/>
              <a:gd name="connsiteY182" fmla="*/ 2535782 h 12192000"/>
              <a:gd name="connsiteX183" fmla="*/ 711199 w 885825"/>
              <a:gd name="connsiteY183" fmla="*/ 2596108 h 12192000"/>
              <a:gd name="connsiteX184" fmla="*/ 709612 w 885825"/>
              <a:gd name="connsiteY184" fmla="*/ 2664370 h 12192000"/>
              <a:gd name="connsiteX185" fmla="*/ 711199 w 885825"/>
              <a:gd name="connsiteY185" fmla="*/ 2732633 h 12192000"/>
              <a:gd name="connsiteX186" fmla="*/ 719137 w 885825"/>
              <a:gd name="connsiteY186" fmla="*/ 2792958 h 12192000"/>
              <a:gd name="connsiteX187" fmla="*/ 730249 w 885825"/>
              <a:gd name="connsiteY187" fmla="*/ 2845345 h 12192000"/>
              <a:gd name="connsiteX188" fmla="*/ 744537 w 885825"/>
              <a:gd name="connsiteY188" fmla="*/ 2891383 h 12192000"/>
              <a:gd name="connsiteX189" fmla="*/ 760412 w 885825"/>
              <a:gd name="connsiteY189" fmla="*/ 2932658 h 12192000"/>
              <a:gd name="connsiteX190" fmla="*/ 779462 w 885825"/>
              <a:gd name="connsiteY190" fmla="*/ 2969170 h 12192000"/>
              <a:gd name="connsiteX191" fmla="*/ 798512 w 885825"/>
              <a:gd name="connsiteY191" fmla="*/ 3007270 h 12192000"/>
              <a:gd name="connsiteX192" fmla="*/ 817562 w 885825"/>
              <a:gd name="connsiteY192" fmla="*/ 3045370 h 12192000"/>
              <a:gd name="connsiteX193" fmla="*/ 833437 w 885825"/>
              <a:gd name="connsiteY193" fmla="*/ 3081883 h 12192000"/>
              <a:gd name="connsiteX194" fmla="*/ 849312 w 885825"/>
              <a:gd name="connsiteY194" fmla="*/ 3123158 h 12192000"/>
              <a:gd name="connsiteX195" fmla="*/ 865187 w 885825"/>
              <a:gd name="connsiteY195" fmla="*/ 3169195 h 12192000"/>
              <a:gd name="connsiteX196" fmla="*/ 876299 w 885825"/>
              <a:gd name="connsiteY196" fmla="*/ 3221583 h 12192000"/>
              <a:gd name="connsiteX197" fmla="*/ 882649 w 885825"/>
              <a:gd name="connsiteY197" fmla="*/ 3281908 h 12192000"/>
              <a:gd name="connsiteX198" fmla="*/ 885824 w 885825"/>
              <a:gd name="connsiteY198" fmla="*/ 3348582 h 12192000"/>
              <a:gd name="connsiteX199" fmla="*/ 882649 w 885825"/>
              <a:gd name="connsiteY199" fmla="*/ 3418433 h 12192000"/>
              <a:gd name="connsiteX200" fmla="*/ 876299 w 885825"/>
              <a:gd name="connsiteY200" fmla="*/ 3478758 h 12192000"/>
              <a:gd name="connsiteX201" fmla="*/ 865187 w 885825"/>
              <a:gd name="connsiteY201" fmla="*/ 3531145 h 12192000"/>
              <a:gd name="connsiteX202" fmla="*/ 849312 w 885825"/>
              <a:gd name="connsiteY202" fmla="*/ 3577183 h 12192000"/>
              <a:gd name="connsiteX203" fmla="*/ 833437 w 885825"/>
              <a:gd name="connsiteY203" fmla="*/ 3618458 h 12192000"/>
              <a:gd name="connsiteX204" fmla="*/ 817562 w 885825"/>
              <a:gd name="connsiteY204" fmla="*/ 3654970 h 12192000"/>
              <a:gd name="connsiteX205" fmla="*/ 798512 w 885825"/>
              <a:gd name="connsiteY205" fmla="*/ 3693070 h 12192000"/>
              <a:gd name="connsiteX206" fmla="*/ 779462 w 885825"/>
              <a:gd name="connsiteY206" fmla="*/ 3731170 h 12192000"/>
              <a:gd name="connsiteX207" fmla="*/ 760412 w 885825"/>
              <a:gd name="connsiteY207" fmla="*/ 3767683 h 12192000"/>
              <a:gd name="connsiteX208" fmla="*/ 744537 w 885825"/>
              <a:gd name="connsiteY208" fmla="*/ 3808958 h 12192000"/>
              <a:gd name="connsiteX209" fmla="*/ 730249 w 885825"/>
              <a:gd name="connsiteY209" fmla="*/ 3854995 h 12192000"/>
              <a:gd name="connsiteX210" fmla="*/ 719137 w 885825"/>
              <a:gd name="connsiteY210" fmla="*/ 3907383 h 12192000"/>
              <a:gd name="connsiteX211" fmla="*/ 711199 w 885825"/>
              <a:gd name="connsiteY211" fmla="*/ 3967708 h 12192000"/>
              <a:gd name="connsiteX212" fmla="*/ 709612 w 885825"/>
              <a:gd name="connsiteY212" fmla="*/ 4035970 h 12192000"/>
              <a:gd name="connsiteX213" fmla="*/ 711199 w 885825"/>
              <a:gd name="connsiteY213" fmla="*/ 4104233 h 12192000"/>
              <a:gd name="connsiteX214" fmla="*/ 719137 w 885825"/>
              <a:gd name="connsiteY214" fmla="*/ 4164557 h 12192000"/>
              <a:gd name="connsiteX215" fmla="*/ 730249 w 885825"/>
              <a:gd name="connsiteY215" fmla="*/ 4216946 h 12192000"/>
              <a:gd name="connsiteX216" fmla="*/ 744537 w 885825"/>
              <a:gd name="connsiteY216" fmla="*/ 4262982 h 12192000"/>
              <a:gd name="connsiteX217" fmla="*/ 760412 w 885825"/>
              <a:gd name="connsiteY217" fmla="*/ 4304258 h 12192000"/>
              <a:gd name="connsiteX218" fmla="*/ 779462 w 885825"/>
              <a:gd name="connsiteY218" fmla="*/ 4340770 h 12192000"/>
              <a:gd name="connsiteX219" fmla="*/ 817562 w 885825"/>
              <a:gd name="connsiteY219" fmla="*/ 4416970 h 12192000"/>
              <a:gd name="connsiteX220" fmla="*/ 833437 w 885825"/>
              <a:gd name="connsiteY220" fmla="*/ 4453483 h 12192000"/>
              <a:gd name="connsiteX221" fmla="*/ 849312 w 885825"/>
              <a:gd name="connsiteY221" fmla="*/ 4494758 h 12192000"/>
              <a:gd name="connsiteX222" fmla="*/ 865187 w 885825"/>
              <a:gd name="connsiteY222" fmla="*/ 4540795 h 12192000"/>
              <a:gd name="connsiteX223" fmla="*/ 876299 w 885825"/>
              <a:gd name="connsiteY223" fmla="*/ 4593183 h 12192000"/>
              <a:gd name="connsiteX224" fmla="*/ 882649 w 885825"/>
              <a:gd name="connsiteY224" fmla="*/ 4653508 h 12192000"/>
              <a:gd name="connsiteX225" fmla="*/ 885824 w 885825"/>
              <a:gd name="connsiteY225" fmla="*/ 4721770 h 12192000"/>
              <a:gd name="connsiteX226" fmla="*/ 882649 w 885825"/>
              <a:gd name="connsiteY226" fmla="*/ 4790033 h 12192000"/>
              <a:gd name="connsiteX227" fmla="*/ 876299 w 885825"/>
              <a:gd name="connsiteY227" fmla="*/ 4850357 h 12192000"/>
              <a:gd name="connsiteX228" fmla="*/ 865187 w 885825"/>
              <a:gd name="connsiteY228" fmla="*/ 4902746 h 12192000"/>
              <a:gd name="connsiteX229" fmla="*/ 849312 w 885825"/>
              <a:gd name="connsiteY229" fmla="*/ 4948782 h 12192000"/>
              <a:gd name="connsiteX230" fmla="*/ 833437 w 885825"/>
              <a:gd name="connsiteY230" fmla="*/ 4990057 h 12192000"/>
              <a:gd name="connsiteX231" fmla="*/ 817562 w 885825"/>
              <a:gd name="connsiteY231" fmla="*/ 5026570 h 12192000"/>
              <a:gd name="connsiteX232" fmla="*/ 798512 w 885825"/>
              <a:gd name="connsiteY232" fmla="*/ 5064670 h 12192000"/>
              <a:gd name="connsiteX233" fmla="*/ 779462 w 885825"/>
              <a:gd name="connsiteY233" fmla="*/ 5102770 h 12192000"/>
              <a:gd name="connsiteX234" fmla="*/ 760412 w 885825"/>
              <a:gd name="connsiteY234" fmla="*/ 5139283 h 12192000"/>
              <a:gd name="connsiteX235" fmla="*/ 744537 w 885825"/>
              <a:gd name="connsiteY235" fmla="*/ 5180558 h 12192000"/>
              <a:gd name="connsiteX236" fmla="*/ 730249 w 885825"/>
              <a:gd name="connsiteY236" fmla="*/ 5226595 h 12192000"/>
              <a:gd name="connsiteX237" fmla="*/ 719137 w 885825"/>
              <a:gd name="connsiteY237" fmla="*/ 5278983 h 12192000"/>
              <a:gd name="connsiteX238" fmla="*/ 711199 w 885825"/>
              <a:gd name="connsiteY238" fmla="*/ 5339307 h 12192000"/>
              <a:gd name="connsiteX239" fmla="*/ 709612 w 885825"/>
              <a:gd name="connsiteY239" fmla="*/ 5407570 h 12192000"/>
              <a:gd name="connsiteX240" fmla="*/ 711199 w 885825"/>
              <a:gd name="connsiteY240" fmla="*/ 5475833 h 12192000"/>
              <a:gd name="connsiteX241" fmla="*/ 719137 w 885825"/>
              <a:gd name="connsiteY241" fmla="*/ 5536158 h 12192000"/>
              <a:gd name="connsiteX242" fmla="*/ 730249 w 885825"/>
              <a:gd name="connsiteY242" fmla="*/ 5588545 h 12192000"/>
              <a:gd name="connsiteX243" fmla="*/ 744537 w 885825"/>
              <a:gd name="connsiteY243" fmla="*/ 5634583 h 12192000"/>
              <a:gd name="connsiteX244" fmla="*/ 760412 w 885825"/>
              <a:gd name="connsiteY244" fmla="*/ 5675858 h 12192000"/>
              <a:gd name="connsiteX245" fmla="*/ 779462 w 885825"/>
              <a:gd name="connsiteY245" fmla="*/ 5712371 h 12192000"/>
              <a:gd name="connsiteX246" fmla="*/ 798512 w 885825"/>
              <a:gd name="connsiteY246" fmla="*/ 5750471 h 12192000"/>
              <a:gd name="connsiteX247" fmla="*/ 817562 w 885825"/>
              <a:gd name="connsiteY247" fmla="*/ 5788571 h 12192000"/>
              <a:gd name="connsiteX248" fmla="*/ 833437 w 885825"/>
              <a:gd name="connsiteY248" fmla="*/ 5825083 h 12192000"/>
              <a:gd name="connsiteX249" fmla="*/ 849312 w 885825"/>
              <a:gd name="connsiteY249" fmla="*/ 5866358 h 12192000"/>
              <a:gd name="connsiteX250" fmla="*/ 865187 w 885825"/>
              <a:gd name="connsiteY250" fmla="*/ 5912395 h 12192000"/>
              <a:gd name="connsiteX251" fmla="*/ 876299 w 885825"/>
              <a:gd name="connsiteY251" fmla="*/ 5964783 h 12192000"/>
              <a:gd name="connsiteX252" fmla="*/ 882649 w 885825"/>
              <a:gd name="connsiteY252" fmla="*/ 6025108 h 12192000"/>
              <a:gd name="connsiteX253" fmla="*/ 885824 w 885825"/>
              <a:gd name="connsiteY253" fmla="*/ 6093370 h 12192000"/>
              <a:gd name="connsiteX254" fmla="*/ 885703 w 885825"/>
              <a:gd name="connsiteY254" fmla="*/ 6095988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885825" h="12192000">
                <a:moveTo>
                  <a:pt x="885825" y="6098626"/>
                </a:moveTo>
                <a:lnTo>
                  <a:pt x="882650" y="6166889"/>
                </a:lnTo>
                <a:lnTo>
                  <a:pt x="876300" y="6227214"/>
                </a:lnTo>
                <a:lnTo>
                  <a:pt x="865188" y="6279601"/>
                </a:lnTo>
                <a:lnTo>
                  <a:pt x="849313" y="6325639"/>
                </a:lnTo>
                <a:lnTo>
                  <a:pt x="833438" y="6366914"/>
                </a:lnTo>
                <a:lnTo>
                  <a:pt x="817563" y="6403426"/>
                </a:lnTo>
                <a:lnTo>
                  <a:pt x="798513" y="6441526"/>
                </a:lnTo>
                <a:lnTo>
                  <a:pt x="779463" y="6479626"/>
                </a:lnTo>
                <a:lnTo>
                  <a:pt x="760413" y="6516139"/>
                </a:lnTo>
                <a:lnTo>
                  <a:pt x="744538" y="6557414"/>
                </a:lnTo>
                <a:lnTo>
                  <a:pt x="730250" y="6603451"/>
                </a:lnTo>
                <a:lnTo>
                  <a:pt x="719138" y="6655839"/>
                </a:lnTo>
                <a:lnTo>
                  <a:pt x="711200" y="6716164"/>
                </a:lnTo>
                <a:lnTo>
                  <a:pt x="709613" y="6784426"/>
                </a:lnTo>
                <a:lnTo>
                  <a:pt x="711200" y="6852689"/>
                </a:lnTo>
                <a:lnTo>
                  <a:pt x="719138" y="6913014"/>
                </a:lnTo>
                <a:lnTo>
                  <a:pt x="730250" y="6965401"/>
                </a:lnTo>
                <a:lnTo>
                  <a:pt x="744538" y="7011439"/>
                </a:lnTo>
                <a:lnTo>
                  <a:pt x="760413" y="7052714"/>
                </a:lnTo>
                <a:lnTo>
                  <a:pt x="779463" y="7089226"/>
                </a:lnTo>
                <a:lnTo>
                  <a:pt x="798513" y="7127326"/>
                </a:lnTo>
                <a:lnTo>
                  <a:pt x="817563" y="7165426"/>
                </a:lnTo>
                <a:lnTo>
                  <a:pt x="833438" y="7201939"/>
                </a:lnTo>
                <a:lnTo>
                  <a:pt x="849313" y="7243214"/>
                </a:lnTo>
                <a:lnTo>
                  <a:pt x="865188" y="7289251"/>
                </a:lnTo>
                <a:lnTo>
                  <a:pt x="876300" y="7341639"/>
                </a:lnTo>
                <a:lnTo>
                  <a:pt x="882650" y="7401964"/>
                </a:lnTo>
                <a:lnTo>
                  <a:pt x="885825" y="7470226"/>
                </a:lnTo>
                <a:lnTo>
                  <a:pt x="882650" y="7538489"/>
                </a:lnTo>
                <a:lnTo>
                  <a:pt x="876300" y="7598814"/>
                </a:lnTo>
                <a:lnTo>
                  <a:pt x="865188" y="7651201"/>
                </a:lnTo>
                <a:lnTo>
                  <a:pt x="849313" y="7697239"/>
                </a:lnTo>
                <a:lnTo>
                  <a:pt x="833438" y="7738514"/>
                </a:lnTo>
                <a:lnTo>
                  <a:pt x="817563" y="7775026"/>
                </a:lnTo>
                <a:lnTo>
                  <a:pt x="798513" y="7813126"/>
                </a:lnTo>
                <a:lnTo>
                  <a:pt x="779463" y="7851226"/>
                </a:lnTo>
                <a:lnTo>
                  <a:pt x="760413" y="7887739"/>
                </a:lnTo>
                <a:lnTo>
                  <a:pt x="744538" y="7929014"/>
                </a:lnTo>
                <a:lnTo>
                  <a:pt x="730250" y="7975051"/>
                </a:lnTo>
                <a:lnTo>
                  <a:pt x="719138" y="8027439"/>
                </a:lnTo>
                <a:lnTo>
                  <a:pt x="711200" y="8087764"/>
                </a:lnTo>
                <a:lnTo>
                  <a:pt x="709613" y="8156026"/>
                </a:lnTo>
                <a:lnTo>
                  <a:pt x="711200" y="8224289"/>
                </a:lnTo>
                <a:lnTo>
                  <a:pt x="719138" y="8284614"/>
                </a:lnTo>
                <a:lnTo>
                  <a:pt x="730250" y="8337001"/>
                </a:lnTo>
                <a:lnTo>
                  <a:pt x="744538" y="8383039"/>
                </a:lnTo>
                <a:lnTo>
                  <a:pt x="760413" y="8424314"/>
                </a:lnTo>
                <a:lnTo>
                  <a:pt x="779463" y="8460826"/>
                </a:lnTo>
                <a:lnTo>
                  <a:pt x="798513" y="8498926"/>
                </a:lnTo>
                <a:lnTo>
                  <a:pt x="817563" y="8537026"/>
                </a:lnTo>
                <a:lnTo>
                  <a:pt x="833438" y="8573540"/>
                </a:lnTo>
                <a:lnTo>
                  <a:pt x="849313" y="8614814"/>
                </a:lnTo>
                <a:lnTo>
                  <a:pt x="865188" y="8660852"/>
                </a:lnTo>
                <a:lnTo>
                  <a:pt x="876300" y="8713240"/>
                </a:lnTo>
                <a:lnTo>
                  <a:pt x="882650" y="8773564"/>
                </a:lnTo>
                <a:lnTo>
                  <a:pt x="885825" y="8840240"/>
                </a:lnTo>
                <a:lnTo>
                  <a:pt x="882650" y="8910090"/>
                </a:lnTo>
                <a:lnTo>
                  <a:pt x="876300" y="8970414"/>
                </a:lnTo>
                <a:lnTo>
                  <a:pt x="865188" y="9022802"/>
                </a:lnTo>
                <a:lnTo>
                  <a:pt x="849313" y="9068840"/>
                </a:lnTo>
                <a:lnTo>
                  <a:pt x="833438" y="9110114"/>
                </a:lnTo>
                <a:lnTo>
                  <a:pt x="817563" y="9146628"/>
                </a:lnTo>
                <a:lnTo>
                  <a:pt x="798513" y="9184728"/>
                </a:lnTo>
                <a:lnTo>
                  <a:pt x="779463" y="9222828"/>
                </a:lnTo>
                <a:lnTo>
                  <a:pt x="760413" y="9259340"/>
                </a:lnTo>
                <a:lnTo>
                  <a:pt x="744538" y="9300614"/>
                </a:lnTo>
                <a:lnTo>
                  <a:pt x="730250" y="9346652"/>
                </a:lnTo>
                <a:lnTo>
                  <a:pt x="719138" y="9399040"/>
                </a:lnTo>
                <a:lnTo>
                  <a:pt x="711200" y="9459364"/>
                </a:lnTo>
                <a:lnTo>
                  <a:pt x="709613" y="9527628"/>
                </a:lnTo>
                <a:lnTo>
                  <a:pt x="711200" y="9595890"/>
                </a:lnTo>
                <a:lnTo>
                  <a:pt x="719138" y="9656214"/>
                </a:lnTo>
                <a:lnTo>
                  <a:pt x="730250" y="9708602"/>
                </a:lnTo>
                <a:lnTo>
                  <a:pt x="744538" y="9754640"/>
                </a:lnTo>
                <a:lnTo>
                  <a:pt x="760413" y="9795914"/>
                </a:lnTo>
                <a:lnTo>
                  <a:pt x="779463" y="9832428"/>
                </a:lnTo>
                <a:lnTo>
                  <a:pt x="817563" y="9908628"/>
                </a:lnTo>
                <a:lnTo>
                  <a:pt x="833438" y="9945140"/>
                </a:lnTo>
                <a:lnTo>
                  <a:pt x="849313" y="9986414"/>
                </a:lnTo>
                <a:lnTo>
                  <a:pt x="865188" y="10032452"/>
                </a:lnTo>
                <a:lnTo>
                  <a:pt x="876300" y="10084840"/>
                </a:lnTo>
                <a:lnTo>
                  <a:pt x="882650" y="10145164"/>
                </a:lnTo>
                <a:lnTo>
                  <a:pt x="885825" y="10213428"/>
                </a:lnTo>
                <a:lnTo>
                  <a:pt x="882650" y="10281690"/>
                </a:lnTo>
                <a:lnTo>
                  <a:pt x="876300" y="10342014"/>
                </a:lnTo>
                <a:lnTo>
                  <a:pt x="865188" y="10394402"/>
                </a:lnTo>
                <a:lnTo>
                  <a:pt x="849313" y="10440440"/>
                </a:lnTo>
                <a:lnTo>
                  <a:pt x="833438" y="10481714"/>
                </a:lnTo>
                <a:lnTo>
                  <a:pt x="817563" y="10518228"/>
                </a:lnTo>
                <a:lnTo>
                  <a:pt x="798513" y="10556328"/>
                </a:lnTo>
                <a:lnTo>
                  <a:pt x="779463" y="10594428"/>
                </a:lnTo>
                <a:lnTo>
                  <a:pt x="760413" y="10630940"/>
                </a:lnTo>
                <a:lnTo>
                  <a:pt x="744538" y="10672214"/>
                </a:lnTo>
                <a:lnTo>
                  <a:pt x="730250" y="10718252"/>
                </a:lnTo>
                <a:lnTo>
                  <a:pt x="719138" y="10770640"/>
                </a:lnTo>
                <a:lnTo>
                  <a:pt x="711200" y="10830964"/>
                </a:lnTo>
                <a:lnTo>
                  <a:pt x="709613" y="10899228"/>
                </a:lnTo>
                <a:lnTo>
                  <a:pt x="711200" y="10967490"/>
                </a:lnTo>
                <a:lnTo>
                  <a:pt x="719138" y="11027814"/>
                </a:lnTo>
                <a:lnTo>
                  <a:pt x="730250" y="11080202"/>
                </a:lnTo>
                <a:lnTo>
                  <a:pt x="744538" y="11126240"/>
                </a:lnTo>
                <a:lnTo>
                  <a:pt x="760413" y="11167514"/>
                </a:lnTo>
                <a:lnTo>
                  <a:pt x="779463" y="11204028"/>
                </a:lnTo>
                <a:lnTo>
                  <a:pt x="798513" y="11242128"/>
                </a:lnTo>
                <a:lnTo>
                  <a:pt x="817563" y="11280228"/>
                </a:lnTo>
                <a:lnTo>
                  <a:pt x="833438" y="11316740"/>
                </a:lnTo>
                <a:lnTo>
                  <a:pt x="849313" y="11358014"/>
                </a:lnTo>
                <a:lnTo>
                  <a:pt x="865188" y="11404052"/>
                </a:lnTo>
                <a:lnTo>
                  <a:pt x="876300" y="11456440"/>
                </a:lnTo>
                <a:lnTo>
                  <a:pt x="882650" y="11516764"/>
                </a:lnTo>
                <a:lnTo>
                  <a:pt x="885825" y="11585028"/>
                </a:lnTo>
                <a:lnTo>
                  <a:pt x="882650" y="11653290"/>
                </a:lnTo>
                <a:lnTo>
                  <a:pt x="876300" y="11713614"/>
                </a:lnTo>
                <a:lnTo>
                  <a:pt x="865188" y="11766002"/>
                </a:lnTo>
                <a:lnTo>
                  <a:pt x="849313" y="11812040"/>
                </a:lnTo>
                <a:lnTo>
                  <a:pt x="833438" y="11853314"/>
                </a:lnTo>
                <a:lnTo>
                  <a:pt x="817563" y="11889828"/>
                </a:lnTo>
                <a:lnTo>
                  <a:pt x="798513" y="11927928"/>
                </a:lnTo>
                <a:lnTo>
                  <a:pt x="779463" y="11966028"/>
                </a:lnTo>
                <a:lnTo>
                  <a:pt x="760413" y="12002540"/>
                </a:lnTo>
                <a:lnTo>
                  <a:pt x="744538" y="12043814"/>
                </a:lnTo>
                <a:lnTo>
                  <a:pt x="730250" y="12089852"/>
                </a:lnTo>
                <a:lnTo>
                  <a:pt x="719138" y="12142240"/>
                </a:lnTo>
                <a:lnTo>
                  <a:pt x="712590" y="12192000"/>
                </a:lnTo>
                <a:lnTo>
                  <a:pt x="0" y="12192000"/>
                </a:lnTo>
                <a:lnTo>
                  <a:pt x="0" y="6779170"/>
                </a:lnTo>
                <a:lnTo>
                  <a:pt x="0" y="6779170"/>
                </a:lnTo>
                <a:lnTo>
                  <a:pt x="0" y="0"/>
                </a:lnTo>
                <a:lnTo>
                  <a:pt x="712590" y="0"/>
                </a:lnTo>
                <a:lnTo>
                  <a:pt x="719137" y="49758"/>
                </a:lnTo>
                <a:lnTo>
                  <a:pt x="730249" y="102145"/>
                </a:lnTo>
                <a:lnTo>
                  <a:pt x="744537" y="148183"/>
                </a:lnTo>
                <a:lnTo>
                  <a:pt x="760412" y="189458"/>
                </a:lnTo>
                <a:lnTo>
                  <a:pt x="779462" y="225970"/>
                </a:lnTo>
                <a:lnTo>
                  <a:pt x="798512" y="264070"/>
                </a:lnTo>
                <a:lnTo>
                  <a:pt x="817562" y="302170"/>
                </a:lnTo>
                <a:lnTo>
                  <a:pt x="833437" y="338683"/>
                </a:lnTo>
                <a:lnTo>
                  <a:pt x="849312" y="379958"/>
                </a:lnTo>
                <a:lnTo>
                  <a:pt x="865187" y="425995"/>
                </a:lnTo>
                <a:lnTo>
                  <a:pt x="876299" y="478383"/>
                </a:lnTo>
                <a:lnTo>
                  <a:pt x="882649" y="538708"/>
                </a:lnTo>
                <a:lnTo>
                  <a:pt x="885824" y="606970"/>
                </a:lnTo>
                <a:lnTo>
                  <a:pt x="882649" y="675233"/>
                </a:lnTo>
                <a:lnTo>
                  <a:pt x="876299" y="735558"/>
                </a:lnTo>
                <a:lnTo>
                  <a:pt x="865187" y="787945"/>
                </a:lnTo>
                <a:lnTo>
                  <a:pt x="849312" y="833983"/>
                </a:lnTo>
                <a:lnTo>
                  <a:pt x="833437" y="875258"/>
                </a:lnTo>
                <a:lnTo>
                  <a:pt x="817562" y="911770"/>
                </a:lnTo>
                <a:lnTo>
                  <a:pt x="798512" y="949870"/>
                </a:lnTo>
                <a:lnTo>
                  <a:pt x="779462" y="987970"/>
                </a:lnTo>
                <a:lnTo>
                  <a:pt x="760412" y="1024483"/>
                </a:lnTo>
                <a:lnTo>
                  <a:pt x="744537" y="1065758"/>
                </a:lnTo>
                <a:lnTo>
                  <a:pt x="730249" y="1111795"/>
                </a:lnTo>
                <a:lnTo>
                  <a:pt x="719137" y="1164183"/>
                </a:lnTo>
                <a:lnTo>
                  <a:pt x="711199" y="1224508"/>
                </a:lnTo>
                <a:lnTo>
                  <a:pt x="709612" y="1292770"/>
                </a:lnTo>
                <a:lnTo>
                  <a:pt x="711199" y="1361033"/>
                </a:lnTo>
                <a:lnTo>
                  <a:pt x="719137" y="1421358"/>
                </a:lnTo>
                <a:lnTo>
                  <a:pt x="730249" y="1473745"/>
                </a:lnTo>
                <a:lnTo>
                  <a:pt x="744537" y="1519783"/>
                </a:lnTo>
                <a:lnTo>
                  <a:pt x="760412" y="1561058"/>
                </a:lnTo>
                <a:lnTo>
                  <a:pt x="779462" y="1597570"/>
                </a:lnTo>
                <a:lnTo>
                  <a:pt x="798512" y="1635670"/>
                </a:lnTo>
                <a:lnTo>
                  <a:pt x="817562" y="1673770"/>
                </a:lnTo>
                <a:lnTo>
                  <a:pt x="833437" y="1710283"/>
                </a:lnTo>
                <a:lnTo>
                  <a:pt x="849312" y="1751558"/>
                </a:lnTo>
                <a:lnTo>
                  <a:pt x="865187" y="1797595"/>
                </a:lnTo>
                <a:lnTo>
                  <a:pt x="876299" y="1849983"/>
                </a:lnTo>
                <a:lnTo>
                  <a:pt x="882649" y="1910308"/>
                </a:lnTo>
                <a:lnTo>
                  <a:pt x="885824" y="1978570"/>
                </a:lnTo>
                <a:lnTo>
                  <a:pt x="882649" y="2046833"/>
                </a:lnTo>
                <a:lnTo>
                  <a:pt x="876299" y="2107158"/>
                </a:lnTo>
                <a:lnTo>
                  <a:pt x="865187" y="2159545"/>
                </a:lnTo>
                <a:lnTo>
                  <a:pt x="849312" y="2205583"/>
                </a:lnTo>
                <a:lnTo>
                  <a:pt x="833437" y="2246858"/>
                </a:lnTo>
                <a:lnTo>
                  <a:pt x="817562" y="2283370"/>
                </a:lnTo>
                <a:lnTo>
                  <a:pt x="798512" y="2321470"/>
                </a:lnTo>
                <a:lnTo>
                  <a:pt x="779462" y="2359570"/>
                </a:lnTo>
                <a:lnTo>
                  <a:pt x="760412" y="2396083"/>
                </a:lnTo>
                <a:lnTo>
                  <a:pt x="744537" y="2437358"/>
                </a:lnTo>
                <a:lnTo>
                  <a:pt x="730249" y="2483395"/>
                </a:lnTo>
                <a:lnTo>
                  <a:pt x="719137" y="2535782"/>
                </a:lnTo>
                <a:lnTo>
                  <a:pt x="711199" y="2596108"/>
                </a:lnTo>
                <a:lnTo>
                  <a:pt x="709612" y="2664370"/>
                </a:lnTo>
                <a:lnTo>
                  <a:pt x="711199" y="2732633"/>
                </a:lnTo>
                <a:lnTo>
                  <a:pt x="719137" y="2792958"/>
                </a:lnTo>
                <a:lnTo>
                  <a:pt x="730249" y="2845345"/>
                </a:lnTo>
                <a:lnTo>
                  <a:pt x="744537" y="2891383"/>
                </a:lnTo>
                <a:lnTo>
                  <a:pt x="760412" y="2932658"/>
                </a:lnTo>
                <a:lnTo>
                  <a:pt x="779462" y="2969170"/>
                </a:lnTo>
                <a:lnTo>
                  <a:pt x="798512" y="3007270"/>
                </a:lnTo>
                <a:lnTo>
                  <a:pt x="817562" y="3045370"/>
                </a:lnTo>
                <a:lnTo>
                  <a:pt x="833437" y="3081883"/>
                </a:lnTo>
                <a:lnTo>
                  <a:pt x="849312" y="3123158"/>
                </a:lnTo>
                <a:lnTo>
                  <a:pt x="865187" y="3169195"/>
                </a:lnTo>
                <a:lnTo>
                  <a:pt x="876299" y="3221583"/>
                </a:lnTo>
                <a:lnTo>
                  <a:pt x="882649" y="3281908"/>
                </a:lnTo>
                <a:lnTo>
                  <a:pt x="885824" y="3348582"/>
                </a:lnTo>
                <a:lnTo>
                  <a:pt x="882649" y="3418433"/>
                </a:lnTo>
                <a:lnTo>
                  <a:pt x="876299" y="3478758"/>
                </a:lnTo>
                <a:lnTo>
                  <a:pt x="865187" y="3531145"/>
                </a:lnTo>
                <a:lnTo>
                  <a:pt x="849312" y="3577183"/>
                </a:lnTo>
                <a:lnTo>
                  <a:pt x="833437" y="3618458"/>
                </a:lnTo>
                <a:lnTo>
                  <a:pt x="817562" y="3654970"/>
                </a:lnTo>
                <a:lnTo>
                  <a:pt x="798512" y="3693070"/>
                </a:lnTo>
                <a:lnTo>
                  <a:pt x="779462" y="3731170"/>
                </a:lnTo>
                <a:lnTo>
                  <a:pt x="760412" y="3767683"/>
                </a:lnTo>
                <a:lnTo>
                  <a:pt x="744537" y="3808958"/>
                </a:lnTo>
                <a:lnTo>
                  <a:pt x="730249" y="3854995"/>
                </a:lnTo>
                <a:lnTo>
                  <a:pt x="719137" y="3907383"/>
                </a:lnTo>
                <a:lnTo>
                  <a:pt x="711199" y="3967708"/>
                </a:lnTo>
                <a:lnTo>
                  <a:pt x="709612" y="4035970"/>
                </a:lnTo>
                <a:lnTo>
                  <a:pt x="711199" y="4104233"/>
                </a:lnTo>
                <a:lnTo>
                  <a:pt x="719137" y="4164557"/>
                </a:lnTo>
                <a:lnTo>
                  <a:pt x="730249" y="4216946"/>
                </a:lnTo>
                <a:lnTo>
                  <a:pt x="744537" y="4262982"/>
                </a:lnTo>
                <a:lnTo>
                  <a:pt x="760412" y="4304258"/>
                </a:lnTo>
                <a:lnTo>
                  <a:pt x="779462" y="4340770"/>
                </a:lnTo>
                <a:lnTo>
                  <a:pt x="817562" y="4416970"/>
                </a:lnTo>
                <a:lnTo>
                  <a:pt x="833437" y="4453483"/>
                </a:lnTo>
                <a:lnTo>
                  <a:pt x="849312" y="4494758"/>
                </a:lnTo>
                <a:lnTo>
                  <a:pt x="865187" y="4540795"/>
                </a:lnTo>
                <a:lnTo>
                  <a:pt x="876299" y="4593183"/>
                </a:lnTo>
                <a:lnTo>
                  <a:pt x="882649" y="4653508"/>
                </a:lnTo>
                <a:lnTo>
                  <a:pt x="885824" y="4721770"/>
                </a:lnTo>
                <a:lnTo>
                  <a:pt x="882649" y="4790033"/>
                </a:lnTo>
                <a:lnTo>
                  <a:pt x="876299" y="4850357"/>
                </a:lnTo>
                <a:lnTo>
                  <a:pt x="865187" y="4902746"/>
                </a:lnTo>
                <a:lnTo>
                  <a:pt x="849312" y="4948782"/>
                </a:lnTo>
                <a:lnTo>
                  <a:pt x="833437" y="4990057"/>
                </a:lnTo>
                <a:lnTo>
                  <a:pt x="817562" y="5026570"/>
                </a:lnTo>
                <a:lnTo>
                  <a:pt x="798512" y="5064670"/>
                </a:lnTo>
                <a:lnTo>
                  <a:pt x="779462" y="5102770"/>
                </a:lnTo>
                <a:lnTo>
                  <a:pt x="760412" y="5139283"/>
                </a:lnTo>
                <a:lnTo>
                  <a:pt x="744537" y="5180558"/>
                </a:lnTo>
                <a:lnTo>
                  <a:pt x="730249" y="5226595"/>
                </a:lnTo>
                <a:lnTo>
                  <a:pt x="719137" y="5278983"/>
                </a:lnTo>
                <a:lnTo>
                  <a:pt x="711199" y="5339307"/>
                </a:lnTo>
                <a:lnTo>
                  <a:pt x="709612" y="5407570"/>
                </a:lnTo>
                <a:lnTo>
                  <a:pt x="711199" y="5475833"/>
                </a:lnTo>
                <a:lnTo>
                  <a:pt x="719137" y="5536158"/>
                </a:lnTo>
                <a:lnTo>
                  <a:pt x="730249" y="5588545"/>
                </a:lnTo>
                <a:lnTo>
                  <a:pt x="744537" y="5634583"/>
                </a:lnTo>
                <a:lnTo>
                  <a:pt x="760412" y="5675858"/>
                </a:lnTo>
                <a:lnTo>
                  <a:pt x="779462" y="5712371"/>
                </a:lnTo>
                <a:lnTo>
                  <a:pt x="798512" y="5750471"/>
                </a:lnTo>
                <a:lnTo>
                  <a:pt x="817562" y="5788571"/>
                </a:lnTo>
                <a:lnTo>
                  <a:pt x="833437" y="5825083"/>
                </a:lnTo>
                <a:lnTo>
                  <a:pt x="849312" y="5866358"/>
                </a:lnTo>
                <a:lnTo>
                  <a:pt x="865187" y="5912395"/>
                </a:lnTo>
                <a:lnTo>
                  <a:pt x="876299" y="5964783"/>
                </a:lnTo>
                <a:lnTo>
                  <a:pt x="882649" y="6025108"/>
                </a:lnTo>
                <a:lnTo>
                  <a:pt x="885824" y="6093370"/>
                </a:lnTo>
                <a:lnTo>
                  <a:pt x="885703" y="6095988"/>
                </a:lnTo>
                <a:close/>
              </a:path>
            </a:pathLst>
          </a:custGeom>
          <a:solidFill>
            <a:schemeClr val="tx2"/>
          </a:solidFill>
          <a:ln w="0">
            <a:noFill/>
            <a:prstDash val="solid"/>
            <a:round/>
            <a:headEnd/>
            <a:tailEnd/>
          </a:ln>
        </p:spPr>
        <p:txBody>
          <a:bodyPr/>
          <a:lstStyle/>
          <a:p>
            <a:endParaRPr lang="en-US"/>
          </a:p>
        </p:txBody>
      </p:sp>
      <p:sp>
        <p:nvSpPr>
          <p:cNvPr id="3" name="Content Placeholder 2"/>
          <p:cNvSpPr>
            <a:spLocks/>
          </p:cNvSpPr>
          <p:nvPr/>
        </p:nvSpPr>
        <p:spPr>
          <a:xfrm>
            <a:off x="652749" y="2427577"/>
            <a:ext cx="10886501" cy="3143486"/>
          </a:xfrm>
          <a:prstGeom prst="rect">
            <a:avLst/>
          </a:prstGeom>
        </p:spPr>
        <p:txBody>
          <a:bodyPr>
            <a:normAutofit fontScale="92500" lnSpcReduction="10000"/>
          </a:bodyPr>
          <a:lstStyle/>
          <a:p>
            <a:pPr defTabSz="335905">
              <a:spcAft>
                <a:spcPts val="558"/>
              </a:spcAft>
            </a:pPr>
            <a:r>
              <a:rPr lang="en-AU" sz="1700" kern="1200" dirty="0">
                <a:solidFill>
                  <a:schemeClr val="tx1"/>
                </a:solidFill>
                <a:latin typeface="+mn-lt"/>
                <a:ea typeface="+mn-ea"/>
                <a:cs typeface="+mn-cs"/>
              </a:rPr>
              <a:t>In the first 5 minutes of each lesson, you will complete your revision page, you will find these throughout your booklet. </a:t>
            </a:r>
          </a:p>
          <a:p>
            <a:pPr defTabSz="335905">
              <a:spcAft>
                <a:spcPts val="558"/>
              </a:spcAft>
            </a:pPr>
            <a:r>
              <a:rPr lang="en-AU" sz="1700" kern="1200" dirty="0">
                <a:solidFill>
                  <a:schemeClr val="tx1"/>
                </a:solidFill>
                <a:latin typeface="+mn-lt"/>
                <a:ea typeface="+mn-ea"/>
                <a:cs typeface="+mn-cs"/>
              </a:rPr>
              <a:t>The revision page consists of three questions. </a:t>
            </a:r>
            <a:r>
              <a:rPr lang="en-AU" sz="1700" b="1" kern="1200" dirty="0">
                <a:solidFill>
                  <a:schemeClr val="tx1"/>
                </a:solidFill>
                <a:latin typeface="+mn-lt"/>
                <a:ea typeface="+mn-ea"/>
                <a:cs typeface="+mn-cs"/>
              </a:rPr>
              <a:t>It will need to be completed in detail. One-word answers will not be accepted.</a:t>
            </a:r>
          </a:p>
          <a:p>
            <a:pPr defTabSz="335905">
              <a:spcAft>
                <a:spcPts val="558"/>
              </a:spcAft>
            </a:pPr>
            <a:endParaRPr lang="en-AU" sz="1700" b="1" kern="1200" dirty="0">
              <a:solidFill>
                <a:schemeClr val="tx1"/>
              </a:solidFill>
              <a:latin typeface="+mn-lt"/>
              <a:ea typeface="+mn-ea"/>
              <a:cs typeface="+mn-cs"/>
            </a:endParaRPr>
          </a:p>
          <a:p>
            <a:pPr defTabSz="335905">
              <a:spcAft>
                <a:spcPts val="558"/>
              </a:spcAft>
            </a:pPr>
            <a:r>
              <a:rPr lang="en-AU" sz="1700" kern="1200" dirty="0">
                <a:solidFill>
                  <a:schemeClr val="tx1"/>
                </a:solidFill>
                <a:latin typeface="+mn-lt"/>
                <a:ea typeface="+mn-ea"/>
                <a:cs typeface="+mn-cs"/>
              </a:rPr>
              <a:t>The three questions :</a:t>
            </a:r>
          </a:p>
          <a:p>
            <a:pPr marL="335905" indent="-335905" defTabSz="335905">
              <a:spcAft>
                <a:spcPts val="558"/>
              </a:spcAft>
              <a:buAutoNum type="arabicPeriod"/>
            </a:pPr>
            <a:r>
              <a:rPr lang="en-AU" sz="1700" kern="1200" dirty="0">
                <a:solidFill>
                  <a:schemeClr val="tx1"/>
                </a:solidFill>
                <a:latin typeface="+mn-lt"/>
                <a:ea typeface="+mn-ea"/>
                <a:cs typeface="+mn-cs"/>
              </a:rPr>
              <a:t>What two concepts or ideas did I learn in class last week?</a:t>
            </a:r>
          </a:p>
          <a:p>
            <a:pPr marL="335905" indent="-335905" defTabSz="335905">
              <a:spcAft>
                <a:spcPts val="558"/>
              </a:spcAft>
              <a:buAutoNum type="arabicPeriod"/>
            </a:pPr>
            <a:r>
              <a:rPr lang="en-AU" sz="1700" kern="1200" dirty="0">
                <a:solidFill>
                  <a:schemeClr val="tx1"/>
                </a:solidFill>
                <a:latin typeface="+mn-lt"/>
                <a:ea typeface="+mn-ea"/>
                <a:cs typeface="+mn-cs"/>
              </a:rPr>
              <a:t>What did I find interesting about last week’s lesson? Provide a specific example. </a:t>
            </a:r>
          </a:p>
          <a:p>
            <a:pPr marL="335905" indent="-335905" defTabSz="335905">
              <a:spcAft>
                <a:spcPts val="558"/>
              </a:spcAft>
              <a:buAutoNum type="arabicPeriod"/>
            </a:pPr>
            <a:r>
              <a:rPr lang="en-AU" sz="1700" kern="1200" dirty="0">
                <a:solidFill>
                  <a:schemeClr val="tx1"/>
                </a:solidFill>
                <a:latin typeface="+mn-lt"/>
                <a:ea typeface="+mn-ea"/>
                <a:cs typeface="+mn-cs"/>
              </a:rPr>
              <a:t>Any questions or new words you have learnt?</a:t>
            </a:r>
          </a:p>
          <a:p>
            <a:pPr marL="335905" indent="-335905" defTabSz="335905">
              <a:spcAft>
                <a:spcPts val="558"/>
              </a:spcAft>
              <a:buAutoNum type="arabicPeriod"/>
            </a:pPr>
            <a:endParaRPr lang="en-AU" sz="1700" kern="1200" dirty="0">
              <a:solidFill>
                <a:schemeClr val="tx1"/>
              </a:solidFill>
              <a:latin typeface="+mn-lt"/>
              <a:ea typeface="+mn-ea"/>
              <a:cs typeface="+mn-cs"/>
            </a:endParaRPr>
          </a:p>
          <a:p>
            <a:pPr algn="ctr" defTabSz="335905">
              <a:spcAft>
                <a:spcPts val="558"/>
              </a:spcAft>
            </a:pPr>
            <a:r>
              <a:rPr lang="en-AU" sz="1700" b="1" i="1" kern="1200" dirty="0">
                <a:solidFill>
                  <a:schemeClr val="tx1"/>
                </a:solidFill>
                <a:latin typeface="+mn-lt"/>
                <a:ea typeface="+mn-ea"/>
                <a:cs typeface="+mn-cs"/>
              </a:rPr>
              <a:t>The teacher will go over this each lesson with you to see what you have learnt. It is a great way for you to revisit content and test your memory. </a:t>
            </a:r>
            <a:endParaRPr lang="en-AU" sz="1700" b="1" i="1" dirty="0"/>
          </a:p>
        </p:txBody>
      </p:sp>
      <p:pic>
        <p:nvPicPr>
          <p:cNvPr id="4" name="Picture 3" descr="A red sign with white text&#10;&#10;Description automatically generated"/>
          <p:cNvPicPr>
            <a:picLocks noChangeAspect="1"/>
          </p:cNvPicPr>
          <p:nvPr/>
        </p:nvPicPr>
        <p:blipFill>
          <a:blip r:embed="rId3"/>
          <a:stretch>
            <a:fillRect/>
          </a:stretch>
        </p:blipFill>
        <p:spPr>
          <a:xfrm>
            <a:off x="2571739" y="643466"/>
            <a:ext cx="7032980" cy="1211124"/>
          </a:xfrm>
          <a:prstGeom prst="rect">
            <a:avLst/>
          </a:prstGeom>
        </p:spPr>
      </p:pic>
      <p:sp>
        <p:nvSpPr>
          <p:cNvPr id="5" name="TextBox 4">
            <a:extLst>
              <a:ext uri="{FF2B5EF4-FFF2-40B4-BE49-F238E27FC236}">
                <a16:creationId xmlns:a16="http://schemas.microsoft.com/office/drawing/2014/main" id="{BFE69EE0-210D-133D-4491-BF874B470D8B}"/>
              </a:ext>
            </a:extLst>
          </p:cNvPr>
          <p:cNvSpPr txBox="1"/>
          <p:nvPr/>
        </p:nvSpPr>
        <p:spPr>
          <a:xfrm>
            <a:off x="5655967" y="1708680"/>
            <a:ext cx="830731" cy="295787"/>
          </a:xfrm>
          <a:prstGeom prst="rect">
            <a:avLst/>
          </a:prstGeom>
          <a:noFill/>
        </p:spPr>
        <p:txBody>
          <a:bodyPr wrap="square">
            <a:spAutoFit/>
          </a:bodyPr>
          <a:lstStyle/>
          <a:p>
            <a:pPr defTabSz="335905">
              <a:spcAft>
                <a:spcPts val="558"/>
              </a:spcAft>
            </a:pPr>
            <a:r>
              <a:rPr lang="en-AU" sz="1322" kern="1200" dirty="0">
                <a:solidFill>
                  <a:schemeClr val="tx1"/>
                </a:solidFill>
                <a:latin typeface="+mn-lt"/>
                <a:ea typeface="+mn-ea"/>
                <a:cs typeface="+mn-cs"/>
              </a:rPr>
              <a:t>(pg. </a:t>
            </a:r>
            <a:r>
              <a:rPr lang="en-AU" sz="1322" dirty="0"/>
              <a:t>49</a:t>
            </a:r>
            <a:r>
              <a:rPr lang="en-AU" sz="1322" kern="1200" dirty="0">
                <a:solidFill>
                  <a:schemeClr val="tx1"/>
                </a:solidFill>
                <a:latin typeface="+mn-lt"/>
                <a:ea typeface="+mn-ea"/>
                <a:cs typeface="+mn-cs"/>
              </a:rPr>
              <a:t>)</a:t>
            </a:r>
            <a:endParaRPr lang="en-AU" dirty="0"/>
          </a:p>
        </p:txBody>
      </p:sp>
    </p:spTree>
    <p:extLst>
      <p:ext uri="{BB962C8B-B14F-4D97-AF65-F5344CB8AC3E}">
        <p14:creationId xmlns:p14="http://schemas.microsoft.com/office/powerpoint/2010/main" val="3642212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5C656-4CF3-C790-0E97-A36EBA181325}"/>
              </a:ext>
            </a:extLst>
          </p:cNvPr>
          <p:cNvSpPr>
            <a:spLocks noGrp="1"/>
          </p:cNvSpPr>
          <p:nvPr>
            <p:ph type="title"/>
          </p:nvPr>
        </p:nvSpPr>
        <p:spPr/>
        <p:txBody>
          <a:bodyPr>
            <a:normAutofit/>
          </a:bodyPr>
          <a:lstStyle/>
          <a:p>
            <a:r>
              <a:rPr lang="en-US" sz="2800" dirty="0"/>
              <a:t>HOOK: Quick quiz </a:t>
            </a:r>
          </a:p>
        </p:txBody>
      </p:sp>
      <p:sp>
        <p:nvSpPr>
          <p:cNvPr id="3" name="Content Placeholder 2">
            <a:extLst>
              <a:ext uri="{FF2B5EF4-FFF2-40B4-BE49-F238E27FC236}">
                <a16:creationId xmlns:a16="http://schemas.microsoft.com/office/drawing/2014/main" id="{BDBF9B0A-3BA8-14FD-65F6-8863D47C2390}"/>
              </a:ext>
            </a:extLst>
          </p:cNvPr>
          <p:cNvSpPr>
            <a:spLocks noGrp="1"/>
          </p:cNvSpPr>
          <p:nvPr>
            <p:ph idx="1"/>
          </p:nvPr>
        </p:nvSpPr>
        <p:spPr>
          <a:xfrm>
            <a:off x="765051" y="718456"/>
            <a:ext cx="6158418" cy="5682343"/>
          </a:xfrm>
        </p:spPr>
        <p:txBody>
          <a:bodyPr>
            <a:normAutofit fontScale="77500" lnSpcReduction="20000"/>
          </a:bodyPr>
          <a:lstStyle/>
          <a:p>
            <a:pPr marL="0" indent="0" algn="ctr">
              <a:buNone/>
            </a:pPr>
            <a:r>
              <a:rPr lang="en-US" b="1" dirty="0"/>
              <a:t>QUESTIONS:</a:t>
            </a:r>
          </a:p>
          <a:p>
            <a:pPr algn="ctr"/>
            <a:endParaRPr lang="en-US" b="1" dirty="0"/>
          </a:p>
          <a:p>
            <a:r>
              <a:rPr lang="en-US" dirty="0"/>
              <a:t>What is the primary MALE sex hormone?</a:t>
            </a:r>
          </a:p>
          <a:p>
            <a:r>
              <a:rPr lang="en-US" dirty="0"/>
              <a:t>What is the primary FEMALE sex hormone?</a:t>
            </a:r>
          </a:p>
          <a:p>
            <a:r>
              <a:rPr lang="en-US" dirty="0"/>
              <a:t>List 2 parts of the MALE reproductive system</a:t>
            </a:r>
          </a:p>
          <a:p>
            <a:r>
              <a:rPr lang="en-US" dirty="0"/>
              <a:t>List 2 parts of the FEMALE reproductive system</a:t>
            </a:r>
          </a:p>
          <a:p>
            <a:r>
              <a:rPr lang="en-US" dirty="0"/>
              <a:t>What is 1 emotional change that occurs during puberty?</a:t>
            </a:r>
          </a:p>
          <a:p>
            <a:r>
              <a:rPr lang="en-US" dirty="0"/>
              <a:t>What is the purpose of puberty?</a:t>
            </a:r>
          </a:p>
          <a:p>
            <a:r>
              <a:rPr lang="en-US" dirty="0"/>
              <a:t>What are hormones?</a:t>
            </a:r>
          </a:p>
          <a:p>
            <a:endParaRPr lang="en-US" dirty="0"/>
          </a:p>
          <a:p>
            <a:pPr lvl="1"/>
            <a:endParaRPr lang="en-US" dirty="0"/>
          </a:p>
          <a:p>
            <a:pPr marL="0" indent="0">
              <a:buNone/>
            </a:pPr>
            <a:endParaRPr lang="en-US" dirty="0"/>
          </a:p>
        </p:txBody>
      </p:sp>
      <p:sp>
        <p:nvSpPr>
          <p:cNvPr id="4" name="Text Placeholder 3">
            <a:extLst>
              <a:ext uri="{FF2B5EF4-FFF2-40B4-BE49-F238E27FC236}">
                <a16:creationId xmlns:a16="http://schemas.microsoft.com/office/drawing/2014/main" id="{696BBDA3-023D-E186-8A35-87430BF90BCE}"/>
              </a:ext>
            </a:extLst>
          </p:cNvPr>
          <p:cNvSpPr>
            <a:spLocks noGrp="1"/>
          </p:cNvSpPr>
          <p:nvPr>
            <p:ph type="body" sz="half" idx="2"/>
          </p:nvPr>
        </p:nvSpPr>
        <p:spPr>
          <a:xfrm>
            <a:off x="7863840" y="1741335"/>
            <a:ext cx="4101737" cy="4659465"/>
          </a:xfrm>
        </p:spPr>
        <p:txBody>
          <a:bodyPr>
            <a:normAutofit/>
          </a:bodyPr>
          <a:lstStyle/>
          <a:p>
            <a:r>
              <a:rPr lang="en-US" dirty="0"/>
              <a:t>A question will be read aloud. </a:t>
            </a:r>
          </a:p>
          <a:p>
            <a:endParaRPr lang="en-US" dirty="0"/>
          </a:p>
          <a:p>
            <a:r>
              <a:rPr lang="en-US" dirty="0"/>
              <a:t>If you think you know the answer, raise your hand.</a:t>
            </a:r>
          </a:p>
          <a:p>
            <a:endParaRPr lang="en-US" dirty="0"/>
          </a:p>
          <a:p>
            <a:r>
              <a:rPr lang="en-US" dirty="0"/>
              <a:t>A person who has their hand up will be chosen at random to answer. </a:t>
            </a:r>
          </a:p>
          <a:p>
            <a:pPr marL="742950" lvl="1" indent="-285750">
              <a:buClr>
                <a:schemeClr val="bg1"/>
              </a:buClr>
              <a:buFont typeface="Arial" panose="020B0604020202020204" pitchFamily="34" charset="0"/>
              <a:buChar char="•"/>
            </a:pPr>
            <a:r>
              <a:rPr lang="en-US" dirty="0">
                <a:solidFill>
                  <a:schemeClr val="bg1"/>
                </a:solidFill>
              </a:rPr>
              <a:t>A new person will be selected if the answer is incorrect.</a:t>
            </a:r>
          </a:p>
          <a:p>
            <a:pPr marL="742950" lvl="1" indent="-285750">
              <a:buClr>
                <a:schemeClr val="bg1"/>
              </a:buClr>
              <a:buFont typeface="Arial" panose="020B0604020202020204" pitchFamily="34" charset="0"/>
              <a:buChar char="•"/>
            </a:pPr>
            <a:r>
              <a:rPr lang="en-US" dirty="0">
                <a:solidFill>
                  <a:schemeClr val="bg1"/>
                </a:solidFill>
              </a:rPr>
              <a:t>Keep your hand up if your answer was correct.</a:t>
            </a:r>
          </a:p>
          <a:p>
            <a:pPr marL="742950" lvl="1" indent="-285750">
              <a:buClr>
                <a:schemeClr val="bg1"/>
              </a:buClr>
              <a:buFont typeface="Arial" panose="020B0604020202020204" pitchFamily="34" charset="0"/>
              <a:buChar char="•"/>
            </a:pPr>
            <a:r>
              <a:rPr lang="en-US" dirty="0">
                <a:solidFill>
                  <a:schemeClr val="bg1"/>
                </a:solidFill>
              </a:rPr>
              <a:t>Lower your hand if your answer was incorrect. </a:t>
            </a:r>
          </a:p>
          <a:p>
            <a:endParaRPr lang="en-US" dirty="0"/>
          </a:p>
        </p:txBody>
      </p:sp>
    </p:spTree>
    <p:extLst>
      <p:ext uri="{BB962C8B-B14F-4D97-AF65-F5344CB8AC3E}">
        <p14:creationId xmlns:p14="http://schemas.microsoft.com/office/powerpoint/2010/main" val="213012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3">
                                            <p:txEl>
                                              <p:pRg st="2" end="2"/>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p:cTn id="14"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p:cTn id="2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p:cTn id="28"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p:cTn id="35"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p:cTn id="42"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44" dur="500"/>
                                        <p:tgtEl>
                                          <p:spTgt spid="3">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p:cTn id="49"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5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0C21C3-7BE0-2397-D6B5-ADFC4E7CC48E}"/>
              </a:ext>
            </a:extLst>
          </p:cNvPr>
          <p:cNvSpPr>
            <a:spLocks noGrp="1"/>
          </p:cNvSpPr>
          <p:nvPr>
            <p:ph type="title"/>
          </p:nvPr>
        </p:nvSpPr>
        <p:spPr/>
        <p:txBody>
          <a:bodyPr/>
          <a:lstStyle/>
          <a:p>
            <a:r>
              <a:rPr lang="en-US" dirty="0"/>
              <a:t>Activity 1: CHANGES RECAP </a:t>
            </a:r>
            <a:r>
              <a:rPr lang="en-AU" sz="4800" b="1" dirty="0">
                <a:solidFill>
                  <a:schemeClr val="tx1"/>
                </a:solidFill>
              </a:rPr>
              <a:t>(pg.50)</a:t>
            </a:r>
            <a:endParaRPr lang="en-US" dirty="0"/>
          </a:p>
        </p:txBody>
      </p:sp>
      <p:sp>
        <p:nvSpPr>
          <p:cNvPr id="6" name="Content Placeholder 5">
            <a:extLst>
              <a:ext uri="{FF2B5EF4-FFF2-40B4-BE49-F238E27FC236}">
                <a16:creationId xmlns:a16="http://schemas.microsoft.com/office/drawing/2014/main" id="{873AAC6A-7BE6-C2E7-6130-2B80C1FB90E7}"/>
              </a:ext>
            </a:extLst>
          </p:cNvPr>
          <p:cNvSpPr>
            <a:spLocks noGrp="1"/>
          </p:cNvSpPr>
          <p:nvPr>
            <p:ph idx="1"/>
          </p:nvPr>
        </p:nvSpPr>
        <p:spPr>
          <a:xfrm>
            <a:off x="1251678" y="1642821"/>
            <a:ext cx="10178322" cy="4832794"/>
          </a:xfrm>
        </p:spPr>
        <p:txBody>
          <a:bodyPr>
            <a:normAutofit fontScale="92500" lnSpcReduction="10000"/>
          </a:bodyPr>
          <a:lstStyle/>
          <a:p>
            <a:r>
              <a:rPr lang="en-US" dirty="0"/>
              <a:t>Complete the Venn diagram outlining some of the changes that occur during puberty.</a:t>
            </a:r>
          </a:p>
          <a:p>
            <a:endParaRPr lang="en-US" dirty="0"/>
          </a:p>
          <a:p>
            <a:r>
              <a:rPr lang="en-US" dirty="0"/>
              <a:t>Distinguish the changes that occur to males, </a:t>
            </a:r>
            <a:br>
              <a:rPr lang="en-US" dirty="0"/>
            </a:br>
            <a:r>
              <a:rPr lang="en-US" dirty="0"/>
              <a:t>females and both. </a:t>
            </a:r>
          </a:p>
          <a:p>
            <a:endParaRPr lang="en-US" dirty="0"/>
          </a:p>
          <a:p>
            <a:r>
              <a:rPr lang="en-US" dirty="0"/>
              <a:t>You can work with those around you, </a:t>
            </a:r>
            <a:br>
              <a:rPr lang="en-US" dirty="0"/>
            </a:br>
            <a:r>
              <a:rPr lang="en-US" dirty="0"/>
              <a:t>and you can refer to your work from </a:t>
            </a:r>
            <a:br>
              <a:rPr lang="en-US" dirty="0"/>
            </a:br>
            <a:r>
              <a:rPr lang="en-US" dirty="0"/>
              <a:t>previous lessons if you need help. </a:t>
            </a:r>
          </a:p>
          <a:p>
            <a:endParaRPr lang="en-US" dirty="0"/>
          </a:p>
          <a:p>
            <a:r>
              <a:rPr lang="en-US" dirty="0"/>
              <a:t>Consider PHYSICAL, SOCIAL &amp; EMOTIONAL</a:t>
            </a:r>
            <a:br>
              <a:rPr lang="en-US" dirty="0"/>
            </a:br>
            <a:r>
              <a:rPr lang="en-US" dirty="0"/>
              <a:t>changes that occur during puberty. </a:t>
            </a:r>
          </a:p>
          <a:p>
            <a:endParaRPr lang="en-US" dirty="0"/>
          </a:p>
          <a:p>
            <a:r>
              <a:rPr lang="en-US" dirty="0"/>
              <a:t>You have 5 minutes ONLY.</a:t>
            </a:r>
          </a:p>
          <a:p>
            <a:endParaRPr lang="en-US" dirty="0"/>
          </a:p>
          <a:p>
            <a:endParaRPr lang="en-US" dirty="0"/>
          </a:p>
        </p:txBody>
      </p:sp>
      <p:pic>
        <p:nvPicPr>
          <p:cNvPr id="8" name="Picture 7" descr="A diagram of a male and female&#10;&#10;Description automatically generated">
            <a:extLst>
              <a:ext uri="{FF2B5EF4-FFF2-40B4-BE49-F238E27FC236}">
                <a16:creationId xmlns:a16="http://schemas.microsoft.com/office/drawing/2014/main" id="{1A2BC84E-9738-72BA-AC59-C6FD815B5480}"/>
              </a:ext>
            </a:extLst>
          </p:cNvPr>
          <p:cNvPicPr>
            <a:picLocks noChangeAspect="1"/>
          </p:cNvPicPr>
          <p:nvPr/>
        </p:nvPicPr>
        <p:blipFill>
          <a:blip r:embed="rId3"/>
          <a:stretch>
            <a:fillRect/>
          </a:stretch>
        </p:blipFill>
        <p:spPr>
          <a:xfrm>
            <a:off x="6726480" y="2793493"/>
            <a:ext cx="4889500" cy="3086100"/>
          </a:xfrm>
          <a:prstGeom prst="rect">
            <a:avLst/>
          </a:prstGeom>
        </p:spPr>
      </p:pic>
    </p:spTree>
    <p:extLst>
      <p:ext uri="{BB962C8B-B14F-4D97-AF65-F5344CB8AC3E}">
        <p14:creationId xmlns:p14="http://schemas.microsoft.com/office/powerpoint/2010/main" val="2106491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10FB8-9882-0E71-1215-62B15D7FF7AD}"/>
              </a:ext>
            </a:extLst>
          </p:cNvPr>
          <p:cNvSpPr>
            <a:spLocks noGrp="1"/>
          </p:cNvSpPr>
          <p:nvPr>
            <p:ph type="title"/>
          </p:nvPr>
        </p:nvSpPr>
        <p:spPr/>
        <p:txBody>
          <a:bodyPr/>
          <a:lstStyle/>
          <a:p>
            <a:endParaRPr lang="en-US" dirty="0"/>
          </a:p>
        </p:txBody>
      </p:sp>
      <p:pic>
        <p:nvPicPr>
          <p:cNvPr id="19" name="Online Media 18" descr="Female Reproductive Anatomy">
            <a:hlinkClick r:id="" action="ppaction://media"/>
            <a:extLst>
              <a:ext uri="{FF2B5EF4-FFF2-40B4-BE49-F238E27FC236}">
                <a16:creationId xmlns:a16="http://schemas.microsoft.com/office/drawing/2014/main" id="{B7BAD421-DEA5-B6A1-794F-C4BD7BE3571D}"/>
              </a:ext>
            </a:extLst>
          </p:cNvPr>
          <p:cNvPicPr>
            <a:picLocks noGrp="1" noRot="1" noChangeAspect="1"/>
          </p:cNvPicPr>
          <p:nvPr>
            <p:ph idx="1"/>
            <a:videoFile r:link="rId1"/>
          </p:nvPr>
        </p:nvPicPr>
        <p:blipFill>
          <a:blip r:embed="rId4"/>
          <a:stretch>
            <a:fillRect/>
          </a:stretch>
        </p:blipFill>
        <p:spPr>
          <a:xfrm>
            <a:off x="929898" y="0"/>
            <a:ext cx="10957302" cy="6858000"/>
          </a:xfrm>
          <a:prstGeom prst="rect">
            <a:avLst/>
          </a:prstGeom>
        </p:spPr>
      </p:pic>
    </p:spTree>
    <p:extLst>
      <p:ext uri="{BB962C8B-B14F-4D97-AF65-F5344CB8AC3E}">
        <p14:creationId xmlns:p14="http://schemas.microsoft.com/office/powerpoint/2010/main" val="1891982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9"/>
                </p:tgtEl>
              </p:cMediaNode>
            </p:video>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82183-DD5A-0657-735D-2800469A444C}"/>
              </a:ext>
            </a:extLst>
          </p:cNvPr>
          <p:cNvSpPr>
            <a:spLocks noGrp="1"/>
          </p:cNvSpPr>
          <p:nvPr>
            <p:ph type="title"/>
          </p:nvPr>
        </p:nvSpPr>
        <p:spPr>
          <a:xfrm>
            <a:off x="1251678" y="382385"/>
            <a:ext cx="10295888" cy="1492132"/>
          </a:xfrm>
        </p:spPr>
        <p:txBody>
          <a:bodyPr>
            <a:normAutofit/>
          </a:bodyPr>
          <a:lstStyle/>
          <a:p>
            <a:r>
              <a:rPr lang="en-US" dirty="0"/>
              <a:t>Activity 2: </a:t>
            </a:r>
            <a:r>
              <a:rPr lang="en-AU" sz="3600" b="1" dirty="0">
                <a:solidFill>
                  <a:schemeClr val="tx1"/>
                </a:solidFill>
              </a:rPr>
              <a:t>(pg.51-53)</a:t>
            </a:r>
            <a:br>
              <a:rPr lang="en-US" dirty="0"/>
            </a:br>
            <a:r>
              <a:rPr lang="en-US" dirty="0"/>
              <a:t>Female Reproductive System</a:t>
            </a:r>
          </a:p>
        </p:txBody>
      </p:sp>
      <p:sp>
        <p:nvSpPr>
          <p:cNvPr id="3" name="Content Placeholder 2">
            <a:extLst>
              <a:ext uri="{FF2B5EF4-FFF2-40B4-BE49-F238E27FC236}">
                <a16:creationId xmlns:a16="http://schemas.microsoft.com/office/drawing/2014/main" id="{F3BA28E1-F803-70C8-61B0-A0A260A1004F}"/>
              </a:ext>
            </a:extLst>
          </p:cNvPr>
          <p:cNvSpPr>
            <a:spLocks noGrp="1"/>
          </p:cNvSpPr>
          <p:nvPr>
            <p:ph idx="1"/>
          </p:nvPr>
        </p:nvSpPr>
        <p:spPr>
          <a:xfrm>
            <a:off x="881564" y="2485503"/>
            <a:ext cx="5082902" cy="4189614"/>
          </a:xfrm>
        </p:spPr>
        <p:txBody>
          <a:bodyPr>
            <a:normAutofit fontScale="92500"/>
          </a:bodyPr>
          <a:lstStyle/>
          <a:p>
            <a:r>
              <a:rPr lang="en-US" dirty="0"/>
              <a:t>Read the information about the female reproductive system on pg.51.</a:t>
            </a:r>
          </a:p>
          <a:p>
            <a:endParaRPr lang="en-US" dirty="0">
              <a:highlight>
                <a:srgbClr val="FFFF00"/>
              </a:highlight>
            </a:endParaRPr>
          </a:p>
          <a:p>
            <a:r>
              <a:rPr lang="en-US" dirty="0"/>
              <a:t>Use that information to help you fill in the blanks on pg.52.</a:t>
            </a:r>
          </a:p>
          <a:p>
            <a:endParaRPr lang="en-US" dirty="0">
              <a:highlight>
                <a:srgbClr val="FFFF00"/>
              </a:highlight>
            </a:endParaRPr>
          </a:p>
          <a:p>
            <a:r>
              <a:rPr lang="en-US" dirty="0"/>
              <a:t>Test your knowledge and have a go at labelling the female reproductive system image on pg.53 and fill in the function/description of each. </a:t>
            </a:r>
          </a:p>
          <a:p>
            <a:endParaRPr lang="en-US" dirty="0"/>
          </a:p>
          <a:p>
            <a:r>
              <a:rPr lang="en-US" dirty="0"/>
              <a:t>You have 12 minutes. </a:t>
            </a:r>
          </a:p>
        </p:txBody>
      </p:sp>
      <p:pic>
        <p:nvPicPr>
          <p:cNvPr id="5" name="Picture 4" descr="A close-up of a paper&#10;&#10;Description automatically generated">
            <a:extLst>
              <a:ext uri="{FF2B5EF4-FFF2-40B4-BE49-F238E27FC236}">
                <a16:creationId xmlns:a16="http://schemas.microsoft.com/office/drawing/2014/main" id="{9E0467A4-9EA7-B6A2-07C9-9B03C2448ED4}"/>
              </a:ext>
            </a:extLst>
          </p:cNvPr>
          <p:cNvPicPr>
            <a:picLocks noChangeAspect="1"/>
          </p:cNvPicPr>
          <p:nvPr/>
        </p:nvPicPr>
        <p:blipFill>
          <a:blip r:embed="rId3"/>
          <a:stretch>
            <a:fillRect/>
          </a:stretch>
        </p:blipFill>
        <p:spPr>
          <a:xfrm>
            <a:off x="6476555" y="2036432"/>
            <a:ext cx="2530836" cy="3436707"/>
          </a:xfrm>
          <a:prstGeom prst="rect">
            <a:avLst/>
          </a:prstGeom>
          <a:ln w="28575">
            <a:solidFill>
              <a:srgbClr val="0070C0"/>
            </a:solidFill>
          </a:ln>
        </p:spPr>
      </p:pic>
      <p:pic>
        <p:nvPicPr>
          <p:cNvPr id="7" name="Picture 6" descr="A paper with text and images&#10;&#10;Description automatically generated with medium confidence">
            <a:extLst>
              <a:ext uri="{FF2B5EF4-FFF2-40B4-BE49-F238E27FC236}">
                <a16:creationId xmlns:a16="http://schemas.microsoft.com/office/drawing/2014/main" id="{FA8483D9-A571-86DE-98D2-9E6667DD8086}"/>
              </a:ext>
            </a:extLst>
          </p:cNvPr>
          <p:cNvPicPr>
            <a:picLocks noChangeAspect="1"/>
          </p:cNvPicPr>
          <p:nvPr/>
        </p:nvPicPr>
        <p:blipFill>
          <a:blip r:embed="rId4"/>
          <a:stretch>
            <a:fillRect/>
          </a:stretch>
        </p:blipFill>
        <p:spPr>
          <a:xfrm>
            <a:off x="7690609" y="2514641"/>
            <a:ext cx="2586870" cy="3530096"/>
          </a:xfrm>
          <a:prstGeom prst="rect">
            <a:avLst/>
          </a:prstGeom>
          <a:ln w="28575">
            <a:solidFill>
              <a:srgbClr val="0070C0"/>
            </a:solidFill>
          </a:ln>
        </p:spPr>
      </p:pic>
      <p:pic>
        <p:nvPicPr>
          <p:cNvPr id="9" name="Picture 8" descr="A diagram of the uterus&#10;&#10;Description automatically generated">
            <a:extLst>
              <a:ext uri="{FF2B5EF4-FFF2-40B4-BE49-F238E27FC236}">
                <a16:creationId xmlns:a16="http://schemas.microsoft.com/office/drawing/2014/main" id="{2404166E-9261-4CF6-D5EB-4A8312294111}"/>
              </a:ext>
            </a:extLst>
          </p:cNvPr>
          <p:cNvPicPr>
            <a:picLocks noChangeAspect="1"/>
          </p:cNvPicPr>
          <p:nvPr/>
        </p:nvPicPr>
        <p:blipFill>
          <a:blip r:embed="rId5"/>
          <a:stretch>
            <a:fillRect/>
          </a:stretch>
        </p:blipFill>
        <p:spPr>
          <a:xfrm>
            <a:off x="9007391" y="3151610"/>
            <a:ext cx="2540175" cy="3464724"/>
          </a:xfrm>
          <a:prstGeom prst="rect">
            <a:avLst/>
          </a:prstGeom>
          <a:ln w="28575">
            <a:solidFill>
              <a:srgbClr val="0070C0"/>
            </a:solidFill>
          </a:ln>
        </p:spPr>
      </p:pic>
    </p:spTree>
    <p:extLst>
      <p:ext uri="{BB962C8B-B14F-4D97-AF65-F5344CB8AC3E}">
        <p14:creationId xmlns:p14="http://schemas.microsoft.com/office/powerpoint/2010/main" val="3124873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7B88D-5A3E-2FD2-E3F4-B4A391C5256E}"/>
              </a:ext>
            </a:extLst>
          </p:cNvPr>
          <p:cNvSpPr>
            <a:spLocks noGrp="1"/>
          </p:cNvSpPr>
          <p:nvPr>
            <p:ph type="title"/>
          </p:nvPr>
        </p:nvSpPr>
        <p:spPr/>
        <p:txBody>
          <a:bodyPr/>
          <a:lstStyle/>
          <a:p>
            <a:endParaRPr lang="en-US"/>
          </a:p>
        </p:txBody>
      </p:sp>
      <p:pic>
        <p:nvPicPr>
          <p:cNvPr id="4" name="Online Media 3" descr="The Menstrual Cycle">
            <a:hlinkClick r:id="" action="ppaction://media"/>
            <a:extLst>
              <a:ext uri="{FF2B5EF4-FFF2-40B4-BE49-F238E27FC236}">
                <a16:creationId xmlns:a16="http://schemas.microsoft.com/office/drawing/2014/main" id="{A3E38300-0252-3EAB-6C26-783BC205263B}"/>
              </a:ext>
            </a:extLst>
          </p:cNvPr>
          <p:cNvPicPr>
            <a:picLocks noGrp="1" noRot="1" noChangeAspect="1"/>
          </p:cNvPicPr>
          <p:nvPr>
            <p:ph idx="1"/>
            <a:videoFile r:link="rId1"/>
          </p:nvPr>
        </p:nvPicPr>
        <p:blipFill>
          <a:blip r:embed="rId4"/>
          <a:stretch>
            <a:fillRect/>
          </a:stretch>
        </p:blipFill>
        <p:spPr>
          <a:xfrm>
            <a:off x="894988" y="0"/>
            <a:ext cx="11018338" cy="6858000"/>
          </a:xfrm>
          <a:prstGeom prst="rect">
            <a:avLst/>
          </a:prstGeom>
        </p:spPr>
      </p:pic>
    </p:spTree>
    <p:extLst>
      <p:ext uri="{BB962C8B-B14F-4D97-AF65-F5344CB8AC3E}">
        <p14:creationId xmlns:p14="http://schemas.microsoft.com/office/powerpoint/2010/main" val="3822504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44F3-1ED2-ECDB-C006-78F70A871DD7}"/>
              </a:ext>
            </a:extLst>
          </p:cNvPr>
          <p:cNvSpPr>
            <a:spLocks noGrp="1"/>
          </p:cNvSpPr>
          <p:nvPr>
            <p:ph type="title"/>
          </p:nvPr>
        </p:nvSpPr>
        <p:spPr/>
        <p:txBody>
          <a:bodyPr/>
          <a:lstStyle/>
          <a:p>
            <a:r>
              <a:rPr lang="en-US" dirty="0"/>
              <a:t>Ovulation </a:t>
            </a:r>
            <a:r>
              <a:rPr lang="en-AU" sz="5400" b="1" dirty="0">
                <a:solidFill>
                  <a:schemeClr val="tx1"/>
                </a:solidFill>
              </a:rPr>
              <a:t>(pg.54)</a:t>
            </a:r>
            <a:endParaRPr lang="en-US" dirty="0"/>
          </a:p>
        </p:txBody>
      </p:sp>
      <p:sp>
        <p:nvSpPr>
          <p:cNvPr id="3" name="Content Placeholder 2">
            <a:extLst>
              <a:ext uri="{FF2B5EF4-FFF2-40B4-BE49-F238E27FC236}">
                <a16:creationId xmlns:a16="http://schemas.microsoft.com/office/drawing/2014/main" id="{66B92EE5-E2FB-0EE1-B1E0-18C70F35F035}"/>
              </a:ext>
            </a:extLst>
          </p:cNvPr>
          <p:cNvSpPr>
            <a:spLocks noGrp="1"/>
          </p:cNvSpPr>
          <p:nvPr>
            <p:ph idx="1"/>
          </p:nvPr>
        </p:nvSpPr>
        <p:spPr>
          <a:xfrm>
            <a:off x="1251678" y="1528354"/>
            <a:ext cx="10178322" cy="5329646"/>
          </a:xfrm>
        </p:spPr>
        <p:txBody>
          <a:bodyPr>
            <a:normAutofit lnSpcReduction="10000"/>
          </a:bodyPr>
          <a:lstStyle/>
          <a:p>
            <a:pPr marL="342900" lvl="0" indent="-342900">
              <a:lnSpc>
                <a:spcPct val="107000"/>
              </a:lnSpc>
              <a:spcAft>
                <a:spcPts val="800"/>
              </a:spcAft>
              <a:buFont typeface="Symbol" pitchFamily="2" charset="2"/>
              <a:buChar char=""/>
            </a:pPr>
            <a:r>
              <a:rPr lang="en-AU" sz="1800" dirty="0">
                <a:effectLst/>
                <a:latin typeface="Calibri" panose="020F0502020204030204" pitchFamily="34" charset="0"/>
                <a:ea typeface="Times New Roman" panose="02020603050405020304" pitchFamily="18" charset="0"/>
              </a:rPr>
              <a:t>Girls are born with hundreds of tiny eggs. One egg is called an </a:t>
            </a:r>
            <a:r>
              <a:rPr lang="en-AU" sz="1800" b="1" dirty="0">
                <a:effectLst/>
                <a:latin typeface="Calibri" panose="020F0502020204030204" pitchFamily="34" charset="0"/>
                <a:ea typeface="Times New Roman" panose="02020603050405020304" pitchFamily="18" charset="0"/>
              </a:rPr>
              <a:t>ovum</a:t>
            </a:r>
            <a:r>
              <a:rPr lang="en-AU" sz="1800" dirty="0">
                <a:effectLst/>
                <a:latin typeface="Calibri" panose="020F0502020204030204" pitchFamily="34" charset="0"/>
                <a:ea typeface="Times New Roman" panose="02020603050405020304" pitchFamily="18" charset="0"/>
              </a:rPr>
              <a:t>, multiple eggs are called </a:t>
            </a:r>
            <a:r>
              <a:rPr lang="en-AU" sz="1800" b="1" dirty="0">
                <a:effectLst/>
                <a:latin typeface="Calibri" panose="020F0502020204030204" pitchFamily="34" charset="0"/>
                <a:ea typeface="Times New Roman" panose="02020603050405020304" pitchFamily="18" charset="0"/>
              </a:rPr>
              <a:t>ova</a:t>
            </a:r>
            <a:r>
              <a:rPr lang="en-AU" sz="1800" dirty="0">
                <a:effectLst/>
                <a:latin typeface="Calibri" panose="020F0502020204030204" pitchFamily="34" charset="0"/>
                <a:ea typeface="Times New Roman" panose="02020603050405020304" pitchFamily="18" charset="0"/>
              </a:rPr>
              <a:t>. </a:t>
            </a:r>
            <a:br>
              <a:rPr lang="en-AU" sz="1800" dirty="0">
                <a:effectLst/>
                <a:latin typeface="Calibri" panose="020F0502020204030204" pitchFamily="34" charset="0"/>
                <a:ea typeface="Times New Roman" panose="02020603050405020304" pitchFamily="18" charset="0"/>
              </a:rPr>
            </a:br>
            <a:endParaRPr lang="en-AU" sz="1800" dirty="0">
              <a:effectLst/>
              <a:latin typeface="Calibri" panose="020F0502020204030204" pitchFamily="34" charset="0"/>
              <a:ea typeface="Times New Roman" panose="02020603050405020304" pitchFamily="18" charset="0"/>
            </a:endParaRPr>
          </a:p>
          <a:p>
            <a:pPr marL="342900" lvl="0" indent="-342900">
              <a:lnSpc>
                <a:spcPct val="107000"/>
              </a:lnSpc>
              <a:spcAft>
                <a:spcPts val="800"/>
              </a:spcAft>
              <a:buFont typeface="Symbol" pitchFamily="2" charset="2"/>
              <a:buChar char=""/>
            </a:pPr>
            <a:r>
              <a:rPr lang="en-AU" sz="1800" dirty="0">
                <a:effectLst/>
                <a:latin typeface="Calibri" panose="020F0502020204030204" pitchFamily="34" charset="0"/>
                <a:ea typeface="Times New Roman" panose="02020603050405020304" pitchFamily="18" charset="0"/>
              </a:rPr>
              <a:t>They mature and develop in the </a:t>
            </a:r>
            <a:r>
              <a:rPr lang="en-AU" sz="1800" b="1" dirty="0">
                <a:effectLst/>
                <a:latin typeface="Calibri" panose="020F0502020204030204" pitchFamily="34" charset="0"/>
                <a:ea typeface="Times New Roman" panose="02020603050405020304" pitchFamily="18" charset="0"/>
              </a:rPr>
              <a:t>ovaries </a:t>
            </a:r>
            <a:br>
              <a:rPr lang="en-AU" sz="1800" b="1" dirty="0">
                <a:effectLst/>
                <a:latin typeface="Calibri" panose="020F0502020204030204" pitchFamily="34" charset="0"/>
                <a:ea typeface="Times New Roman" panose="02020603050405020304" pitchFamily="18" charset="0"/>
              </a:rPr>
            </a:br>
            <a:r>
              <a:rPr lang="en-AU" sz="1800" dirty="0">
                <a:effectLst/>
                <a:latin typeface="Calibri" panose="020F0502020204030204" pitchFamily="34" charset="0"/>
                <a:ea typeface="Times New Roman" panose="02020603050405020304" pitchFamily="18" charset="0"/>
              </a:rPr>
              <a:t>(singular = ovary).</a:t>
            </a:r>
            <a:br>
              <a:rPr lang="en-AU" sz="1800" dirty="0">
                <a:effectLst/>
                <a:latin typeface="Calibri" panose="020F0502020204030204" pitchFamily="34" charset="0"/>
                <a:ea typeface="Times New Roman" panose="02020603050405020304" pitchFamily="18" charset="0"/>
              </a:rPr>
            </a:br>
            <a:endParaRPr lang="en-AU" sz="1800" dirty="0">
              <a:effectLst/>
              <a:latin typeface="Calibri" panose="020F0502020204030204" pitchFamily="34" charset="0"/>
              <a:ea typeface="Times New Roman" panose="02020603050405020304" pitchFamily="18" charset="0"/>
            </a:endParaRPr>
          </a:p>
          <a:p>
            <a:pPr marL="342900" lvl="0" indent="-342900">
              <a:lnSpc>
                <a:spcPct val="107000"/>
              </a:lnSpc>
              <a:spcAft>
                <a:spcPts val="800"/>
              </a:spcAft>
              <a:buFont typeface="Symbol" pitchFamily="2" charset="2"/>
              <a:buChar char=""/>
            </a:pPr>
            <a:r>
              <a:rPr lang="en-AU" sz="1800" dirty="0">
                <a:effectLst/>
                <a:latin typeface="Calibri" panose="020F0502020204030204" pitchFamily="34" charset="0"/>
                <a:ea typeface="Times New Roman" panose="02020603050405020304" pitchFamily="18" charset="0"/>
              </a:rPr>
              <a:t>At puberty, </a:t>
            </a:r>
            <a:r>
              <a:rPr lang="en-AU" sz="1800" b="1" dirty="0">
                <a:effectLst/>
                <a:latin typeface="Calibri" panose="020F0502020204030204" pitchFamily="34" charset="0"/>
                <a:ea typeface="Times New Roman" panose="02020603050405020304" pitchFamily="18" charset="0"/>
              </a:rPr>
              <a:t>hormones</a:t>
            </a:r>
            <a:r>
              <a:rPr lang="en-AU" sz="1800" dirty="0">
                <a:effectLst/>
                <a:latin typeface="Calibri" panose="020F0502020204030204" pitchFamily="34" charset="0"/>
                <a:ea typeface="Times New Roman" panose="02020603050405020304" pitchFamily="18" charset="0"/>
              </a:rPr>
              <a:t> tell the ovaries that it’s </a:t>
            </a:r>
            <a:br>
              <a:rPr lang="en-AU" sz="1800" dirty="0">
                <a:effectLst/>
                <a:latin typeface="Calibri" panose="020F0502020204030204" pitchFamily="34" charset="0"/>
                <a:ea typeface="Times New Roman" panose="02020603050405020304" pitchFamily="18" charset="0"/>
              </a:rPr>
            </a:br>
            <a:r>
              <a:rPr lang="en-AU" sz="1800" dirty="0">
                <a:effectLst/>
                <a:latin typeface="Calibri" panose="020F0502020204030204" pitchFamily="34" charset="0"/>
                <a:ea typeface="Times New Roman" panose="02020603050405020304" pitchFamily="18" charset="0"/>
              </a:rPr>
              <a:t>time to start releasing ova/eggs. </a:t>
            </a:r>
            <a:br>
              <a:rPr lang="en-AU" sz="1800" dirty="0">
                <a:effectLst/>
                <a:latin typeface="Calibri" panose="020F0502020204030204" pitchFamily="34" charset="0"/>
                <a:ea typeface="Times New Roman" panose="02020603050405020304" pitchFamily="18" charset="0"/>
              </a:rPr>
            </a:br>
            <a:endParaRPr lang="en-AU" sz="1800" dirty="0">
              <a:effectLst/>
              <a:latin typeface="Calibri" panose="020F0502020204030204" pitchFamily="34" charset="0"/>
              <a:ea typeface="Times New Roman" panose="02020603050405020304" pitchFamily="18" charset="0"/>
            </a:endParaRPr>
          </a:p>
          <a:p>
            <a:pPr marL="342900" lvl="0" indent="-342900">
              <a:lnSpc>
                <a:spcPct val="107000"/>
              </a:lnSpc>
              <a:spcAft>
                <a:spcPts val="800"/>
              </a:spcAft>
              <a:buFont typeface="Symbol" pitchFamily="2" charset="2"/>
              <a:buChar char=""/>
            </a:pPr>
            <a:r>
              <a:rPr lang="en-AU" sz="1800" dirty="0">
                <a:effectLst/>
                <a:latin typeface="Calibri" panose="020F0502020204030204" pitchFamily="34" charset="0"/>
                <a:ea typeface="Times New Roman" panose="02020603050405020304" pitchFamily="18" charset="0"/>
              </a:rPr>
              <a:t>Usually, one egg at a time matures (develops) and </a:t>
            </a:r>
            <a:br>
              <a:rPr lang="en-AU" sz="1800" dirty="0">
                <a:effectLst/>
                <a:latin typeface="Calibri" panose="020F0502020204030204" pitchFamily="34" charset="0"/>
                <a:ea typeface="Times New Roman" panose="02020603050405020304" pitchFamily="18" charset="0"/>
              </a:rPr>
            </a:br>
            <a:r>
              <a:rPr lang="en-AU" sz="1800" dirty="0">
                <a:effectLst/>
                <a:latin typeface="Calibri" panose="020F0502020204030204" pitchFamily="34" charset="0"/>
                <a:ea typeface="Times New Roman" panose="02020603050405020304" pitchFamily="18" charset="0"/>
              </a:rPr>
              <a:t>is released from an ovary. </a:t>
            </a:r>
            <a:br>
              <a:rPr lang="en-AU" sz="1800" dirty="0">
                <a:effectLst/>
                <a:latin typeface="Calibri" panose="020F0502020204030204" pitchFamily="34" charset="0"/>
                <a:ea typeface="Times New Roman" panose="02020603050405020304" pitchFamily="18" charset="0"/>
              </a:rPr>
            </a:br>
            <a:endParaRPr lang="en-AU" sz="1800" dirty="0">
              <a:effectLst/>
              <a:latin typeface="Calibri" panose="020F0502020204030204" pitchFamily="34" charset="0"/>
              <a:ea typeface="Times New Roman" panose="02020603050405020304" pitchFamily="18" charset="0"/>
            </a:endParaRPr>
          </a:p>
          <a:p>
            <a:pPr marL="342900" lvl="0" indent="-342900">
              <a:lnSpc>
                <a:spcPct val="107000"/>
              </a:lnSpc>
              <a:spcAft>
                <a:spcPts val="800"/>
              </a:spcAft>
              <a:buFont typeface="Symbol" pitchFamily="2" charset="2"/>
              <a:buChar char=""/>
            </a:pPr>
            <a:r>
              <a:rPr lang="en-AU" sz="1800" dirty="0">
                <a:effectLst/>
                <a:latin typeface="Calibri" panose="020F0502020204030204" pitchFamily="34" charset="0"/>
                <a:ea typeface="Times New Roman" panose="02020603050405020304" pitchFamily="18" charset="0"/>
              </a:rPr>
              <a:t>This release of the ovum from the ovary is </a:t>
            </a:r>
            <a:br>
              <a:rPr lang="en-AU" sz="1800" dirty="0">
                <a:effectLst/>
                <a:latin typeface="Calibri" panose="020F0502020204030204" pitchFamily="34" charset="0"/>
                <a:ea typeface="Times New Roman" panose="02020603050405020304" pitchFamily="18" charset="0"/>
              </a:rPr>
            </a:br>
            <a:r>
              <a:rPr lang="en-AU" sz="1800" dirty="0">
                <a:effectLst/>
                <a:latin typeface="Calibri" panose="020F0502020204030204" pitchFamily="34" charset="0"/>
                <a:ea typeface="Times New Roman" panose="02020603050405020304" pitchFamily="18" charset="0"/>
              </a:rPr>
              <a:t>called </a:t>
            </a:r>
            <a:r>
              <a:rPr lang="en-AU" sz="1800" b="1" dirty="0">
                <a:effectLst/>
                <a:latin typeface="Calibri" panose="020F0502020204030204" pitchFamily="34" charset="0"/>
                <a:ea typeface="Times New Roman" panose="02020603050405020304" pitchFamily="18" charset="0"/>
              </a:rPr>
              <a:t>ovulation.</a:t>
            </a:r>
            <a:br>
              <a:rPr lang="en-AU" sz="1800" b="1" dirty="0">
                <a:effectLst/>
                <a:latin typeface="Calibri" panose="020F0502020204030204" pitchFamily="34" charset="0"/>
                <a:ea typeface="Times New Roman" panose="02020603050405020304" pitchFamily="18" charset="0"/>
              </a:rPr>
            </a:br>
            <a:endParaRPr lang="en-AU" sz="1800" dirty="0">
              <a:effectLst/>
              <a:latin typeface="Calibri" panose="020F0502020204030204" pitchFamily="34" charset="0"/>
              <a:ea typeface="Times New Roman" panose="02020603050405020304" pitchFamily="18" charset="0"/>
            </a:endParaRPr>
          </a:p>
          <a:p>
            <a:pPr marL="342900" lvl="0" indent="-342900">
              <a:lnSpc>
                <a:spcPct val="107000"/>
              </a:lnSpc>
              <a:spcAft>
                <a:spcPts val="800"/>
              </a:spcAft>
              <a:buFont typeface="Symbol" pitchFamily="2" charset="2"/>
              <a:buChar char=""/>
            </a:pPr>
            <a:r>
              <a:rPr lang="en-AU" sz="1800" dirty="0">
                <a:effectLst/>
                <a:latin typeface="Calibri" panose="020F0502020204030204" pitchFamily="34" charset="0"/>
                <a:ea typeface="Times New Roman" panose="02020603050405020304" pitchFamily="18" charset="0"/>
              </a:rPr>
              <a:t>Ovulation occurs on average once a month.</a:t>
            </a:r>
            <a:endParaRPr lang="en-AU" sz="1800" dirty="0">
              <a:effectLst/>
              <a:latin typeface="Times New Roman" panose="02020603050405020304" pitchFamily="18" charset="0"/>
              <a:ea typeface="Times New Roman" panose="02020603050405020304" pitchFamily="18" charset="0"/>
            </a:endParaRPr>
          </a:p>
        </p:txBody>
      </p:sp>
      <p:pic>
        <p:nvPicPr>
          <p:cNvPr id="1026" name="Picture 2" descr="Ovulation - Calendar Symptoms Signs Pain Pregnancy Contraception FAQs">
            <a:extLst>
              <a:ext uri="{FF2B5EF4-FFF2-40B4-BE49-F238E27FC236}">
                <a16:creationId xmlns:a16="http://schemas.microsoft.com/office/drawing/2014/main" id="{3D62DEAC-968C-A48B-847E-199F868998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67" t="4031" r="15388" b="4905"/>
          <a:stretch/>
        </p:blipFill>
        <p:spPr bwMode="auto">
          <a:xfrm>
            <a:off x="6544490" y="2327948"/>
            <a:ext cx="5251268" cy="3730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999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2D04A-7064-5C54-759B-6BB5E9E16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657E3-FDC6-0B65-4E79-7139F58AA123}"/>
              </a:ext>
            </a:extLst>
          </p:cNvPr>
          <p:cNvSpPr>
            <a:spLocks noGrp="1"/>
          </p:cNvSpPr>
          <p:nvPr>
            <p:ph type="title"/>
          </p:nvPr>
        </p:nvSpPr>
        <p:spPr/>
        <p:txBody>
          <a:bodyPr/>
          <a:lstStyle/>
          <a:p>
            <a:r>
              <a:rPr lang="en-US" dirty="0"/>
              <a:t>Ovulation continued… </a:t>
            </a:r>
            <a:r>
              <a:rPr lang="en-AU" sz="5400" b="1" dirty="0">
                <a:solidFill>
                  <a:schemeClr val="tx1"/>
                </a:solidFill>
              </a:rPr>
              <a:t>(pg.54)</a:t>
            </a:r>
            <a:endParaRPr lang="en-US" dirty="0"/>
          </a:p>
        </p:txBody>
      </p:sp>
      <p:sp>
        <p:nvSpPr>
          <p:cNvPr id="3" name="Content Placeholder 2">
            <a:extLst>
              <a:ext uri="{FF2B5EF4-FFF2-40B4-BE49-F238E27FC236}">
                <a16:creationId xmlns:a16="http://schemas.microsoft.com/office/drawing/2014/main" id="{CD491464-F93E-A66D-84F8-B789F7E97384}"/>
              </a:ext>
            </a:extLst>
          </p:cNvPr>
          <p:cNvSpPr>
            <a:spLocks noGrp="1"/>
          </p:cNvSpPr>
          <p:nvPr>
            <p:ph idx="1"/>
          </p:nvPr>
        </p:nvSpPr>
        <p:spPr>
          <a:xfrm>
            <a:off x="1006839" y="1711234"/>
            <a:ext cx="10178322" cy="5003074"/>
          </a:xfrm>
        </p:spPr>
        <p:txBody>
          <a:bodyPr>
            <a:normAutofit/>
          </a:bodyPr>
          <a:lstStyle/>
          <a:p>
            <a:pPr marL="342900" lvl="0" indent="-342900">
              <a:lnSpc>
                <a:spcPct val="107000"/>
              </a:lnSpc>
              <a:spcAft>
                <a:spcPts val="800"/>
              </a:spcAft>
              <a:buFont typeface="Symbol" pitchFamily="2" charset="2"/>
              <a:buChar char=""/>
            </a:pPr>
            <a:r>
              <a:rPr lang="en-AU" sz="2400" dirty="0">
                <a:effectLst/>
                <a:latin typeface="Calibri" panose="020F0502020204030204" pitchFamily="34" charset="0"/>
                <a:ea typeface="Times New Roman" panose="02020603050405020304" pitchFamily="18" charset="0"/>
              </a:rPr>
              <a:t>At the same time, the uterus starts to grow a </a:t>
            </a:r>
            <a:br>
              <a:rPr lang="en-AU" sz="2400" dirty="0">
                <a:effectLst/>
                <a:latin typeface="Calibri" panose="020F0502020204030204" pitchFamily="34" charset="0"/>
                <a:ea typeface="Times New Roman" panose="02020603050405020304" pitchFamily="18" charset="0"/>
              </a:rPr>
            </a:br>
            <a:r>
              <a:rPr lang="en-AU" sz="2400" dirty="0">
                <a:effectLst/>
                <a:latin typeface="Calibri" panose="020F0502020204030204" pitchFamily="34" charset="0"/>
                <a:ea typeface="Times New Roman" panose="02020603050405020304" pitchFamily="18" charset="0"/>
              </a:rPr>
              <a:t>thick lining on the inside wall. </a:t>
            </a:r>
            <a:br>
              <a:rPr lang="en-AU" sz="2400" dirty="0">
                <a:effectLst/>
                <a:latin typeface="Calibri" panose="020F0502020204030204" pitchFamily="34" charset="0"/>
                <a:ea typeface="Times New Roman" panose="02020603050405020304" pitchFamily="18" charset="0"/>
              </a:rPr>
            </a:br>
            <a:endParaRPr lang="en-AU" sz="2400" dirty="0">
              <a:effectLst/>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itchFamily="2" charset="2"/>
              <a:buChar char=""/>
            </a:pPr>
            <a:r>
              <a:rPr lang="en-AU" sz="2400" dirty="0">
                <a:effectLst/>
                <a:latin typeface="Calibri" panose="020F0502020204030204" pitchFamily="34" charset="0"/>
                <a:ea typeface="Times New Roman" panose="02020603050405020304" pitchFamily="18" charset="0"/>
              </a:rPr>
              <a:t>This uterine lining is called the </a:t>
            </a:r>
            <a:r>
              <a:rPr lang="en-AU" sz="2400" b="1" dirty="0">
                <a:effectLst/>
                <a:latin typeface="Calibri" panose="020F0502020204030204" pitchFamily="34" charset="0"/>
                <a:ea typeface="Times New Roman" panose="02020603050405020304" pitchFamily="18" charset="0"/>
              </a:rPr>
              <a:t>endometrium. </a:t>
            </a:r>
            <a:endParaRPr lang="en-AU" sz="2400" dirty="0">
              <a:effectLst/>
              <a:latin typeface="Times New Roman" panose="02020603050405020304" pitchFamily="18" charset="0"/>
              <a:ea typeface="Times New Roman" panose="02020603050405020304" pitchFamily="18" charset="0"/>
            </a:endParaRPr>
          </a:p>
          <a:p>
            <a:pPr marL="742950" lvl="1" indent="-285750">
              <a:lnSpc>
                <a:spcPct val="107000"/>
              </a:lnSpc>
              <a:spcAft>
                <a:spcPts val="800"/>
              </a:spcAft>
              <a:buFont typeface="Courier New" panose="02070309020205020404" pitchFamily="49" charset="0"/>
              <a:buChar char="o"/>
            </a:pPr>
            <a:r>
              <a:rPr lang="en-AU" sz="2400" dirty="0">
                <a:effectLst/>
                <a:latin typeface="Calibri" panose="020F0502020204030204" pitchFamily="34" charset="0"/>
                <a:ea typeface="Times New Roman" panose="02020603050405020304" pitchFamily="18" charset="0"/>
              </a:rPr>
              <a:t>The endometrium/uterine lining has </a:t>
            </a:r>
            <a:br>
              <a:rPr lang="en-AU" sz="2400" dirty="0">
                <a:effectLst/>
                <a:latin typeface="Calibri" panose="020F0502020204030204" pitchFamily="34" charset="0"/>
                <a:ea typeface="Times New Roman" panose="02020603050405020304" pitchFamily="18" charset="0"/>
              </a:rPr>
            </a:br>
            <a:r>
              <a:rPr lang="en-AU" sz="2400" dirty="0">
                <a:effectLst/>
                <a:latin typeface="Calibri" panose="020F0502020204030204" pitchFamily="34" charset="0"/>
                <a:ea typeface="Times New Roman" panose="02020603050405020304" pitchFamily="18" charset="0"/>
              </a:rPr>
              <a:t>lots of</a:t>
            </a:r>
            <a:r>
              <a:rPr lang="en-AU" sz="2400" dirty="0">
                <a:latin typeface="Calibri" panose="020F0502020204030204" pitchFamily="34" charset="0"/>
                <a:ea typeface="Times New Roman" panose="02020603050405020304" pitchFamily="18" charset="0"/>
              </a:rPr>
              <a:t> </a:t>
            </a:r>
            <a:r>
              <a:rPr lang="en-AU" sz="2400" dirty="0">
                <a:effectLst/>
                <a:latin typeface="Calibri" panose="020F0502020204030204" pitchFamily="34" charset="0"/>
                <a:ea typeface="Times New Roman" panose="02020603050405020304" pitchFamily="18" charset="0"/>
              </a:rPr>
              <a:t>tiny blood vessels. </a:t>
            </a:r>
            <a:endParaRPr lang="en-AU" sz="2400" dirty="0">
              <a:effectLst/>
              <a:latin typeface="Times New Roman" panose="02020603050405020304" pitchFamily="18" charset="0"/>
              <a:ea typeface="Times New Roman" panose="02020603050405020304" pitchFamily="18" charset="0"/>
            </a:endParaRPr>
          </a:p>
          <a:p>
            <a:pPr marL="742950" lvl="1" indent="-285750">
              <a:lnSpc>
                <a:spcPct val="107000"/>
              </a:lnSpc>
              <a:spcAft>
                <a:spcPts val="800"/>
              </a:spcAft>
              <a:buFont typeface="Courier New" panose="02070309020205020404" pitchFamily="49" charset="0"/>
              <a:buChar char="o"/>
            </a:pPr>
            <a:r>
              <a:rPr lang="en-AU" sz="2400" dirty="0">
                <a:effectLst/>
                <a:latin typeface="Calibri" panose="020F0502020204030204" pitchFamily="34" charset="0"/>
                <a:ea typeface="Times New Roman" panose="02020603050405020304" pitchFamily="18" charset="0"/>
              </a:rPr>
              <a:t>The lining is there to protect and feed </a:t>
            </a:r>
            <a:br>
              <a:rPr lang="en-AU" sz="2400" dirty="0">
                <a:effectLst/>
                <a:latin typeface="Calibri" panose="020F0502020204030204" pitchFamily="34" charset="0"/>
                <a:ea typeface="Times New Roman" panose="02020603050405020304" pitchFamily="18" charset="0"/>
              </a:rPr>
            </a:br>
            <a:r>
              <a:rPr lang="en-AU" sz="2400" dirty="0">
                <a:effectLst/>
                <a:latin typeface="Calibri" panose="020F0502020204030204" pitchFamily="34" charset="0"/>
                <a:ea typeface="Times New Roman" panose="02020603050405020304" pitchFamily="18" charset="0"/>
              </a:rPr>
              <a:t>an ovum that has combined with a sperm </a:t>
            </a:r>
            <a:br>
              <a:rPr lang="en-AU" sz="2400" dirty="0">
                <a:effectLst/>
                <a:latin typeface="Calibri" panose="020F0502020204030204" pitchFamily="34" charset="0"/>
                <a:ea typeface="Times New Roman" panose="02020603050405020304" pitchFamily="18" charset="0"/>
              </a:rPr>
            </a:br>
            <a:r>
              <a:rPr lang="en-AU" sz="2400" dirty="0">
                <a:effectLst/>
                <a:latin typeface="Calibri" panose="020F0502020204030204" pitchFamily="34" charset="0"/>
                <a:ea typeface="Times New Roman" panose="02020603050405020304" pitchFamily="18" charset="0"/>
              </a:rPr>
              <a:t>to form a fertilised egg. </a:t>
            </a:r>
            <a:endParaRPr lang="en-AU" sz="2400" dirty="0">
              <a:effectLst/>
              <a:latin typeface="Times New Roman" panose="02020603050405020304" pitchFamily="18" charset="0"/>
              <a:ea typeface="Times New Roman" panose="02020603050405020304" pitchFamily="18" charset="0"/>
            </a:endParaRPr>
          </a:p>
        </p:txBody>
      </p:sp>
      <p:pic>
        <p:nvPicPr>
          <p:cNvPr id="6" name="Picture 2" descr="Ovulation Cycle: How does Ovulation Work? | SheCares">
            <a:extLst>
              <a:ext uri="{FF2B5EF4-FFF2-40B4-BE49-F238E27FC236}">
                <a16:creationId xmlns:a16="http://schemas.microsoft.com/office/drawing/2014/main" id="{5472120F-C0DF-D618-F954-30C3C0CB76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4651" y="1658982"/>
            <a:ext cx="3927566" cy="500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3772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1502C-F123-B7DF-FDB5-75462533FF03}"/>
              </a:ext>
            </a:extLst>
          </p:cNvPr>
          <p:cNvSpPr>
            <a:spLocks noGrp="1"/>
          </p:cNvSpPr>
          <p:nvPr>
            <p:ph type="title"/>
          </p:nvPr>
        </p:nvSpPr>
        <p:spPr/>
        <p:txBody>
          <a:bodyPr/>
          <a:lstStyle/>
          <a:p>
            <a:r>
              <a:rPr lang="en-US" dirty="0"/>
              <a:t>MENSTRUATION </a:t>
            </a:r>
            <a:r>
              <a:rPr lang="en-AU" sz="4800" b="1" dirty="0">
                <a:solidFill>
                  <a:schemeClr val="tx1"/>
                </a:solidFill>
              </a:rPr>
              <a:t>(pg.55)</a:t>
            </a:r>
            <a:endParaRPr lang="en-US" dirty="0"/>
          </a:p>
        </p:txBody>
      </p:sp>
      <p:sp>
        <p:nvSpPr>
          <p:cNvPr id="3" name="Content Placeholder 2">
            <a:extLst>
              <a:ext uri="{FF2B5EF4-FFF2-40B4-BE49-F238E27FC236}">
                <a16:creationId xmlns:a16="http://schemas.microsoft.com/office/drawing/2014/main" id="{BB678F79-7E46-885E-8EBD-886ADE8C70BC}"/>
              </a:ext>
            </a:extLst>
          </p:cNvPr>
          <p:cNvSpPr>
            <a:spLocks noGrp="1"/>
          </p:cNvSpPr>
          <p:nvPr>
            <p:ph idx="1"/>
          </p:nvPr>
        </p:nvSpPr>
        <p:spPr>
          <a:xfrm>
            <a:off x="1251678" y="1472540"/>
            <a:ext cx="10178322" cy="5003075"/>
          </a:xfrm>
        </p:spPr>
        <p:txBody>
          <a:bodyPr>
            <a:normAutofit/>
          </a:bodyPr>
          <a:lstStyle/>
          <a:p>
            <a:pPr marL="342900" lvl="0" indent="-342900">
              <a:lnSpc>
                <a:spcPct val="107000"/>
              </a:lnSpc>
              <a:spcAft>
                <a:spcPts val="800"/>
              </a:spcAft>
              <a:buFont typeface="Symbol" pitchFamily="2" charset="2"/>
              <a:buChar char=""/>
            </a:pPr>
            <a:r>
              <a:rPr lang="en-AU" dirty="0">
                <a:effectLst/>
                <a:latin typeface="Calibri" panose="020F0502020204030204" pitchFamily="34" charset="0"/>
                <a:ea typeface="Times New Roman" panose="02020603050405020304" pitchFamily="18" charset="0"/>
              </a:rPr>
              <a:t>If an ovum/egg </a:t>
            </a:r>
            <a:r>
              <a:rPr lang="en-AU" u="sng" dirty="0">
                <a:effectLst/>
                <a:latin typeface="Calibri" panose="020F0502020204030204" pitchFamily="34" charset="0"/>
                <a:ea typeface="Times New Roman" panose="02020603050405020304" pitchFamily="18" charset="0"/>
              </a:rPr>
              <a:t>does not</a:t>
            </a:r>
            <a:r>
              <a:rPr lang="en-AU" dirty="0">
                <a:effectLst/>
                <a:latin typeface="Calibri" panose="020F0502020204030204" pitchFamily="34" charset="0"/>
                <a:ea typeface="Times New Roman" panose="02020603050405020304" pitchFamily="18" charset="0"/>
              </a:rPr>
              <a:t> meet a sperm, the endometrium (lining of the uterus) is not needed. </a:t>
            </a:r>
            <a:endParaRPr lang="en-AU" dirty="0">
              <a:effectLst/>
              <a:latin typeface="Times New Roman" panose="02020603050405020304" pitchFamily="18" charset="0"/>
              <a:ea typeface="Times New Roman" panose="02020603050405020304" pitchFamily="18" charset="0"/>
            </a:endParaRPr>
          </a:p>
          <a:p>
            <a:pPr marL="742950" lvl="1" indent="-285750">
              <a:lnSpc>
                <a:spcPct val="107000"/>
              </a:lnSpc>
              <a:spcAft>
                <a:spcPts val="800"/>
              </a:spcAft>
              <a:buFont typeface="Courier New" panose="02070309020205020404" pitchFamily="49" charset="0"/>
              <a:buChar char="o"/>
            </a:pPr>
            <a:r>
              <a:rPr lang="en-AU" sz="2000" dirty="0">
                <a:effectLst/>
                <a:latin typeface="Calibri" panose="020F0502020204030204" pitchFamily="34" charset="0"/>
                <a:ea typeface="Times New Roman" panose="02020603050405020304" pitchFamily="18" charset="0"/>
              </a:rPr>
              <a:t>It breaks up – mixed with some blood, it comes out of the uterus, through the </a:t>
            </a:r>
            <a:r>
              <a:rPr lang="en-AU" sz="2000" b="1" dirty="0">
                <a:effectLst/>
                <a:latin typeface="Calibri" panose="020F0502020204030204" pitchFamily="34" charset="0"/>
                <a:ea typeface="Times New Roman" panose="02020603050405020304" pitchFamily="18" charset="0"/>
              </a:rPr>
              <a:t>vagina</a:t>
            </a:r>
            <a:r>
              <a:rPr lang="en-AU" sz="2000" dirty="0">
                <a:effectLst/>
                <a:latin typeface="Calibri" panose="020F0502020204030204" pitchFamily="34" charset="0"/>
                <a:ea typeface="Times New Roman" panose="02020603050405020304" pitchFamily="18" charset="0"/>
              </a:rPr>
              <a:t> and then out of the body through the </a:t>
            </a:r>
            <a:r>
              <a:rPr lang="en-AU" sz="2000" b="1" dirty="0">
                <a:effectLst/>
                <a:latin typeface="Calibri" panose="020F0502020204030204" pitchFamily="34" charset="0"/>
                <a:ea typeface="Times New Roman" panose="02020603050405020304" pitchFamily="18" charset="0"/>
              </a:rPr>
              <a:t>vaginal opening</a:t>
            </a:r>
            <a:r>
              <a:rPr lang="en-AU" sz="2000" dirty="0">
                <a:effectLst/>
                <a:latin typeface="Calibri" panose="020F0502020204030204" pitchFamily="34" charset="0"/>
                <a:ea typeface="Times New Roman" panose="02020603050405020304" pitchFamily="18" charset="0"/>
              </a:rPr>
              <a:t>. </a:t>
            </a:r>
            <a:endParaRPr lang="en-AU" sz="2000" dirty="0">
              <a:effectLst/>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itchFamily="2" charset="2"/>
              <a:buChar char=""/>
            </a:pPr>
            <a:r>
              <a:rPr lang="en-AU" dirty="0">
                <a:effectLst/>
                <a:latin typeface="Calibri" panose="020F0502020204030204" pitchFamily="34" charset="0"/>
                <a:ea typeface="Times New Roman" panose="02020603050405020304" pitchFamily="18" charset="0"/>
              </a:rPr>
              <a:t>This process is called </a:t>
            </a:r>
            <a:r>
              <a:rPr lang="en-AU" b="1" dirty="0">
                <a:effectLst/>
                <a:latin typeface="Calibri" panose="020F0502020204030204" pitchFamily="34" charset="0"/>
                <a:ea typeface="Times New Roman" panose="02020603050405020304" pitchFamily="18" charset="0"/>
              </a:rPr>
              <a:t>menstruation</a:t>
            </a:r>
            <a:r>
              <a:rPr lang="en-AU" dirty="0">
                <a:effectLst/>
                <a:latin typeface="Calibri" panose="020F0502020204030204" pitchFamily="34" charset="0"/>
                <a:ea typeface="Times New Roman" panose="02020603050405020304" pitchFamily="18" charset="0"/>
              </a:rPr>
              <a:t>. </a:t>
            </a:r>
            <a:endParaRPr lang="en-AU" dirty="0">
              <a:effectLst/>
              <a:latin typeface="Times New Roman" panose="02020603050405020304" pitchFamily="18" charset="0"/>
              <a:ea typeface="Times New Roman" panose="02020603050405020304" pitchFamily="18" charset="0"/>
            </a:endParaRPr>
          </a:p>
          <a:p>
            <a:pPr marL="742950" lvl="1" indent="-285750">
              <a:lnSpc>
                <a:spcPct val="107000"/>
              </a:lnSpc>
              <a:spcAft>
                <a:spcPts val="800"/>
              </a:spcAft>
              <a:buFont typeface="Courier New" panose="02070309020205020404" pitchFamily="49" charset="0"/>
              <a:buChar char="o"/>
            </a:pPr>
            <a:r>
              <a:rPr lang="en-AU" sz="2000" dirty="0">
                <a:effectLst/>
                <a:latin typeface="Calibri" panose="020F0502020204030204" pitchFamily="34" charset="0"/>
                <a:ea typeface="Times New Roman" panose="02020603050405020304" pitchFamily="18" charset="0"/>
              </a:rPr>
              <a:t>It is also commonly referred to as a </a:t>
            </a:r>
            <a:r>
              <a:rPr lang="en-AU" sz="2000" b="1" dirty="0">
                <a:effectLst/>
                <a:latin typeface="Calibri" panose="020F0502020204030204" pitchFamily="34" charset="0"/>
                <a:ea typeface="Times New Roman" panose="02020603050405020304" pitchFamily="18" charset="0"/>
              </a:rPr>
              <a:t>period</a:t>
            </a:r>
            <a:r>
              <a:rPr lang="en-AU" sz="2000" dirty="0">
                <a:effectLst/>
                <a:latin typeface="Calibri" panose="020F0502020204030204" pitchFamily="34" charset="0"/>
                <a:ea typeface="Times New Roman" panose="02020603050405020304" pitchFamily="18" charset="0"/>
              </a:rPr>
              <a:t>. </a:t>
            </a:r>
            <a:endParaRPr lang="en-AU" sz="2000" dirty="0">
              <a:effectLst/>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itchFamily="2" charset="2"/>
              <a:buChar char=""/>
            </a:pPr>
            <a:r>
              <a:rPr lang="en-AU" dirty="0">
                <a:effectLst/>
                <a:latin typeface="Calibri" panose="020F0502020204030204" pitchFamily="34" charset="0"/>
                <a:ea typeface="Times New Roman" panose="02020603050405020304" pitchFamily="18" charset="0"/>
              </a:rPr>
              <a:t>If a woman is </a:t>
            </a:r>
            <a:r>
              <a:rPr lang="en-AU" u="sng" dirty="0">
                <a:effectLst/>
                <a:latin typeface="Calibri" panose="020F0502020204030204" pitchFamily="34" charset="0"/>
                <a:ea typeface="Times New Roman" panose="02020603050405020304" pitchFamily="18" charset="0"/>
              </a:rPr>
              <a:t>not pregnant</a:t>
            </a:r>
            <a:r>
              <a:rPr lang="en-AU" dirty="0">
                <a:effectLst/>
                <a:latin typeface="Calibri" panose="020F0502020204030204" pitchFamily="34" charset="0"/>
                <a:ea typeface="Times New Roman" panose="02020603050405020304" pitchFamily="18" charset="0"/>
              </a:rPr>
              <a:t>, then her ovary will continue to release an ovum, the endometrium will build up and she will have her period. This will continue to occur if the egg is not fertilised. </a:t>
            </a:r>
            <a:endParaRPr lang="en-AU" dirty="0">
              <a:effectLst/>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itchFamily="2" charset="2"/>
              <a:buChar char=""/>
            </a:pPr>
            <a:r>
              <a:rPr lang="en-AU" dirty="0">
                <a:effectLst/>
                <a:latin typeface="Calibri" panose="020F0502020204030204" pitchFamily="34" charset="0"/>
                <a:ea typeface="Times New Roman" panose="02020603050405020304" pitchFamily="18" charset="0"/>
              </a:rPr>
              <a:t>The repetition of this cycle is called the </a:t>
            </a:r>
            <a:r>
              <a:rPr lang="en-AU" b="1" dirty="0">
                <a:effectLst/>
                <a:latin typeface="Calibri" panose="020F0502020204030204" pitchFamily="34" charset="0"/>
                <a:ea typeface="Times New Roman" panose="02020603050405020304" pitchFamily="18" charset="0"/>
              </a:rPr>
              <a:t>menstrual cycle</a:t>
            </a:r>
            <a:r>
              <a:rPr lang="en-AU" dirty="0">
                <a:effectLst/>
                <a:latin typeface="Calibri" panose="020F0502020204030204" pitchFamily="34" charset="0"/>
                <a:ea typeface="Times New Roman" panose="02020603050405020304" pitchFamily="18" charset="0"/>
              </a:rPr>
              <a:t>. On average it occurs every 28 days.</a:t>
            </a:r>
            <a:endParaRPr lang="en-AU"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40174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6A67A-7971-DBCF-5002-383F328C0990}"/>
              </a:ext>
            </a:extLst>
          </p:cNvPr>
          <p:cNvSpPr>
            <a:spLocks noGrp="1"/>
          </p:cNvSpPr>
          <p:nvPr>
            <p:ph type="title"/>
          </p:nvPr>
        </p:nvSpPr>
        <p:spPr/>
        <p:txBody>
          <a:bodyPr>
            <a:normAutofit fontScale="90000"/>
          </a:bodyPr>
          <a:lstStyle/>
          <a:p>
            <a:r>
              <a:rPr lang="en-US" dirty="0"/>
              <a:t>FERTILISATION/CONCEPTION </a:t>
            </a:r>
            <a:r>
              <a:rPr lang="en-AU" sz="5400" b="1" dirty="0">
                <a:solidFill>
                  <a:schemeClr val="tx1"/>
                </a:solidFill>
              </a:rPr>
              <a:t>(pg.55)</a:t>
            </a:r>
            <a:endParaRPr lang="en-US" dirty="0"/>
          </a:p>
        </p:txBody>
      </p:sp>
      <p:sp>
        <p:nvSpPr>
          <p:cNvPr id="3" name="Content Placeholder 2">
            <a:extLst>
              <a:ext uri="{FF2B5EF4-FFF2-40B4-BE49-F238E27FC236}">
                <a16:creationId xmlns:a16="http://schemas.microsoft.com/office/drawing/2014/main" id="{A558924C-5563-5A3B-B4DF-694CD119A16D}"/>
              </a:ext>
            </a:extLst>
          </p:cNvPr>
          <p:cNvSpPr>
            <a:spLocks noGrp="1"/>
          </p:cNvSpPr>
          <p:nvPr>
            <p:ph idx="1"/>
          </p:nvPr>
        </p:nvSpPr>
        <p:spPr>
          <a:xfrm>
            <a:off x="992777" y="1711234"/>
            <a:ext cx="5669280" cy="4764381"/>
          </a:xfrm>
        </p:spPr>
        <p:txBody>
          <a:bodyPr>
            <a:normAutofit/>
          </a:bodyPr>
          <a:lstStyle/>
          <a:p>
            <a:pPr marL="0" indent="0">
              <a:lnSpc>
                <a:spcPct val="107000"/>
              </a:lnSpc>
              <a:spcAft>
                <a:spcPts val="800"/>
              </a:spcAft>
              <a:buNone/>
            </a:pPr>
            <a:r>
              <a:rPr lang="en-AU" sz="1800" dirty="0">
                <a:effectLst/>
                <a:latin typeface="Calibri" panose="020F0502020204030204" pitchFamily="34" charset="0"/>
                <a:ea typeface="Times New Roman" panose="02020603050405020304" pitchFamily="18" charset="0"/>
              </a:rPr>
              <a:t>If a sperm fertilises an egg:</a:t>
            </a:r>
          </a:p>
          <a:p>
            <a:pPr marL="0" indent="0">
              <a:lnSpc>
                <a:spcPct val="107000"/>
              </a:lnSpc>
              <a:spcAft>
                <a:spcPts val="800"/>
              </a:spcAft>
              <a:buNone/>
            </a:pPr>
            <a:endParaRPr lang="en-AU" sz="1800" dirty="0">
              <a:latin typeface="Times New Roman" panose="02020603050405020304" pitchFamily="18" charset="0"/>
              <a:ea typeface="Times New Roman" panose="02020603050405020304" pitchFamily="18" charset="0"/>
            </a:endParaRPr>
          </a:p>
          <a:p>
            <a:pPr>
              <a:lnSpc>
                <a:spcPct val="107000"/>
              </a:lnSpc>
              <a:spcAft>
                <a:spcPts val="800"/>
              </a:spcAft>
            </a:pPr>
            <a:r>
              <a:rPr lang="en-AU" sz="1800" dirty="0">
                <a:effectLst/>
                <a:latin typeface="Calibri" panose="020F0502020204030204" pitchFamily="34" charset="0"/>
                <a:ea typeface="Times New Roman" panose="02020603050405020304" pitchFamily="18" charset="0"/>
              </a:rPr>
              <a:t>If an ovum is </a:t>
            </a:r>
            <a:r>
              <a:rPr lang="en-AU" sz="1800" u="sng" dirty="0">
                <a:effectLst/>
                <a:latin typeface="Calibri" panose="020F0502020204030204" pitchFamily="34" charset="0"/>
                <a:ea typeface="Times New Roman" panose="02020603050405020304" pitchFamily="18" charset="0"/>
              </a:rPr>
              <a:t>successfully fertilised</a:t>
            </a:r>
            <a:r>
              <a:rPr lang="en-AU" sz="1800" dirty="0">
                <a:effectLst/>
                <a:latin typeface="Calibri" panose="020F0502020204030204" pitchFamily="34" charset="0"/>
                <a:ea typeface="Times New Roman" panose="02020603050405020304" pitchFamily="18" charset="0"/>
              </a:rPr>
              <a:t> by a sperm, this occurs in the fallopian tube. The fertilised ovum will move and begin to implant into the lining of the uterus – the endometrium.</a:t>
            </a:r>
          </a:p>
          <a:p>
            <a:pPr lvl="1">
              <a:lnSpc>
                <a:spcPct val="107000"/>
              </a:lnSpc>
              <a:spcAft>
                <a:spcPts val="800"/>
              </a:spcAft>
              <a:buFont typeface="Courier New" panose="02070309020205020404" pitchFamily="49" charset="0"/>
              <a:buChar char="o"/>
            </a:pPr>
            <a:r>
              <a:rPr lang="en-AU" dirty="0">
                <a:effectLst/>
                <a:latin typeface="Calibri" panose="020F0502020204030204" pitchFamily="34" charset="0"/>
                <a:ea typeface="Times New Roman" panose="02020603050405020304" pitchFamily="18" charset="0"/>
              </a:rPr>
              <a:t>The process of a sperm fertilising an egg/ovum is called </a:t>
            </a:r>
            <a:r>
              <a:rPr lang="en-AU" b="1" dirty="0">
                <a:effectLst/>
                <a:latin typeface="Calibri" panose="020F0502020204030204" pitchFamily="34" charset="0"/>
                <a:ea typeface="Times New Roman" panose="02020603050405020304" pitchFamily="18" charset="0"/>
              </a:rPr>
              <a:t>conception</a:t>
            </a:r>
            <a:r>
              <a:rPr lang="en-AU" dirty="0">
                <a:effectLst/>
                <a:latin typeface="Calibri" panose="020F0502020204030204" pitchFamily="34" charset="0"/>
                <a:ea typeface="Times New Roman" panose="02020603050405020304" pitchFamily="18" charset="0"/>
              </a:rPr>
              <a:t>.</a:t>
            </a:r>
            <a:endParaRPr lang="en-AU" dirty="0">
              <a:latin typeface="Calibri" panose="020F0502020204030204" pitchFamily="34" charset="0"/>
              <a:ea typeface="Times New Roman" panose="02020603050405020304" pitchFamily="18" charset="0"/>
            </a:endParaRPr>
          </a:p>
          <a:p>
            <a:pPr lvl="0">
              <a:lnSpc>
                <a:spcPct val="107000"/>
              </a:lnSpc>
              <a:spcAft>
                <a:spcPts val="800"/>
              </a:spcAft>
            </a:pPr>
            <a:r>
              <a:rPr lang="en-AU" sz="1800" dirty="0">
                <a:effectLst/>
                <a:latin typeface="Calibri" panose="020F0502020204030204" pitchFamily="34" charset="0"/>
                <a:ea typeface="Times New Roman" panose="02020603050405020304" pitchFamily="18" charset="0"/>
              </a:rPr>
              <a:t>The endometrium provides the fertilised egg with the environment that it needs to develop into a baby. </a:t>
            </a:r>
          </a:p>
          <a:p>
            <a:pPr lvl="0">
              <a:lnSpc>
                <a:spcPct val="107000"/>
              </a:lnSpc>
              <a:spcAft>
                <a:spcPts val="800"/>
              </a:spcAft>
            </a:pPr>
            <a:r>
              <a:rPr lang="en-AU" sz="1800" dirty="0">
                <a:effectLst/>
                <a:latin typeface="Calibri" panose="020F0502020204030204" pitchFamily="34" charset="0"/>
                <a:ea typeface="Times New Roman" panose="02020603050405020304" pitchFamily="18" charset="0"/>
              </a:rPr>
              <a:t>Approximately 9 months later a baby will be ready to be born. </a:t>
            </a:r>
            <a:endParaRPr lang="en-AU" sz="1800" dirty="0">
              <a:effectLst/>
              <a:latin typeface="Times New Roman" panose="02020603050405020304" pitchFamily="18" charset="0"/>
              <a:ea typeface="Times New Roman" panose="02020603050405020304" pitchFamily="18" charset="0"/>
            </a:endParaRPr>
          </a:p>
        </p:txBody>
      </p:sp>
      <p:pic>
        <p:nvPicPr>
          <p:cNvPr id="4106" name="Picture 10" descr="Female Genital Pathology">
            <a:extLst>
              <a:ext uri="{FF2B5EF4-FFF2-40B4-BE49-F238E27FC236}">
                <a16:creationId xmlns:a16="http://schemas.microsoft.com/office/drawing/2014/main" id="{D2999177-88E4-F4F0-C1D4-A476A4B072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2057" y="2022960"/>
            <a:ext cx="5221151" cy="3644537"/>
          </a:xfrm>
          <a:prstGeom prst="rect">
            <a:avLst/>
          </a:prstGeom>
          <a:noFill/>
          <a:extLst>
            <a:ext uri="{909E8E84-426E-40DD-AFC4-6F175D3DCCD1}">
              <a14:hiddenFill xmlns:a14="http://schemas.microsoft.com/office/drawing/2010/main">
                <a:solidFill>
                  <a:srgbClr val="FFFFFF"/>
                </a:solidFill>
              </a14:hiddenFill>
            </a:ext>
          </a:extLst>
        </p:spPr>
      </p:pic>
      <p:sp>
        <p:nvSpPr>
          <p:cNvPr id="4" name="Cloud 3">
            <a:extLst>
              <a:ext uri="{FF2B5EF4-FFF2-40B4-BE49-F238E27FC236}">
                <a16:creationId xmlns:a16="http://schemas.microsoft.com/office/drawing/2014/main" id="{B368BC0F-1165-4319-A964-396424F2050E}"/>
              </a:ext>
            </a:extLst>
          </p:cNvPr>
          <p:cNvSpPr/>
          <p:nvPr/>
        </p:nvSpPr>
        <p:spPr>
          <a:xfrm>
            <a:off x="762000" y="564542"/>
            <a:ext cx="5791200" cy="3958709"/>
          </a:xfrm>
          <a:prstGeom prst="cloud">
            <a:avLst/>
          </a:prstGeom>
          <a:solidFill>
            <a:srgbClr val="C00000"/>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9B0C1BE-4EC3-D860-747C-137235EEFAF1}"/>
              </a:ext>
            </a:extLst>
          </p:cNvPr>
          <p:cNvSpPr txBox="1"/>
          <p:nvPr/>
        </p:nvSpPr>
        <p:spPr>
          <a:xfrm>
            <a:off x="1392644" y="1269650"/>
            <a:ext cx="4231084" cy="1415772"/>
          </a:xfrm>
          <a:prstGeom prst="rect">
            <a:avLst/>
          </a:prstGeom>
          <a:noFill/>
        </p:spPr>
        <p:txBody>
          <a:bodyPr wrap="square" rtlCol="0">
            <a:spAutoFit/>
          </a:bodyPr>
          <a:lstStyle/>
          <a:p>
            <a:pPr algn="ctr"/>
            <a:r>
              <a:rPr lang="en-US" sz="2800" dirty="0">
                <a:latin typeface="Jumble" panose="02000503000000020004" pitchFamily="2" charset="0"/>
              </a:rPr>
              <a:t>BONUS QUESTION!</a:t>
            </a:r>
          </a:p>
          <a:p>
            <a:pPr algn="ctr"/>
            <a:endParaRPr lang="en-US" dirty="0"/>
          </a:p>
          <a:p>
            <a:pPr algn="ctr"/>
            <a:r>
              <a:rPr lang="en-US" sz="2000" b="1" dirty="0"/>
              <a:t>Q: How many sperm does it take to fertilise an egg?</a:t>
            </a:r>
          </a:p>
        </p:txBody>
      </p:sp>
      <p:sp>
        <p:nvSpPr>
          <p:cNvPr id="8" name="TextBox 7">
            <a:extLst>
              <a:ext uri="{FF2B5EF4-FFF2-40B4-BE49-F238E27FC236}">
                <a16:creationId xmlns:a16="http://schemas.microsoft.com/office/drawing/2014/main" id="{0F319FD0-6CD7-20BB-9977-1499DF6B6339}"/>
              </a:ext>
            </a:extLst>
          </p:cNvPr>
          <p:cNvSpPr txBox="1"/>
          <p:nvPr/>
        </p:nvSpPr>
        <p:spPr>
          <a:xfrm>
            <a:off x="2789582" y="3010462"/>
            <a:ext cx="1736035" cy="646331"/>
          </a:xfrm>
          <a:prstGeom prst="rect">
            <a:avLst/>
          </a:prstGeom>
          <a:noFill/>
        </p:spPr>
        <p:txBody>
          <a:bodyPr wrap="square">
            <a:spAutoFit/>
          </a:bodyPr>
          <a:lstStyle/>
          <a:p>
            <a:r>
              <a:rPr lang="en-US" b="1" dirty="0">
                <a:solidFill>
                  <a:srgbClr val="FFC000"/>
                </a:solidFill>
              </a:rPr>
              <a:t>A: only ONE! </a:t>
            </a:r>
          </a:p>
          <a:p>
            <a:endParaRPr lang="en-US" b="1" dirty="0"/>
          </a:p>
        </p:txBody>
      </p:sp>
      <p:sp>
        <p:nvSpPr>
          <p:cNvPr id="11" name="Cloud 10">
            <a:extLst>
              <a:ext uri="{FF2B5EF4-FFF2-40B4-BE49-F238E27FC236}">
                <a16:creationId xmlns:a16="http://schemas.microsoft.com/office/drawing/2014/main" id="{EFA4DA1C-0185-955F-75E6-5DFB57F58258}"/>
              </a:ext>
            </a:extLst>
          </p:cNvPr>
          <p:cNvSpPr/>
          <p:nvPr/>
        </p:nvSpPr>
        <p:spPr>
          <a:xfrm>
            <a:off x="5638800" y="2579625"/>
            <a:ext cx="5791200" cy="3958709"/>
          </a:xfrm>
          <a:prstGeom prst="cloud">
            <a:avLst/>
          </a:prstGeom>
          <a:solidFill>
            <a:srgbClr val="C00000"/>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32B6AF70-4EA6-9E3A-575E-2EAA63210F73}"/>
              </a:ext>
            </a:extLst>
          </p:cNvPr>
          <p:cNvSpPr txBox="1"/>
          <p:nvPr/>
        </p:nvSpPr>
        <p:spPr>
          <a:xfrm>
            <a:off x="6501448" y="3198963"/>
            <a:ext cx="4532243" cy="1200329"/>
          </a:xfrm>
          <a:prstGeom prst="rect">
            <a:avLst/>
          </a:prstGeom>
          <a:noFill/>
        </p:spPr>
        <p:txBody>
          <a:bodyPr wrap="square" rtlCol="0">
            <a:spAutoFit/>
          </a:bodyPr>
          <a:lstStyle/>
          <a:p>
            <a:pPr algn="ctr"/>
            <a:r>
              <a:rPr lang="en-US" b="1" dirty="0"/>
              <a:t>Q:  What about in the case of multiple births?</a:t>
            </a:r>
          </a:p>
          <a:p>
            <a:pPr marL="285750" indent="-285750">
              <a:buFont typeface="Arial" panose="020B0604020202020204" pitchFamily="34" charset="0"/>
              <a:buChar char="•"/>
            </a:pPr>
            <a:r>
              <a:rPr lang="en-US" b="1" dirty="0"/>
              <a:t>i.e., twins and triplets etc. </a:t>
            </a:r>
          </a:p>
          <a:p>
            <a:pPr marL="285750" indent="-285750">
              <a:buFont typeface="Arial" panose="020B0604020202020204" pitchFamily="34" charset="0"/>
              <a:buChar char="•"/>
            </a:pPr>
            <a:r>
              <a:rPr lang="en-US" b="1" dirty="0"/>
              <a:t>identical and fraternal.</a:t>
            </a:r>
          </a:p>
        </p:txBody>
      </p:sp>
      <p:sp>
        <p:nvSpPr>
          <p:cNvPr id="10" name="TextBox 9">
            <a:extLst>
              <a:ext uri="{FF2B5EF4-FFF2-40B4-BE49-F238E27FC236}">
                <a16:creationId xmlns:a16="http://schemas.microsoft.com/office/drawing/2014/main" id="{2B1EE5CA-05F3-7A4F-8C74-97C724BD5DD1}"/>
              </a:ext>
            </a:extLst>
          </p:cNvPr>
          <p:cNvSpPr txBox="1"/>
          <p:nvPr/>
        </p:nvSpPr>
        <p:spPr>
          <a:xfrm>
            <a:off x="6096000" y="4320332"/>
            <a:ext cx="4532243" cy="1754326"/>
          </a:xfrm>
          <a:prstGeom prst="rect">
            <a:avLst/>
          </a:prstGeom>
          <a:noFill/>
        </p:spPr>
        <p:txBody>
          <a:bodyPr wrap="square">
            <a:spAutoFit/>
          </a:bodyPr>
          <a:lstStyle/>
          <a:p>
            <a:r>
              <a:rPr lang="en-US" b="1" dirty="0">
                <a:solidFill>
                  <a:srgbClr val="FFC000"/>
                </a:solidFill>
              </a:rPr>
              <a:t>A: </a:t>
            </a:r>
          </a:p>
          <a:p>
            <a:pPr marL="285750" indent="-285750">
              <a:buFont typeface="Arial" panose="020B0604020202020204" pitchFamily="34" charset="0"/>
              <a:buChar char="•"/>
            </a:pPr>
            <a:r>
              <a:rPr lang="en-US" b="1" dirty="0">
                <a:solidFill>
                  <a:srgbClr val="FFC000"/>
                </a:solidFill>
              </a:rPr>
              <a:t>Identical twins = one sperm with one egg that split.</a:t>
            </a:r>
          </a:p>
          <a:p>
            <a:pPr marL="285750" indent="-285750">
              <a:buFont typeface="Arial" panose="020B0604020202020204" pitchFamily="34" charset="0"/>
              <a:buChar char="•"/>
            </a:pPr>
            <a:r>
              <a:rPr lang="en-US" b="1" dirty="0">
                <a:solidFill>
                  <a:srgbClr val="FFC000"/>
                </a:solidFill>
              </a:rPr>
              <a:t>Fraternal twins = two eggs, two sperm (one sperm per egg)</a:t>
            </a:r>
          </a:p>
          <a:p>
            <a:endParaRPr lang="en-US" b="1" dirty="0"/>
          </a:p>
        </p:txBody>
      </p:sp>
    </p:spTree>
    <p:extLst>
      <p:ext uri="{BB962C8B-B14F-4D97-AF65-F5344CB8AC3E}">
        <p14:creationId xmlns:p14="http://schemas.microsoft.com/office/powerpoint/2010/main" val="2814494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32" presetClass="emph" presetSubtype="0" repeatCount="indefinite" fill="hold" grpId="1" nodeType="withEffect">
                                  <p:stCondLst>
                                    <p:cond delay="0"/>
                                  </p:stCondLst>
                                  <p:childTnLst>
                                    <p:animRot by="120000">
                                      <p:cBhvr>
                                        <p:cTn id="16" dur="100" fill="hold">
                                          <p:stCondLst>
                                            <p:cond delay="0"/>
                                          </p:stCondLst>
                                        </p:cTn>
                                        <p:tgtEl>
                                          <p:spTgt spid="4"/>
                                        </p:tgtEl>
                                        <p:attrNameLst>
                                          <p:attrName>r</p:attrName>
                                        </p:attrNameLst>
                                      </p:cBhvr>
                                    </p:animRot>
                                    <p:animRot by="-240000">
                                      <p:cBhvr>
                                        <p:cTn id="17" dur="200" fill="hold">
                                          <p:stCondLst>
                                            <p:cond delay="200"/>
                                          </p:stCondLst>
                                        </p:cTn>
                                        <p:tgtEl>
                                          <p:spTgt spid="4"/>
                                        </p:tgtEl>
                                        <p:attrNameLst>
                                          <p:attrName>r</p:attrName>
                                        </p:attrNameLst>
                                      </p:cBhvr>
                                    </p:animRot>
                                    <p:animRot by="240000">
                                      <p:cBhvr>
                                        <p:cTn id="18" dur="200" fill="hold">
                                          <p:stCondLst>
                                            <p:cond delay="400"/>
                                          </p:stCondLst>
                                        </p:cTn>
                                        <p:tgtEl>
                                          <p:spTgt spid="4"/>
                                        </p:tgtEl>
                                        <p:attrNameLst>
                                          <p:attrName>r</p:attrName>
                                        </p:attrNameLst>
                                      </p:cBhvr>
                                    </p:animRot>
                                    <p:animRot by="-240000">
                                      <p:cBhvr>
                                        <p:cTn id="19" dur="200" fill="hold">
                                          <p:stCondLst>
                                            <p:cond delay="600"/>
                                          </p:stCondLst>
                                        </p:cTn>
                                        <p:tgtEl>
                                          <p:spTgt spid="4"/>
                                        </p:tgtEl>
                                        <p:attrNameLst>
                                          <p:attrName>r</p:attrName>
                                        </p:attrNameLst>
                                      </p:cBhvr>
                                    </p:animRot>
                                    <p:animRot by="120000">
                                      <p:cBhvr>
                                        <p:cTn id="20" dur="200" fill="hold">
                                          <p:stCondLst>
                                            <p:cond delay="800"/>
                                          </p:stCondLst>
                                        </p:cTn>
                                        <p:tgtEl>
                                          <p:spTgt spid="4"/>
                                        </p:tgtEl>
                                        <p:attrNameLst>
                                          <p:attrName>r</p:attrName>
                                        </p:attrNameLst>
                                      </p:cBhvr>
                                    </p:animRo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32" presetClass="emph" presetSubtype="0" repeatCount="indefinite" fill="hold" grpId="1" nodeType="withEffect">
                                  <p:stCondLst>
                                    <p:cond delay="0"/>
                                  </p:stCondLst>
                                  <p:childTnLst>
                                    <p:animRot by="120000">
                                      <p:cBhvr>
                                        <p:cTn id="35" dur="100" fill="hold">
                                          <p:stCondLst>
                                            <p:cond delay="0"/>
                                          </p:stCondLst>
                                        </p:cTn>
                                        <p:tgtEl>
                                          <p:spTgt spid="11"/>
                                        </p:tgtEl>
                                        <p:attrNameLst>
                                          <p:attrName>r</p:attrName>
                                        </p:attrNameLst>
                                      </p:cBhvr>
                                    </p:animRot>
                                    <p:animRot by="-240000">
                                      <p:cBhvr>
                                        <p:cTn id="36" dur="200" fill="hold">
                                          <p:stCondLst>
                                            <p:cond delay="200"/>
                                          </p:stCondLst>
                                        </p:cTn>
                                        <p:tgtEl>
                                          <p:spTgt spid="11"/>
                                        </p:tgtEl>
                                        <p:attrNameLst>
                                          <p:attrName>r</p:attrName>
                                        </p:attrNameLst>
                                      </p:cBhvr>
                                    </p:animRot>
                                    <p:animRot by="240000">
                                      <p:cBhvr>
                                        <p:cTn id="37" dur="200" fill="hold">
                                          <p:stCondLst>
                                            <p:cond delay="400"/>
                                          </p:stCondLst>
                                        </p:cTn>
                                        <p:tgtEl>
                                          <p:spTgt spid="11"/>
                                        </p:tgtEl>
                                        <p:attrNameLst>
                                          <p:attrName>r</p:attrName>
                                        </p:attrNameLst>
                                      </p:cBhvr>
                                    </p:animRot>
                                    <p:animRot by="-240000">
                                      <p:cBhvr>
                                        <p:cTn id="38" dur="200" fill="hold">
                                          <p:stCondLst>
                                            <p:cond delay="600"/>
                                          </p:stCondLst>
                                        </p:cTn>
                                        <p:tgtEl>
                                          <p:spTgt spid="11"/>
                                        </p:tgtEl>
                                        <p:attrNameLst>
                                          <p:attrName>r</p:attrName>
                                        </p:attrNameLst>
                                      </p:cBhvr>
                                    </p:animRot>
                                    <p:animRot by="120000">
                                      <p:cBhvr>
                                        <p:cTn id="39" dur="200" fill="hold">
                                          <p:stCondLst>
                                            <p:cond delay="800"/>
                                          </p:stCondLst>
                                        </p:cTn>
                                        <p:tgtEl>
                                          <p:spTgt spid="11"/>
                                        </p:tgtEl>
                                        <p:attrNameLst>
                                          <p:attrName>r</p:attrName>
                                        </p:attrNameLst>
                                      </p:cBhvr>
                                    </p:animRot>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500" fill="hold"/>
                                        <p:tgtEl>
                                          <p:spTgt spid="6"/>
                                        </p:tgtEl>
                                        <p:attrNameLst>
                                          <p:attrName>ppt_w</p:attrName>
                                        </p:attrNameLst>
                                      </p:cBhvr>
                                      <p:tavLst>
                                        <p:tav tm="0">
                                          <p:val>
                                            <p:fltVal val="0"/>
                                          </p:val>
                                        </p:tav>
                                        <p:tav tm="100000">
                                          <p:val>
                                            <p:strVal val="#ppt_w"/>
                                          </p:val>
                                        </p:tav>
                                      </p:tavLst>
                                    </p:anim>
                                    <p:anim calcmode="lin" valueType="num">
                                      <p:cBhvr>
                                        <p:cTn id="43" dur="500" fill="hold"/>
                                        <p:tgtEl>
                                          <p:spTgt spid="6"/>
                                        </p:tgtEl>
                                        <p:attrNameLst>
                                          <p:attrName>ppt_h</p:attrName>
                                        </p:attrNameLst>
                                      </p:cBhvr>
                                      <p:tavLst>
                                        <p:tav tm="0">
                                          <p:val>
                                            <p:fltVal val="0"/>
                                          </p:val>
                                        </p:tav>
                                        <p:tav tm="100000">
                                          <p:val>
                                            <p:strVal val="#ppt_h"/>
                                          </p:val>
                                        </p:tav>
                                      </p:tavLst>
                                    </p:anim>
                                    <p:animEffect transition="in" filter="fade">
                                      <p:cBhvr>
                                        <p:cTn id="44" dur="5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p:bldP spid="8" grpId="0"/>
      <p:bldP spid="11" grpId="0" animBg="1"/>
      <p:bldP spid="11" grpId="1" animBg="1"/>
      <p:bldP spid="6"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8696D-BF2F-5BE4-180D-DED023954E4E}"/>
              </a:ext>
            </a:extLst>
          </p:cNvPr>
          <p:cNvSpPr>
            <a:spLocks noGrp="1"/>
          </p:cNvSpPr>
          <p:nvPr>
            <p:ph type="title"/>
          </p:nvPr>
        </p:nvSpPr>
        <p:spPr/>
        <p:txBody>
          <a:bodyPr/>
          <a:lstStyle/>
          <a:p>
            <a:r>
              <a:rPr lang="en-US" dirty="0"/>
              <a:t>The menstrual cycle</a:t>
            </a:r>
          </a:p>
        </p:txBody>
      </p:sp>
      <p:sp>
        <p:nvSpPr>
          <p:cNvPr id="3" name="Content Placeholder 2">
            <a:extLst>
              <a:ext uri="{FF2B5EF4-FFF2-40B4-BE49-F238E27FC236}">
                <a16:creationId xmlns:a16="http://schemas.microsoft.com/office/drawing/2014/main" id="{D933CEC1-D5DE-D5BE-A85C-50E6364F9A86}"/>
              </a:ext>
            </a:extLst>
          </p:cNvPr>
          <p:cNvSpPr>
            <a:spLocks noGrp="1"/>
          </p:cNvSpPr>
          <p:nvPr>
            <p:ph idx="1"/>
          </p:nvPr>
        </p:nvSpPr>
        <p:spPr>
          <a:xfrm>
            <a:off x="1251678" y="1658983"/>
            <a:ext cx="10178322" cy="4816632"/>
          </a:xfrm>
        </p:spPr>
        <p:txBody>
          <a:bodyPr/>
          <a:lstStyle/>
          <a:p>
            <a:r>
              <a:rPr lang="en-US" dirty="0"/>
              <a:t>Most girls get their period when they are between 10 – 15 years old. </a:t>
            </a:r>
          </a:p>
          <a:p>
            <a:pPr lvl="1">
              <a:buFont typeface="Courier New" panose="02070309020205020404" pitchFamily="49" charset="0"/>
              <a:buChar char="o"/>
            </a:pPr>
            <a:r>
              <a:rPr lang="en-US" sz="2000" dirty="0"/>
              <a:t>The average age is 12, but it is not uncommon for girls to begin their period earlier or later than this. </a:t>
            </a:r>
          </a:p>
          <a:p>
            <a:pPr lvl="1">
              <a:buFont typeface="Courier New" panose="02070309020205020404" pitchFamily="49" charset="0"/>
              <a:buChar char="o"/>
            </a:pPr>
            <a:endParaRPr lang="en-US" sz="2000" dirty="0"/>
          </a:p>
          <a:p>
            <a:r>
              <a:rPr lang="en-US" dirty="0"/>
              <a:t>The length of the menstrual cycle varies from person to person, but on average a woman will have her period every 28 days. </a:t>
            </a:r>
          </a:p>
          <a:p>
            <a:endParaRPr lang="en-US" dirty="0"/>
          </a:p>
          <a:p>
            <a:r>
              <a:rPr lang="en-US" dirty="0"/>
              <a:t>Regular cycles that are 23-35 days in length can be normal, if that is what is regular and normal for the female. </a:t>
            </a:r>
          </a:p>
          <a:p>
            <a:endParaRPr lang="en-US" dirty="0"/>
          </a:p>
          <a:p>
            <a:r>
              <a:rPr lang="en-US" dirty="0"/>
              <a:t>It is important to note that all girls will have different experiences with their period – just like with everything else about puberty, no two people are the exact same. </a:t>
            </a:r>
          </a:p>
          <a:p>
            <a:endParaRPr lang="en-US" dirty="0"/>
          </a:p>
        </p:txBody>
      </p:sp>
    </p:spTree>
    <p:extLst>
      <p:ext uri="{BB962C8B-B14F-4D97-AF65-F5344CB8AC3E}">
        <p14:creationId xmlns:p14="http://schemas.microsoft.com/office/powerpoint/2010/main" val="439761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794E3-D506-7F85-8668-506849E926CF}"/>
              </a:ext>
            </a:extLst>
          </p:cNvPr>
          <p:cNvSpPr>
            <a:spLocks noGrp="1"/>
          </p:cNvSpPr>
          <p:nvPr>
            <p:ph type="title"/>
          </p:nvPr>
        </p:nvSpPr>
        <p:spPr/>
        <p:txBody>
          <a:bodyPr/>
          <a:lstStyle/>
          <a:p>
            <a:r>
              <a:rPr lang="en-US" dirty="0"/>
              <a:t>Menstrual Cycle </a:t>
            </a:r>
            <a:r>
              <a:rPr lang="en-AU" sz="5400" b="1" dirty="0">
                <a:solidFill>
                  <a:schemeClr val="tx1"/>
                </a:solidFill>
              </a:rPr>
              <a:t>(pg.56)</a:t>
            </a:r>
            <a:endParaRPr lang="en-US" dirty="0"/>
          </a:p>
        </p:txBody>
      </p:sp>
      <p:sp>
        <p:nvSpPr>
          <p:cNvPr id="3" name="Content Placeholder 2">
            <a:extLst>
              <a:ext uri="{FF2B5EF4-FFF2-40B4-BE49-F238E27FC236}">
                <a16:creationId xmlns:a16="http://schemas.microsoft.com/office/drawing/2014/main" id="{E1E44FBA-674B-BCA6-7FC0-9159878F8E40}"/>
              </a:ext>
            </a:extLst>
          </p:cNvPr>
          <p:cNvSpPr>
            <a:spLocks noGrp="1"/>
          </p:cNvSpPr>
          <p:nvPr>
            <p:ph idx="1"/>
          </p:nvPr>
        </p:nvSpPr>
        <p:spPr>
          <a:xfrm>
            <a:off x="1251677" y="1447218"/>
            <a:ext cx="5475693" cy="5271158"/>
          </a:xfrm>
        </p:spPr>
        <p:txBody>
          <a:bodyPr>
            <a:normAutofit/>
          </a:bodyPr>
          <a:lstStyle/>
          <a:p>
            <a:r>
              <a:rPr lang="en-US" dirty="0"/>
              <a:t>The menstrual cycle occurs monthly if an egg is not fertilised and pregnancy does not occur.</a:t>
            </a:r>
          </a:p>
          <a:p>
            <a:r>
              <a:rPr lang="en-US" dirty="0"/>
              <a:t>It comprises of different phases:</a:t>
            </a:r>
          </a:p>
          <a:p>
            <a:pPr lvl="1"/>
            <a:r>
              <a:rPr lang="en-US" dirty="0"/>
              <a:t>Follicular Phase</a:t>
            </a:r>
          </a:p>
          <a:p>
            <a:pPr lvl="2"/>
            <a:r>
              <a:rPr lang="en-US" dirty="0"/>
              <a:t>Occurs from day 1 – 14</a:t>
            </a:r>
          </a:p>
          <a:p>
            <a:pPr lvl="2"/>
            <a:endParaRPr lang="en-US" dirty="0"/>
          </a:p>
          <a:p>
            <a:pPr lvl="1"/>
            <a:r>
              <a:rPr lang="en-US" dirty="0"/>
              <a:t>Luteal Phase</a:t>
            </a:r>
          </a:p>
          <a:p>
            <a:pPr lvl="2"/>
            <a:r>
              <a:rPr lang="en-US" dirty="0"/>
              <a:t>Occurs from day 15 – 28 </a:t>
            </a:r>
          </a:p>
          <a:p>
            <a:pPr lvl="2"/>
            <a:endParaRPr lang="en-US" dirty="0"/>
          </a:p>
          <a:p>
            <a:pPr lvl="1"/>
            <a:r>
              <a:rPr lang="en-US" dirty="0"/>
              <a:t>Menstruation</a:t>
            </a:r>
          </a:p>
          <a:p>
            <a:pPr lvl="2"/>
            <a:r>
              <a:rPr lang="en-US" dirty="0"/>
              <a:t>Occurs during days 1 – 7 </a:t>
            </a:r>
          </a:p>
          <a:p>
            <a:pPr lvl="2"/>
            <a:endParaRPr lang="en-US" dirty="0"/>
          </a:p>
          <a:p>
            <a:pPr lvl="1"/>
            <a:r>
              <a:rPr lang="en-US" dirty="0"/>
              <a:t>Ovulation</a:t>
            </a:r>
          </a:p>
          <a:p>
            <a:pPr lvl="2"/>
            <a:r>
              <a:rPr lang="en-US" dirty="0"/>
              <a:t>Occurs during days 12 – 16 </a:t>
            </a:r>
          </a:p>
          <a:p>
            <a:endParaRPr lang="en-US" dirty="0"/>
          </a:p>
        </p:txBody>
      </p:sp>
      <p:pic>
        <p:nvPicPr>
          <p:cNvPr id="4" name="Content Placeholder 4" descr="A clock in the middle of a watch&#10;&#10;Description automatically generated">
            <a:extLst>
              <a:ext uri="{FF2B5EF4-FFF2-40B4-BE49-F238E27FC236}">
                <a16:creationId xmlns:a16="http://schemas.microsoft.com/office/drawing/2014/main" id="{84119807-6BE6-9BE9-AE9A-CF258C8EEFED}"/>
              </a:ext>
            </a:extLst>
          </p:cNvPr>
          <p:cNvPicPr>
            <a:picLocks noChangeAspect="1"/>
          </p:cNvPicPr>
          <p:nvPr/>
        </p:nvPicPr>
        <p:blipFill rotWithShape="1">
          <a:blip r:embed="rId3"/>
          <a:srcRect l="7933" t="11146" r="7189"/>
          <a:stretch/>
        </p:blipFill>
        <p:spPr>
          <a:xfrm>
            <a:off x="6553200" y="1447217"/>
            <a:ext cx="5124994" cy="5271158"/>
          </a:xfrm>
          <a:prstGeom prst="rect">
            <a:avLst/>
          </a:prstGeom>
        </p:spPr>
      </p:pic>
    </p:spTree>
    <p:extLst>
      <p:ext uri="{BB962C8B-B14F-4D97-AF65-F5344CB8AC3E}">
        <p14:creationId xmlns:p14="http://schemas.microsoft.com/office/powerpoint/2010/main" val="33616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4BFE7D-F499-D475-03A5-520CA2C76689}"/>
            </a:ext>
          </a:extLst>
        </p:cNvPr>
        <p:cNvGrpSpPr/>
        <p:nvPr/>
      </p:nvGrpSpPr>
      <p:grpSpPr>
        <a:xfrm>
          <a:off x="0" y="0"/>
          <a:ext cx="0" cy="0"/>
          <a:chOff x="0" y="0"/>
          <a:chExt cx="0" cy="0"/>
        </a:xfrm>
      </p:grpSpPr>
      <p:pic>
        <p:nvPicPr>
          <p:cNvPr id="5" name="Picture 4" descr="Close-up of stacked books">
            <a:extLst>
              <a:ext uri="{FF2B5EF4-FFF2-40B4-BE49-F238E27FC236}">
                <a16:creationId xmlns:a16="http://schemas.microsoft.com/office/drawing/2014/main" id="{7B9EAE9C-D012-2A86-1C81-3A0B0ADBF086}"/>
              </a:ext>
            </a:extLst>
          </p:cNvPr>
          <p:cNvPicPr>
            <a:picLocks noChangeAspect="1"/>
          </p:cNvPicPr>
          <p:nvPr/>
        </p:nvPicPr>
        <p:blipFill rotWithShape="1">
          <a:blip r:embed="rId3"/>
          <a:srcRect/>
          <a:stretch/>
        </p:blipFill>
        <p:spPr>
          <a:xfrm>
            <a:off x="20" y="10"/>
            <a:ext cx="12191980" cy="6857990"/>
          </a:xfrm>
          <a:prstGeom prst="rect">
            <a:avLst/>
          </a:prstGeom>
        </p:spPr>
      </p:pic>
      <p:sp>
        <p:nvSpPr>
          <p:cNvPr id="10" name="Freeform: Shape 9">
            <a:extLst>
              <a:ext uri="{FF2B5EF4-FFF2-40B4-BE49-F238E27FC236}">
                <a16:creationId xmlns:a16="http://schemas.microsoft.com/office/drawing/2014/main" id="{27FF6012-7A94-6781-9059-307708836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9613" y="0"/>
            <a:ext cx="11482387" cy="6858000"/>
          </a:xfrm>
          <a:custGeom>
            <a:avLst/>
            <a:gdLst>
              <a:gd name="connsiteX0" fmla="*/ 0 w 11482387"/>
              <a:gd name="connsiteY0" fmla="*/ 0 h 6858000"/>
              <a:gd name="connsiteX1" fmla="*/ 11482387 w 11482387"/>
              <a:gd name="connsiteY1" fmla="*/ 0 h 6858000"/>
              <a:gd name="connsiteX2" fmla="*/ 11482387 w 11482387"/>
              <a:gd name="connsiteY2" fmla="*/ 6858000 h 6858000"/>
              <a:gd name="connsiteX3" fmla="*/ 0 w 11482387"/>
              <a:gd name="connsiteY3" fmla="*/ 6858000 h 6858000"/>
              <a:gd name="connsiteX4" fmla="*/ 1587 w 11482387"/>
              <a:gd name="connsiteY4" fmla="*/ 6789738 h 6858000"/>
              <a:gd name="connsiteX5" fmla="*/ 9525 w 11482387"/>
              <a:gd name="connsiteY5" fmla="*/ 6729413 h 6858000"/>
              <a:gd name="connsiteX6" fmla="*/ 20637 w 11482387"/>
              <a:gd name="connsiteY6" fmla="*/ 6677025 h 6858000"/>
              <a:gd name="connsiteX7" fmla="*/ 34925 w 11482387"/>
              <a:gd name="connsiteY7" fmla="*/ 6630988 h 6858000"/>
              <a:gd name="connsiteX8" fmla="*/ 50800 w 11482387"/>
              <a:gd name="connsiteY8" fmla="*/ 6589713 h 6858000"/>
              <a:gd name="connsiteX9" fmla="*/ 69850 w 11482387"/>
              <a:gd name="connsiteY9" fmla="*/ 6553200 h 6858000"/>
              <a:gd name="connsiteX10" fmla="*/ 88900 w 11482387"/>
              <a:gd name="connsiteY10" fmla="*/ 6515100 h 6858000"/>
              <a:gd name="connsiteX11" fmla="*/ 107950 w 11482387"/>
              <a:gd name="connsiteY11" fmla="*/ 6477000 h 6858000"/>
              <a:gd name="connsiteX12" fmla="*/ 123825 w 11482387"/>
              <a:gd name="connsiteY12" fmla="*/ 6440488 h 6858000"/>
              <a:gd name="connsiteX13" fmla="*/ 139700 w 11482387"/>
              <a:gd name="connsiteY13" fmla="*/ 6399213 h 6858000"/>
              <a:gd name="connsiteX14" fmla="*/ 155575 w 11482387"/>
              <a:gd name="connsiteY14" fmla="*/ 6353175 h 6858000"/>
              <a:gd name="connsiteX15" fmla="*/ 166687 w 11482387"/>
              <a:gd name="connsiteY15" fmla="*/ 6300788 h 6858000"/>
              <a:gd name="connsiteX16" fmla="*/ 173037 w 11482387"/>
              <a:gd name="connsiteY16" fmla="*/ 6240463 h 6858000"/>
              <a:gd name="connsiteX17" fmla="*/ 176212 w 11482387"/>
              <a:gd name="connsiteY17" fmla="*/ 6172200 h 6858000"/>
              <a:gd name="connsiteX18" fmla="*/ 173037 w 11482387"/>
              <a:gd name="connsiteY18" fmla="*/ 6103938 h 6858000"/>
              <a:gd name="connsiteX19" fmla="*/ 166687 w 11482387"/>
              <a:gd name="connsiteY19" fmla="*/ 6043613 h 6858000"/>
              <a:gd name="connsiteX20" fmla="*/ 155575 w 11482387"/>
              <a:gd name="connsiteY20" fmla="*/ 5991225 h 6858000"/>
              <a:gd name="connsiteX21" fmla="*/ 139700 w 11482387"/>
              <a:gd name="connsiteY21" fmla="*/ 5945188 h 6858000"/>
              <a:gd name="connsiteX22" fmla="*/ 123825 w 11482387"/>
              <a:gd name="connsiteY22" fmla="*/ 5903913 h 6858000"/>
              <a:gd name="connsiteX23" fmla="*/ 107950 w 11482387"/>
              <a:gd name="connsiteY23" fmla="*/ 5867400 h 6858000"/>
              <a:gd name="connsiteX24" fmla="*/ 88900 w 11482387"/>
              <a:gd name="connsiteY24" fmla="*/ 5829300 h 6858000"/>
              <a:gd name="connsiteX25" fmla="*/ 69850 w 11482387"/>
              <a:gd name="connsiteY25" fmla="*/ 5791200 h 6858000"/>
              <a:gd name="connsiteX26" fmla="*/ 50800 w 11482387"/>
              <a:gd name="connsiteY26" fmla="*/ 5754688 h 6858000"/>
              <a:gd name="connsiteX27" fmla="*/ 34925 w 11482387"/>
              <a:gd name="connsiteY27" fmla="*/ 5713413 h 6858000"/>
              <a:gd name="connsiteX28" fmla="*/ 20637 w 11482387"/>
              <a:gd name="connsiteY28" fmla="*/ 5667375 h 6858000"/>
              <a:gd name="connsiteX29" fmla="*/ 9525 w 11482387"/>
              <a:gd name="connsiteY29" fmla="*/ 5614988 h 6858000"/>
              <a:gd name="connsiteX30" fmla="*/ 1587 w 11482387"/>
              <a:gd name="connsiteY30" fmla="*/ 5554663 h 6858000"/>
              <a:gd name="connsiteX31" fmla="*/ 0 w 11482387"/>
              <a:gd name="connsiteY31" fmla="*/ 5486400 h 6858000"/>
              <a:gd name="connsiteX32" fmla="*/ 1587 w 11482387"/>
              <a:gd name="connsiteY32" fmla="*/ 5418138 h 6858000"/>
              <a:gd name="connsiteX33" fmla="*/ 9525 w 11482387"/>
              <a:gd name="connsiteY33" fmla="*/ 5357813 h 6858000"/>
              <a:gd name="connsiteX34" fmla="*/ 20637 w 11482387"/>
              <a:gd name="connsiteY34" fmla="*/ 5305425 h 6858000"/>
              <a:gd name="connsiteX35" fmla="*/ 34925 w 11482387"/>
              <a:gd name="connsiteY35" fmla="*/ 5259388 h 6858000"/>
              <a:gd name="connsiteX36" fmla="*/ 50800 w 11482387"/>
              <a:gd name="connsiteY36" fmla="*/ 5218113 h 6858000"/>
              <a:gd name="connsiteX37" fmla="*/ 69850 w 11482387"/>
              <a:gd name="connsiteY37" fmla="*/ 5181600 h 6858000"/>
              <a:gd name="connsiteX38" fmla="*/ 88900 w 11482387"/>
              <a:gd name="connsiteY38" fmla="*/ 5143500 h 6858000"/>
              <a:gd name="connsiteX39" fmla="*/ 107950 w 11482387"/>
              <a:gd name="connsiteY39" fmla="*/ 5105400 h 6858000"/>
              <a:gd name="connsiteX40" fmla="*/ 123825 w 11482387"/>
              <a:gd name="connsiteY40" fmla="*/ 5068888 h 6858000"/>
              <a:gd name="connsiteX41" fmla="*/ 139700 w 11482387"/>
              <a:gd name="connsiteY41" fmla="*/ 5027613 h 6858000"/>
              <a:gd name="connsiteX42" fmla="*/ 155575 w 11482387"/>
              <a:gd name="connsiteY42" fmla="*/ 4981575 h 6858000"/>
              <a:gd name="connsiteX43" fmla="*/ 166687 w 11482387"/>
              <a:gd name="connsiteY43" fmla="*/ 4929188 h 6858000"/>
              <a:gd name="connsiteX44" fmla="*/ 173037 w 11482387"/>
              <a:gd name="connsiteY44" fmla="*/ 4868863 h 6858000"/>
              <a:gd name="connsiteX45" fmla="*/ 176212 w 11482387"/>
              <a:gd name="connsiteY45" fmla="*/ 4800600 h 6858000"/>
              <a:gd name="connsiteX46" fmla="*/ 173037 w 11482387"/>
              <a:gd name="connsiteY46" fmla="*/ 4732338 h 6858000"/>
              <a:gd name="connsiteX47" fmla="*/ 166687 w 11482387"/>
              <a:gd name="connsiteY47" fmla="*/ 4672013 h 6858000"/>
              <a:gd name="connsiteX48" fmla="*/ 155575 w 11482387"/>
              <a:gd name="connsiteY48" fmla="*/ 4619625 h 6858000"/>
              <a:gd name="connsiteX49" fmla="*/ 139700 w 11482387"/>
              <a:gd name="connsiteY49" fmla="*/ 4573588 h 6858000"/>
              <a:gd name="connsiteX50" fmla="*/ 123825 w 11482387"/>
              <a:gd name="connsiteY50" fmla="*/ 4532313 h 6858000"/>
              <a:gd name="connsiteX51" fmla="*/ 107950 w 11482387"/>
              <a:gd name="connsiteY51" fmla="*/ 4495800 h 6858000"/>
              <a:gd name="connsiteX52" fmla="*/ 69850 w 11482387"/>
              <a:gd name="connsiteY52" fmla="*/ 4419600 h 6858000"/>
              <a:gd name="connsiteX53" fmla="*/ 50800 w 11482387"/>
              <a:gd name="connsiteY53" fmla="*/ 4383088 h 6858000"/>
              <a:gd name="connsiteX54" fmla="*/ 34925 w 11482387"/>
              <a:gd name="connsiteY54" fmla="*/ 4341813 h 6858000"/>
              <a:gd name="connsiteX55" fmla="*/ 20637 w 11482387"/>
              <a:gd name="connsiteY55" fmla="*/ 4295775 h 6858000"/>
              <a:gd name="connsiteX56" fmla="*/ 9525 w 11482387"/>
              <a:gd name="connsiteY56" fmla="*/ 4243388 h 6858000"/>
              <a:gd name="connsiteX57" fmla="*/ 1587 w 11482387"/>
              <a:gd name="connsiteY57" fmla="*/ 4183063 h 6858000"/>
              <a:gd name="connsiteX58" fmla="*/ 0 w 11482387"/>
              <a:gd name="connsiteY58" fmla="*/ 4114800 h 6858000"/>
              <a:gd name="connsiteX59" fmla="*/ 1587 w 11482387"/>
              <a:gd name="connsiteY59" fmla="*/ 4046538 h 6858000"/>
              <a:gd name="connsiteX60" fmla="*/ 9525 w 11482387"/>
              <a:gd name="connsiteY60" fmla="*/ 3986213 h 6858000"/>
              <a:gd name="connsiteX61" fmla="*/ 20637 w 11482387"/>
              <a:gd name="connsiteY61" fmla="*/ 3933825 h 6858000"/>
              <a:gd name="connsiteX62" fmla="*/ 34925 w 11482387"/>
              <a:gd name="connsiteY62" fmla="*/ 3887788 h 6858000"/>
              <a:gd name="connsiteX63" fmla="*/ 50800 w 11482387"/>
              <a:gd name="connsiteY63" fmla="*/ 3846513 h 6858000"/>
              <a:gd name="connsiteX64" fmla="*/ 69850 w 11482387"/>
              <a:gd name="connsiteY64" fmla="*/ 3810000 h 6858000"/>
              <a:gd name="connsiteX65" fmla="*/ 88900 w 11482387"/>
              <a:gd name="connsiteY65" fmla="*/ 3771900 h 6858000"/>
              <a:gd name="connsiteX66" fmla="*/ 107950 w 11482387"/>
              <a:gd name="connsiteY66" fmla="*/ 3733800 h 6858000"/>
              <a:gd name="connsiteX67" fmla="*/ 123825 w 11482387"/>
              <a:gd name="connsiteY67" fmla="*/ 3697288 h 6858000"/>
              <a:gd name="connsiteX68" fmla="*/ 139700 w 11482387"/>
              <a:gd name="connsiteY68" fmla="*/ 3656013 h 6858000"/>
              <a:gd name="connsiteX69" fmla="*/ 155575 w 11482387"/>
              <a:gd name="connsiteY69" fmla="*/ 3609975 h 6858000"/>
              <a:gd name="connsiteX70" fmla="*/ 166687 w 11482387"/>
              <a:gd name="connsiteY70" fmla="*/ 3557588 h 6858000"/>
              <a:gd name="connsiteX71" fmla="*/ 173037 w 11482387"/>
              <a:gd name="connsiteY71" fmla="*/ 3497263 h 6858000"/>
              <a:gd name="connsiteX72" fmla="*/ 176212 w 11482387"/>
              <a:gd name="connsiteY72" fmla="*/ 3427413 h 6858000"/>
              <a:gd name="connsiteX73" fmla="*/ 173037 w 11482387"/>
              <a:gd name="connsiteY73" fmla="*/ 3360738 h 6858000"/>
              <a:gd name="connsiteX74" fmla="*/ 166687 w 11482387"/>
              <a:gd name="connsiteY74" fmla="*/ 3300413 h 6858000"/>
              <a:gd name="connsiteX75" fmla="*/ 155575 w 11482387"/>
              <a:gd name="connsiteY75" fmla="*/ 3248025 h 6858000"/>
              <a:gd name="connsiteX76" fmla="*/ 139700 w 11482387"/>
              <a:gd name="connsiteY76" fmla="*/ 3201988 h 6858000"/>
              <a:gd name="connsiteX77" fmla="*/ 123825 w 11482387"/>
              <a:gd name="connsiteY77" fmla="*/ 3160713 h 6858000"/>
              <a:gd name="connsiteX78" fmla="*/ 107950 w 11482387"/>
              <a:gd name="connsiteY78" fmla="*/ 3124200 h 6858000"/>
              <a:gd name="connsiteX79" fmla="*/ 88900 w 11482387"/>
              <a:gd name="connsiteY79" fmla="*/ 3086100 h 6858000"/>
              <a:gd name="connsiteX80" fmla="*/ 69850 w 11482387"/>
              <a:gd name="connsiteY80" fmla="*/ 3048000 h 6858000"/>
              <a:gd name="connsiteX81" fmla="*/ 50800 w 11482387"/>
              <a:gd name="connsiteY81" fmla="*/ 3011488 h 6858000"/>
              <a:gd name="connsiteX82" fmla="*/ 34925 w 11482387"/>
              <a:gd name="connsiteY82" fmla="*/ 2970213 h 6858000"/>
              <a:gd name="connsiteX83" fmla="*/ 20637 w 11482387"/>
              <a:gd name="connsiteY83" fmla="*/ 2924175 h 6858000"/>
              <a:gd name="connsiteX84" fmla="*/ 9525 w 11482387"/>
              <a:gd name="connsiteY84" fmla="*/ 2871788 h 6858000"/>
              <a:gd name="connsiteX85" fmla="*/ 1587 w 11482387"/>
              <a:gd name="connsiteY85" fmla="*/ 2811463 h 6858000"/>
              <a:gd name="connsiteX86" fmla="*/ 0 w 11482387"/>
              <a:gd name="connsiteY86" fmla="*/ 2743200 h 6858000"/>
              <a:gd name="connsiteX87" fmla="*/ 1587 w 11482387"/>
              <a:gd name="connsiteY87" fmla="*/ 2674938 h 6858000"/>
              <a:gd name="connsiteX88" fmla="*/ 9525 w 11482387"/>
              <a:gd name="connsiteY88" fmla="*/ 2614613 h 6858000"/>
              <a:gd name="connsiteX89" fmla="*/ 20637 w 11482387"/>
              <a:gd name="connsiteY89" fmla="*/ 2562225 h 6858000"/>
              <a:gd name="connsiteX90" fmla="*/ 34925 w 11482387"/>
              <a:gd name="connsiteY90" fmla="*/ 2516188 h 6858000"/>
              <a:gd name="connsiteX91" fmla="*/ 50800 w 11482387"/>
              <a:gd name="connsiteY91" fmla="*/ 2474913 h 6858000"/>
              <a:gd name="connsiteX92" fmla="*/ 69850 w 11482387"/>
              <a:gd name="connsiteY92" fmla="*/ 2438400 h 6858000"/>
              <a:gd name="connsiteX93" fmla="*/ 88900 w 11482387"/>
              <a:gd name="connsiteY93" fmla="*/ 2400300 h 6858000"/>
              <a:gd name="connsiteX94" fmla="*/ 107950 w 11482387"/>
              <a:gd name="connsiteY94" fmla="*/ 2362200 h 6858000"/>
              <a:gd name="connsiteX95" fmla="*/ 123825 w 11482387"/>
              <a:gd name="connsiteY95" fmla="*/ 2325688 h 6858000"/>
              <a:gd name="connsiteX96" fmla="*/ 139700 w 11482387"/>
              <a:gd name="connsiteY96" fmla="*/ 2284413 h 6858000"/>
              <a:gd name="connsiteX97" fmla="*/ 155575 w 11482387"/>
              <a:gd name="connsiteY97" fmla="*/ 2238375 h 6858000"/>
              <a:gd name="connsiteX98" fmla="*/ 166687 w 11482387"/>
              <a:gd name="connsiteY98" fmla="*/ 2185988 h 6858000"/>
              <a:gd name="connsiteX99" fmla="*/ 173037 w 11482387"/>
              <a:gd name="connsiteY99" fmla="*/ 2125663 h 6858000"/>
              <a:gd name="connsiteX100" fmla="*/ 176212 w 11482387"/>
              <a:gd name="connsiteY100" fmla="*/ 2057400 h 6858000"/>
              <a:gd name="connsiteX101" fmla="*/ 173037 w 11482387"/>
              <a:gd name="connsiteY101" fmla="*/ 1989138 h 6858000"/>
              <a:gd name="connsiteX102" fmla="*/ 166687 w 11482387"/>
              <a:gd name="connsiteY102" fmla="*/ 1928813 h 6858000"/>
              <a:gd name="connsiteX103" fmla="*/ 155575 w 11482387"/>
              <a:gd name="connsiteY103" fmla="*/ 1876425 h 6858000"/>
              <a:gd name="connsiteX104" fmla="*/ 139700 w 11482387"/>
              <a:gd name="connsiteY104" fmla="*/ 1830388 h 6858000"/>
              <a:gd name="connsiteX105" fmla="*/ 123825 w 11482387"/>
              <a:gd name="connsiteY105" fmla="*/ 1789113 h 6858000"/>
              <a:gd name="connsiteX106" fmla="*/ 107950 w 11482387"/>
              <a:gd name="connsiteY106" fmla="*/ 1752600 h 6858000"/>
              <a:gd name="connsiteX107" fmla="*/ 88900 w 11482387"/>
              <a:gd name="connsiteY107" fmla="*/ 1714500 h 6858000"/>
              <a:gd name="connsiteX108" fmla="*/ 69850 w 11482387"/>
              <a:gd name="connsiteY108" fmla="*/ 1676400 h 6858000"/>
              <a:gd name="connsiteX109" fmla="*/ 50800 w 11482387"/>
              <a:gd name="connsiteY109" fmla="*/ 1639888 h 6858000"/>
              <a:gd name="connsiteX110" fmla="*/ 34925 w 11482387"/>
              <a:gd name="connsiteY110" fmla="*/ 1598613 h 6858000"/>
              <a:gd name="connsiteX111" fmla="*/ 20637 w 11482387"/>
              <a:gd name="connsiteY111" fmla="*/ 1552575 h 6858000"/>
              <a:gd name="connsiteX112" fmla="*/ 9525 w 11482387"/>
              <a:gd name="connsiteY112" fmla="*/ 1500188 h 6858000"/>
              <a:gd name="connsiteX113" fmla="*/ 1587 w 11482387"/>
              <a:gd name="connsiteY113" fmla="*/ 1439863 h 6858000"/>
              <a:gd name="connsiteX114" fmla="*/ 0 w 11482387"/>
              <a:gd name="connsiteY114" fmla="*/ 1371600 h 6858000"/>
              <a:gd name="connsiteX115" fmla="*/ 1587 w 11482387"/>
              <a:gd name="connsiteY115" fmla="*/ 1303338 h 6858000"/>
              <a:gd name="connsiteX116" fmla="*/ 9525 w 11482387"/>
              <a:gd name="connsiteY116" fmla="*/ 1243013 h 6858000"/>
              <a:gd name="connsiteX117" fmla="*/ 20637 w 11482387"/>
              <a:gd name="connsiteY117" fmla="*/ 1190625 h 6858000"/>
              <a:gd name="connsiteX118" fmla="*/ 34925 w 11482387"/>
              <a:gd name="connsiteY118" fmla="*/ 1144588 h 6858000"/>
              <a:gd name="connsiteX119" fmla="*/ 50800 w 11482387"/>
              <a:gd name="connsiteY119" fmla="*/ 1103313 h 6858000"/>
              <a:gd name="connsiteX120" fmla="*/ 69850 w 11482387"/>
              <a:gd name="connsiteY120" fmla="*/ 1066800 h 6858000"/>
              <a:gd name="connsiteX121" fmla="*/ 88900 w 11482387"/>
              <a:gd name="connsiteY121" fmla="*/ 1028700 h 6858000"/>
              <a:gd name="connsiteX122" fmla="*/ 107950 w 11482387"/>
              <a:gd name="connsiteY122" fmla="*/ 990600 h 6858000"/>
              <a:gd name="connsiteX123" fmla="*/ 123825 w 11482387"/>
              <a:gd name="connsiteY123" fmla="*/ 954088 h 6858000"/>
              <a:gd name="connsiteX124" fmla="*/ 139700 w 11482387"/>
              <a:gd name="connsiteY124" fmla="*/ 912813 h 6858000"/>
              <a:gd name="connsiteX125" fmla="*/ 155575 w 11482387"/>
              <a:gd name="connsiteY125" fmla="*/ 866775 h 6858000"/>
              <a:gd name="connsiteX126" fmla="*/ 166687 w 11482387"/>
              <a:gd name="connsiteY126" fmla="*/ 814388 h 6858000"/>
              <a:gd name="connsiteX127" fmla="*/ 173037 w 11482387"/>
              <a:gd name="connsiteY127" fmla="*/ 754063 h 6858000"/>
              <a:gd name="connsiteX128" fmla="*/ 176212 w 11482387"/>
              <a:gd name="connsiteY128" fmla="*/ 685800 h 6858000"/>
              <a:gd name="connsiteX129" fmla="*/ 173037 w 11482387"/>
              <a:gd name="connsiteY129" fmla="*/ 617538 h 6858000"/>
              <a:gd name="connsiteX130" fmla="*/ 166687 w 11482387"/>
              <a:gd name="connsiteY130" fmla="*/ 557213 h 6858000"/>
              <a:gd name="connsiteX131" fmla="*/ 155575 w 11482387"/>
              <a:gd name="connsiteY131" fmla="*/ 504825 h 6858000"/>
              <a:gd name="connsiteX132" fmla="*/ 139700 w 11482387"/>
              <a:gd name="connsiteY132" fmla="*/ 458788 h 6858000"/>
              <a:gd name="connsiteX133" fmla="*/ 123825 w 11482387"/>
              <a:gd name="connsiteY133" fmla="*/ 417513 h 6858000"/>
              <a:gd name="connsiteX134" fmla="*/ 107950 w 11482387"/>
              <a:gd name="connsiteY134" fmla="*/ 381000 h 6858000"/>
              <a:gd name="connsiteX135" fmla="*/ 88900 w 11482387"/>
              <a:gd name="connsiteY135" fmla="*/ 342900 h 6858000"/>
              <a:gd name="connsiteX136" fmla="*/ 69850 w 11482387"/>
              <a:gd name="connsiteY136" fmla="*/ 304800 h 6858000"/>
              <a:gd name="connsiteX137" fmla="*/ 50800 w 11482387"/>
              <a:gd name="connsiteY137" fmla="*/ 268288 h 6858000"/>
              <a:gd name="connsiteX138" fmla="*/ 34925 w 11482387"/>
              <a:gd name="connsiteY138" fmla="*/ 227013 h 6858000"/>
              <a:gd name="connsiteX139" fmla="*/ 20637 w 11482387"/>
              <a:gd name="connsiteY139" fmla="*/ 180975 h 6858000"/>
              <a:gd name="connsiteX140" fmla="*/ 9525 w 11482387"/>
              <a:gd name="connsiteY140" fmla="*/ 128588 h 6858000"/>
              <a:gd name="connsiteX141" fmla="*/ 1587 w 11482387"/>
              <a:gd name="connsiteY141" fmla="*/ 682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1482387" h="6858000">
                <a:moveTo>
                  <a:pt x="0" y="0"/>
                </a:moveTo>
                <a:lnTo>
                  <a:pt x="11482387" y="0"/>
                </a:lnTo>
                <a:lnTo>
                  <a:pt x="11482387" y="6858000"/>
                </a:lnTo>
                <a:lnTo>
                  <a:pt x="0" y="6858000"/>
                </a:lnTo>
                <a:lnTo>
                  <a:pt x="1587" y="6789738"/>
                </a:lnTo>
                <a:lnTo>
                  <a:pt x="9525" y="6729413"/>
                </a:lnTo>
                <a:lnTo>
                  <a:pt x="20637" y="6677025"/>
                </a:lnTo>
                <a:lnTo>
                  <a:pt x="34925" y="6630988"/>
                </a:lnTo>
                <a:lnTo>
                  <a:pt x="50800" y="6589713"/>
                </a:lnTo>
                <a:lnTo>
                  <a:pt x="69850" y="6553200"/>
                </a:lnTo>
                <a:lnTo>
                  <a:pt x="88900" y="6515100"/>
                </a:lnTo>
                <a:lnTo>
                  <a:pt x="107950" y="6477000"/>
                </a:lnTo>
                <a:lnTo>
                  <a:pt x="123825" y="6440488"/>
                </a:lnTo>
                <a:lnTo>
                  <a:pt x="139700" y="6399213"/>
                </a:lnTo>
                <a:lnTo>
                  <a:pt x="155575" y="6353175"/>
                </a:lnTo>
                <a:lnTo>
                  <a:pt x="166687" y="6300788"/>
                </a:lnTo>
                <a:lnTo>
                  <a:pt x="173037" y="6240463"/>
                </a:lnTo>
                <a:lnTo>
                  <a:pt x="176212" y="6172200"/>
                </a:lnTo>
                <a:lnTo>
                  <a:pt x="173037" y="6103938"/>
                </a:lnTo>
                <a:lnTo>
                  <a:pt x="166687" y="6043613"/>
                </a:lnTo>
                <a:lnTo>
                  <a:pt x="155575" y="5991225"/>
                </a:lnTo>
                <a:lnTo>
                  <a:pt x="139700" y="5945188"/>
                </a:lnTo>
                <a:lnTo>
                  <a:pt x="123825" y="5903913"/>
                </a:lnTo>
                <a:lnTo>
                  <a:pt x="107950" y="5867400"/>
                </a:lnTo>
                <a:lnTo>
                  <a:pt x="88900" y="5829300"/>
                </a:lnTo>
                <a:lnTo>
                  <a:pt x="69850" y="5791200"/>
                </a:lnTo>
                <a:lnTo>
                  <a:pt x="50800" y="5754688"/>
                </a:lnTo>
                <a:lnTo>
                  <a:pt x="34925" y="5713413"/>
                </a:lnTo>
                <a:lnTo>
                  <a:pt x="20637" y="5667375"/>
                </a:lnTo>
                <a:lnTo>
                  <a:pt x="9525" y="5614988"/>
                </a:lnTo>
                <a:lnTo>
                  <a:pt x="1587" y="5554663"/>
                </a:lnTo>
                <a:lnTo>
                  <a:pt x="0" y="5486400"/>
                </a:lnTo>
                <a:lnTo>
                  <a:pt x="1587" y="5418138"/>
                </a:lnTo>
                <a:lnTo>
                  <a:pt x="9525" y="5357813"/>
                </a:lnTo>
                <a:lnTo>
                  <a:pt x="20637" y="5305425"/>
                </a:lnTo>
                <a:lnTo>
                  <a:pt x="34925" y="5259388"/>
                </a:lnTo>
                <a:lnTo>
                  <a:pt x="50800" y="5218113"/>
                </a:lnTo>
                <a:lnTo>
                  <a:pt x="69850" y="5181600"/>
                </a:lnTo>
                <a:lnTo>
                  <a:pt x="88900" y="5143500"/>
                </a:lnTo>
                <a:lnTo>
                  <a:pt x="107950" y="5105400"/>
                </a:lnTo>
                <a:lnTo>
                  <a:pt x="123825" y="5068888"/>
                </a:lnTo>
                <a:lnTo>
                  <a:pt x="139700" y="5027613"/>
                </a:lnTo>
                <a:lnTo>
                  <a:pt x="155575" y="4981575"/>
                </a:lnTo>
                <a:lnTo>
                  <a:pt x="166687" y="4929188"/>
                </a:lnTo>
                <a:lnTo>
                  <a:pt x="173037" y="4868863"/>
                </a:lnTo>
                <a:lnTo>
                  <a:pt x="176212" y="4800600"/>
                </a:lnTo>
                <a:lnTo>
                  <a:pt x="173037" y="4732338"/>
                </a:lnTo>
                <a:lnTo>
                  <a:pt x="166687" y="4672013"/>
                </a:lnTo>
                <a:lnTo>
                  <a:pt x="155575" y="4619625"/>
                </a:lnTo>
                <a:lnTo>
                  <a:pt x="139700" y="4573588"/>
                </a:lnTo>
                <a:lnTo>
                  <a:pt x="123825" y="4532313"/>
                </a:lnTo>
                <a:lnTo>
                  <a:pt x="107950" y="4495800"/>
                </a:lnTo>
                <a:lnTo>
                  <a:pt x="69850" y="4419600"/>
                </a:lnTo>
                <a:lnTo>
                  <a:pt x="50800" y="4383088"/>
                </a:lnTo>
                <a:lnTo>
                  <a:pt x="34925" y="4341813"/>
                </a:lnTo>
                <a:lnTo>
                  <a:pt x="20637" y="4295775"/>
                </a:lnTo>
                <a:lnTo>
                  <a:pt x="9525" y="4243388"/>
                </a:lnTo>
                <a:lnTo>
                  <a:pt x="1587" y="4183063"/>
                </a:lnTo>
                <a:lnTo>
                  <a:pt x="0" y="4114800"/>
                </a:lnTo>
                <a:lnTo>
                  <a:pt x="1587" y="4046538"/>
                </a:lnTo>
                <a:lnTo>
                  <a:pt x="9525" y="3986213"/>
                </a:lnTo>
                <a:lnTo>
                  <a:pt x="20637" y="3933825"/>
                </a:lnTo>
                <a:lnTo>
                  <a:pt x="34925" y="3887788"/>
                </a:lnTo>
                <a:lnTo>
                  <a:pt x="50800" y="3846513"/>
                </a:lnTo>
                <a:lnTo>
                  <a:pt x="69850" y="3810000"/>
                </a:lnTo>
                <a:lnTo>
                  <a:pt x="88900" y="3771900"/>
                </a:lnTo>
                <a:lnTo>
                  <a:pt x="107950" y="3733800"/>
                </a:lnTo>
                <a:lnTo>
                  <a:pt x="123825" y="3697288"/>
                </a:lnTo>
                <a:lnTo>
                  <a:pt x="139700" y="3656013"/>
                </a:lnTo>
                <a:lnTo>
                  <a:pt x="155575" y="3609975"/>
                </a:lnTo>
                <a:lnTo>
                  <a:pt x="166687" y="3557588"/>
                </a:lnTo>
                <a:lnTo>
                  <a:pt x="173037" y="3497263"/>
                </a:lnTo>
                <a:lnTo>
                  <a:pt x="176212" y="3427413"/>
                </a:lnTo>
                <a:lnTo>
                  <a:pt x="173037" y="3360738"/>
                </a:lnTo>
                <a:lnTo>
                  <a:pt x="166687" y="3300413"/>
                </a:lnTo>
                <a:lnTo>
                  <a:pt x="155575" y="3248025"/>
                </a:lnTo>
                <a:lnTo>
                  <a:pt x="139700" y="3201988"/>
                </a:lnTo>
                <a:lnTo>
                  <a:pt x="123825" y="3160713"/>
                </a:lnTo>
                <a:lnTo>
                  <a:pt x="107950" y="3124200"/>
                </a:lnTo>
                <a:lnTo>
                  <a:pt x="88900" y="3086100"/>
                </a:lnTo>
                <a:lnTo>
                  <a:pt x="69850" y="3048000"/>
                </a:lnTo>
                <a:lnTo>
                  <a:pt x="50800" y="3011488"/>
                </a:lnTo>
                <a:lnTo>
                  <a:pt x="34925" y="2970213"/>
                </a:lnTo>
                <a:lnTo>
                  <a:pt x="20637" y="2924175"/>
                </a:lnTo>
                <a:lnTo>
                  <a:pt x="9525" y="2871788"/>
                </a:lnTo>
                <a:lnTo>
                  <a:pt x="1587" y="2811463"/>
                </a:lnTo>
                <a:lnTo>
                  <a:pt x="0" y="2743200"/>
                </a:lnTo>
                <a:lnTo>
                  <a:pt x="1587" y="2674938"/>
                </a:lnTo>
                <a:lnTo>
                  <a:pt x="9525" y="2614613"/>
                </a:lnTo>
                <a:lnTo>
                  <a:pt x="20637" y="2562225"/>
                </a:lnTo>
                <a:lnTo>
                  <a:pt x="34925" y="2516188"/>
                </a:lnTo>
                <a:lnTo>
                  <a:pt x="50800" y="2474913"/>
                </a:lnTo>
                <a:lnTo>
                  <a:pt x="69850" y="2438400"/>
                </a:lnTo>
                <a:lnTo>
                  <a:pt x="88900" y="2400300"/>
                </a:lnTo>
                <a:lnTo>
                  <a:pt x="107950" y="2362200"/>
                </a:lnTo>
                <a:lnTo>
                  <a:pt x="123825" y="2325688"/>
                </a:lnTo>
                <a:lnTo>
                  <a:pt x="139700" y="2284413"/>
                </a:lnTo>
                <a:lnTo>
                  <a:pt x="155575" y="2238375"/>
                </a:lnTo>
                <a:lnTo>
                  <a:pt x="166687" y="2185988"/>
                </a:lnTo>
                <a:lnTo>
                  <a:pt x="173037" y="2125663"/>
                </a:lnTo>
                <a:lnTo>
                  <a:pt x="176212" y="2057400"/>
                </a:lnTo>
                <a:lnTo>
                  <a:pt x="173037" y="1989138"/>
                </a:lnTo>
                <a:lnTo>
                  <a:pt x="166687" y="1928813"/>
                </a:lnTo>
                <a:lnTo>
                  <a:pt x="155575" y="1876425"/>
                </a:lnTo>
                <a:lnTo>
                  <a:pt x="139700" y="1830388"/>
                </a:lnTo>
                <a:lnTo>
                  <a:pt x="123825" y="1789113"/>
                </a:lnTo>
                <a:lnTo>
                  <a:pt x="107950" y="1752600"/>
                </a:lnTo>
                <a:lnTo>
                  <a:pt x="88900" y="1714500"/>
                </a:lnTo>
                <a:lnTo>
                  <a:pt x="69850" y="1676400"/>
                </a:lnTo>
                <a:lnTo>
                  <a:pt x="50800" y="1639888"/>
                </a:lnTo>
                <a:lnTo>
                  <a:pt x="34925" y="1598613"/>
                </a:lnTo>
                <a:lnTo>
                  <a:pt x="20637" y="1552575"/>
                </a:lnTo>
                <a:lnTo>
                  <a:pt x="9525" y="1500188"/>
                </a:lnTo>
                <a:lnTo>
                  <a:pt x="1587" y="1439863"/>
                </a:lnTo>
                <a:lnTo>
                  <a:pt x="0" y="1371600"/>
                </a:lnTo>
                <a:lnTo>
                  <a:pt x="1587" y="1303338"/>
                </a:lnTo>
                <a:lnTo>
                  <a:pt x="9525" y="1243013"/>
                </a:lnTo>
                <a:lnTo>
                  <a:pt x="20637" y="1190625"/>
                </a:lnTo>
                <a:lnTo>
                  <a:pt x="34925" y="1144588"/>
                </a:lnTo>
                <a:lnTo>
                  <a:pt x="50800" y="1103313"/>
                </a:lnTo>
                <a:lnTo>
                  <a:pt x="69850" y="1066800"/>
                </a:lnTo>
                <a:lnTo>
                  <a:pt x="88900" y="1028700"/>
                </a:lnTo>
                <a:lnTo>
                  <a:pt x="107950" y="990600"/>
                </a:lnTo>
                <a:lnTo>
                  <a:pt x="123825" y="954088"/>
                </a:lnTo>
                <a:lnTo>
                  <a:pt x="139700" y="912813"/>
                </a:lnTo>
                <a:lnTo>
                  <a:pt x="155575" y="866775"/>
                </a:lnTo>
                <a:lnTo>
                  <a:pt x="166687" y="814388"/>
                </a:lnTo>
                <a:lnTo>
                  <a:pt x="173037" y="754063"/>
                </a:lnTo>
                <a:lnTo>
                  <a:pt x="176212" y="685800"/>
                </a:lnTo>
                <a:lnTo>
                  <a:pt x="173037" y="617538"/>
                </a:lnTo>
                <a:lnTo>
                  <a:pt x="166687" y="557213"/>
                </a:lnTo>
                <a:lnTo>
                  <a:pt x="155575" y="504825"/>
                </a:lnTo>
                <a:lnTo>
                  <a:pt x="139700" y="458788"/>
                </a:lnTo>
                <a:lnTo>
                  <a:pt x="123825" y="417513"/>
                </a:lnTo>
                <a:lnTo>
                  <a:pt x="107950" y="381000"/>
                </a:lnTo>
                <a:lnTo>
                  <a:pt x="88900" y="342900"/>
                </a:lnTo>
                <a:lnTo>
                  <a:pt x="69850" y="304800"/>
                </a:lnTo>
                <a:lnTo>
                  <a:pt x="50800" y="268288"/>
                </a:lnTo>
                <a:lnTo>
                  <a:pt x="34925" y="227013"/>
                </a:lnTo>
                <a:lnTo>
                  <a:pt x="20637" y="180975"/>
                </a:lnTo>
                <a:lnTo>
                  <a:pt x="9525" y="128588"/>
                </a:lnTo>
                <a:lnTo>
                  <a:pt x="1587" y="68263"/>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6862B1B-B0FF-FB46-F435-4F55B7CD1979}"/>
              </a:ext>
            </a:extLst>
          </p:cNvPr>
          <p:cNvSpPr>
            <a:spLocks noGrp="1"/>
          </p:cNvSpPr>
          <p:nvPr>
            <p:ph type="title"/>
          </p:nvPr>
        </p:nvSpPr>
        <p:spPr>
          <a:xfrm>
            <a:off x="1251678" y="682423"/>
            <a:ext cx="10178322" cy="1492132"/>
          </a:xfrm>
        </p:spPr>
        <p:txBody>
          <a:bodyPr>
            <a:normAutofit/>
          </a:bodyPr>
          <a:lstStyle/>
          <a:p>
            <a:r>
              <a:rPr lang="en-US" dirty="0"/>
              <a:t>GLOSSARY: 		</a:t>
            </a:r>
            <a:r>
              <a:rPr lang="en-AU" dirty="0"/>
              <a:t>(Pg. 5)</a:t>
            </a:r>
            <a:endParaRPr lang="en-US" dirty="0"/>
          </a:p>
        </p:txBody>
      </p:sp>
      <p:sp>
        <p:nvSpPr>
          <p:cNvPr id="3" name="Content Placeholder 2">
            <a:extLst>
              <a:ext uri="{FF2B5EF4-FFF2-40B4-BE49-F238E27FC236}">
                <a16:creationId xmlns:a16="http://schemas.microsoft.com/office/drawing/2014/main" id="{CB791F3B-5C3A-EC8D-1A9C-1DEEDFE24DEF}"/>
              </a:ext>
            </a:extLst>
          </p:cNvPr>
          <p:cNvSpPr>
            <a:spLocks noGrp="1"/>
          </p:cNvSpPr>
          <p:nvPr>
            <p:ph idx="1"/>
          </p:nvPr>
        </p:nvSpPr>
        <p:spPr>
          <a:xfrm>
            <a:off x="1251678" y="1616149"/>
            <a:ext cx="10678052" cy="4984676"/>
          </a:xfrm>
        </p:spPr>
        <p:txBody>
          <a:bodyPr>
            <a:normAutofit fontScale="92500" lnSpcReduction="10000"/>
          </a:bodyPr>
          <a:lstStyle/>
          <a:p>
            <a:r>
              <a:rPr lang="en-US" dirty="0"/>
              <a:t>At the front of your books is your glossary. Turn to your glossary and add the following words and their definitions:</a:t>
            </a:r>
          </a:p>
          <a:p>
            <a:endParaRPr lang="en-US" dirty="0"/>
          </a:p>
          <a:p>
            <a:r>
              <a:rPr lang="en-US" b="1" i="1" dirty="0"/>
              <a:t>Menstruation</a:t>
            </a:r>
          </a:p>
          <a:p>
            <a:pPr lvl="1"/>
            <a:r>
              <a:rPr lang="en-AU" b="0" i="0" dirty="0">
                <a:solidFill>
                  <a:schemeClr val="tx1"/>
                </a:solidFill>
                <a:effectLst/>
                <a:latin typeface="Google Sans"/>
              </a:rPr>
              <a:t>The normal vaginal bleeding that occurs as part of a woman's monthly cycle.</a:t>
            </a:r>
          </a:p>
          <a:p>
            <a:pPr lvl="1"/>
            <a:r>
              <a:rPr lang="en-AU" dirty="0">
                <a:solidFill>
                  <a:schemeClr val="tx1"/>
                </a:solidFill>
                <a:latin typeface="Google Sans"/>
              </a:rPr>
              <a:t>Each month a woman’s body prepares for pregnancy. If this does not occur, they have their period. </a:t>
            </a:r>
            <a:r>
              <a:rPr lang="en-AU" b="0" i="0" dirty="0">
                <a:solidFill>
                  <a:schemeClr val="tx1"/>
                </a:solidFill>
                <a:effectLst/>
                <a:latin typeface="Google Sans"/>
              </a:rPr>
              <a:t> </a:t>
            </a:r>
          </a:p>
          <a:p>
            <a:pPr marL="457200" lvl="1" indent="0">
              <a:buNone/>
            </a:pPr>
            <a:endParaRPr lang="en-AU" b="0" i="0" dirty="0">
              <a:solidFill>
                <a:schemeClr val="tx1"/>
              </a:solidFill>
              <a:effectLst/>
              <a:latin typeface="Google Sans"/>
            </a:endParaRPr>
          </a:p>
          <a:p>
            <a:r>
              <a:rPr lang="en-US" b="1" i="1" dirty="0"/>
              <a:t>Ovulation</a:t>
            </a:r>
          </a:p>
          <a:p>
            <a:pPr lvl="1"/>
            <a:r>
              <a:rPr lang="en-AU" b="0" i="0" dirty="0">
                <a:solidFill>
                  <a:schemeClr val="tx1"/>
                </a:solidFill>
                <a:effectLst/>
                <a:latin typeface="Google Sans"/>
              </a:rPr>
              <a:t>The phase of the female menstrual cycle that involves the release of an egg (ovum) from one of the ovaries.</a:t>
            </a:r>
          </a:p>
          <a:p>
            <a:pPr lvl="1"/>
            <a:endParaRPr lang="en-AU" dirty="0">
              <a:solidFill>
                <a:schemeClr val="tx1"/>
              </a:solidFill>
              <a:latin typeface="Google Sans"/>
            </a:endParaRPr>
          </a:p>
          <a:p>
            <a:r>
              <a:rPr lang="en-AU" b="1" i="1" dirty="0">
                <a:solidFill>
                  <a:schemeClr val="tx1"/>
                </a:solidFill>
                <a:latin typeface="Google Sans"/>
              </a:rPr>
              <a:t>Ovum</a:t>
            </a:r>
            <a:endParaRPr lang="en-AU" dirty="0">
              <a:solidFill>
                <a:schemeClr val="tx1"/>
              </a:solidFill>
              <a:latin typeface="Google Sans"/>
            </a:endParaRPr>
          </a:p>
          <a:p>
            <a:pPr lvl="1"/>
            <a:r>
              <a:rPr lang="en-US" dirty="0"/>
              <a:t>The female sex cell (also known as the egg) formed in the ovaries and contains the female DNA.</a:t>
            </a:r>
          </a:p>
          <a:p>
            <a:pPr lvl="1"/>
            <a:r>
              <a:rPr lang="en-US" dirty="0"/>
              <a:t>Ovum = singular.</a:t>
            </a:r>
          </a:p>
          <a:p>
            <a:pPr lvl="1"/>
            <a:r>
              <a:rPr lang="en-US" dirty="0"/>
              <a:t>Ova = plural. </a:t>
            </a:r>
          </a:p>
        </p:txBody>
      </p:sp>
    </p:spTree>
    <p:extLst>
      <p:ext uri="{BB962C8B-B14F-4D97-AF65-F5344CB8AC3E}">
        <p14:creationId xmlns:p14="http://schemas.microsoft.com/office/powerpoint/2010/main" val="3331515632"/>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48262-2CD0-5062-EC7E-1C842C569F28}"/>
              </a:ext>
            </a:extLst>
          </p:cNvPr>
          <p:cNvSpPr>
            <a:spLocks noGrp="1"/>
          </p:cNvSpPr>
          <p:nvPr>
            <p:ph type="title"/>
          </p:nvPr>
        </p:nvSpPr>
        <p:spPr>
          <a:xfrm>
            <a:off x="927463" y="362408"/>
            <a:ext cx="10972800" cy="1658198"/>
          </a:xfrm>
        </p:spPr>
        <p:txBody>
          <a:bodyPr>
            <a:normAutofit/>
          </a:bodyPr>
          <a:lstStyle/>
          <a:p>
            <a:r>
              <a:rPr lang="en-US" sz="4400" dirty="0"/>
              <a:t>Activity 3: REFLECTION</a:t>
            </a:r>
            <a:br>
              <a:rPr lang="en-US" sz="4400" dirty="0"/>
            </a:br>
            <a:r>
              <a:rPr lang="en-US" sz="4400" dirty="0"/>
              <a:t>Test your knowledge… </a:t>
            </a:r>
            <a:r>
              <a:rPr lang="en-AU" sz="4400" b="1" dirty="0">
                <a:solidFill>
                  <a:schemeClr val="tx1"/>
                </a:solidFill>
              </a:rPr>
              <a:t>(pg.56)</a:t>
            </a:r>
            <a:endParaRPr lang="en-US" sz="4400" dirty="0"/>
          </a:p>
        </p:txBody>
      </p:sp>
      <p:sp>
        <p:nvSpPr>
          <p:cNvPr id="3" name="Content Placeholder 2">
            <a:extLst>
              <a:ext uri="{FF2B5EF4-FFF2-40B4-BE49-F238E27FC236}">
                <a16:creationId xmlns:a16="http://schemas.microsoft.com/office/drawing/2014/main" id="{4B5D118F-AA1F-06F2-C0AC-D9EBB7AF69DE}"/>
              </a:ext>
            </a:extLst>
          </p:cNvPr>
          <p:cNvSpPr>
            <a:spLocks noGrp="1"/>
          </p:cNvSpPr>
          <p:nvPr>
            <p:ph idx="1"/>
          </p:nvPr>
        </p:nvSpPr>
        <p:spPr>
          <a:xfrm>
            <a:off x="7836310" y="1734415"/>
            <a:ext cx="4230504" cy="4966188"/>
          </a:xfrm>
        </p:spPr>
        <p:txBody>
          <a:bodyPr>
            <a:normAutofit/>
          </a:bodyPr>
          <a:lstStyle/>
          <a:p>
            <a:pPr marL="0" indent="0">
              <a:buNone/>
            </a:pPr>
            <a:r>
              <a:rPr lang="en-US" sz="2000" dirty="0"/>
              <a:t>Visit: </a:t>
            </a:r>
            <a:br>
              <a:rPr lang="en-US" sz="2000" dirty="0"/>
            </a:br>
            <a:r>
              <a:rPr lang="en-AU" sz="1800" dirty="0">
                <a:hlinkClick r:id="rId3">
                  <a:extLst>
                    <a:ext uri="{A12FA001-AC4F-418D-AE19-62706E023703}">
                      <ahyp:hlinkClr xmlns:ahyp="http://schemas.microsoft.com/office/drawing/2018/hyperlinkcolor" val="tx"/>
                    </a:ext>
                  </a:extLst>
                </a:hlinkClick>
              </a:rPr>
              <a:t>https://wordwall.net/resource/27628547</a:t>
            </a:r>
            <a:endParaRPr lang="en-AU" sz="1800" dirty="0"/>
          </a:p>
          <a:p>
            <a:pPr marL="0" indent="0">
              <a:buNone/>
            </a:pPr>
            <a:endParaRPr lang="en-US" sz="2000" dirty="0"/>
          </a:p>
          <a:p>
            <a:pPr marL="457200" indent="-457200">
              <a:buFont typeface="+mj-lt"/>
              <a:buAutoNum type="arabicPeriod"/>
            </a:pPr>
            <a:r>
              <a:rPr lang="en-US" sz="2000" dirty="0"/>
              <a:t>Complete the activity to label the diagram of the female reproductive system. </a:t>
            </a:r>
          </a:p>
          <a:p>
            <a:pPr marL="457200" indent="-457200">
              <a:buFont typeface="+mj-lt"/>
              <a:buAutoNum type="arabicPeriod"/>
            </a:pPr>
            <a:endParaRPr lang="en-US" sz="2000" dirty="0"/>
          </a:p>
          <a:p>
            <a:pPr marL="457200" indent="-457200">
              <a:buFont typeface="+mj-lt"/>
              <a:buAutoNum type="arabicPeriod"/>
            </a:pPr>
            <a:r>
              <a:rPr lang="en-US" sz="2000" dirty="0"/>
              <a:t>Once you have completed the diagram activity, complete the anagram activity.</a:t>
            </a:r>
          </a:p>
          <a:p>
            <a:pPr marL="457200" indent="-457200">
              <a:buFont typeface="+mj-lt"/>
              <a:buAutoNum type="arabicPeriod"/>
            </a:pPr>
            <a:endParaRPr lang="en-US" sz="2000" dirty="0"/>
          </a:p>
          <a:p>
            <a:pPr marL="0" indent="0">
              <a:buNone/>
            </a:pPr>
            <a:r>
              <a:rPr lang="en-US" sz="2000" dirty="0"/>
              <a:t>You have 5 minutes to have a go at these activities.</a:t>
            </a:r>
          </a:p>
        </p:txBody>
      </p:sp>
      <p:pic>
        <p:nvPicPr>
          <p:cNvPr id="6" name="Picture 5" descr="Graphical user interface, diagram, application&#10;&#10;Description automatically generated">
            <a:extLst>
              <a:ext uri="{FF2B5EF4-FFF2-40B4-BE49-F238E27FC236}">
                <a16:creationId xmlns:a16="http://schemas.microsoft.com/office/drawing/2014/main" id="{328D8EB8-005F-50E1-0387-91C3A03E36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186" y="1734415"/>
            <a:ext cx="7647214" cy="4377787"/>
          </a:xfrm>
          <a:prstGeom prst="rect">
            <a:avLst/>
          </a:prstGeom>
          <a:ln w="38100">
            <a:solidFill>
              <a:schemeClr val="tx1"/>
            </a:solidFill>
          </a:ln>
        </p:spPr>
      </p:pic>
      <p:sp>
        <p:nvSpPr>
          <p:cNvPr id="9" name="Oval 8">
            <a:extLst>
              <a:ext uri="{FF2B5EF4-FFF2-40B4-BE49-F238E27FC236}">
                <a16:creationId xmlns:a16="http://schemas.microsoft.com/office/drawing/2014/main" id="{C044FD9D-5F74-6F08-0EF3-9E2A0B28F68A}"/>
              </a:ext>
            </a:extLst>
          </p:cNvPr>
          <p:cNvSpPr/>
          <p:nvPr/>
        </p:nvSpPr>
        <p:spPr>
          <a:xfrm>
            <a:off x="2547259" y="2959927"/>
            <a:ext cx="1240971" cy="112667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4142A36-FDD3-B660-488B-96BA03E21E0E}"/>
              </a:ext>
            </a:extLst>
          </p:cNvPr>
          <p:cNvSpPr/>
          <p:nvPr/>
        </p:nvSpPr>
        <p:spPr>
          <a:xfrm>
            <a:off x="6210303" y="2791721"/>
            <a:ext cx="1077682" cy="46264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629CE7A9-C5F8-BDD4-DD9E-F614CD48CD3C}"/>
              </a:ext>
            </a:extLst>
          </p:cNvPr>
          <p:cNvCxnSpPr>
            <a:cxnSpLocks/>
            <a:endCxn id="9" idx="6"/>
          </p:cNvCxnSpPr>
          <p:nvPr/>
        </p:nvCxnSpPr>
        <p:spPr>
          <a:xfrm flipH="1">
            <a:off x="3788230" y="3523263"/>
            <a:ext cx="446749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336D394-3C46-3F00-7C64-CFDAD8A8FDE4}"/>
              </a:ext>
            </a:extLst>
          </p:cNvPr>
          <p:cNvCxnSpPr>
            <a:cxnSpLocks/>
            <a:endCxn id="11" idx="4"/>
          </p:cNvCxnSpPr>
          <p:nvPr/>
        </p:nvCxnSpPr>
        <p:spPr>
          <a:xfrm flipH="1" flipV="1">
            <a:off x="6749144" y="3254366"/>
            <a:ext cx="1506582" cy="16833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7137546"/>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{DFE112B3-B3AF-6641-A96C-3FBD75E88EF4}tf10001071</Template>
  <TotalTime>7427</TotalTime>
  <Words>1651</Words>
  <Application>Microsoft Macintosh PowerPoint</Application>
  <PresentationFormat>Widescreen</PresentationFormat>
  <Paragraphs>211</Paragraphs>
  <Slides>16</Slides>
  <Notes>14</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Arial</vt:lpstr>
      <vt:lpstr>Calibri</vt:lpstr>
      <vt:lpstr>Courier New</vt:lpstr>
      <vt:lpstr>Gill Sans MT</vt:lpstr>
      <vt:lpstr>Google Sans</vt:lpstr>
      <vt:lpstr>Impact</vt:lpstr>
      <vt:lpstr>Jumble</vt:lpstr>
      <vt:lpstr>Symbol</vt:lpstr>
      <vt:lpstr>Times New Roman</vt:lpstr>
      <vt:lpstr>Wingdings</vt:lpstr>
      <vt:lpstr>Badge</vt:lpstr>
      <vt:lpstr>Puberty </vt:lpstr>
      <vt:lpstr>Today’s focus</vt:lpstr>
      <vt:lpstr>PowerPoint Presentation</vt:lpstr>
      <vt:lpstr>HOOK: Quick quiz </vt:lpstr>
      <vt:lpstr>Activity 1: CHANGES RECAP (pg.50)</vt:lpstr>
      <vt:lpstr>PowerPoint Presentation</vt:lpstr>
      <vt:lpstr>Activity 2: (pg.51-53) Female Reproductive System</vt:lpstr>
      <vt:lpstr>PowerPoint Presentation</vt:lpstr>
      <vt:lpstr>Ovulation (pg.54)</vt:lpstr>
      <vt:lpstr>Ovulation continued… (pg.54)</vt:lpstr>
      <vt:lpstr>MENSTRUATION (pg.55)</vt:lpstr>
      <vt:lpstr>FERTILISATION/CONCEPTION (pg.55)</vt:lpstr>
      <vt:lpstr>The menstrual cycle</vt:lpstr>
      <vt:lpstr>Menstrual Cycle (pg.56)</vt:lpstr>
      <vt:lpstr>GLOSSARY:   (Pg. 5)</vt:lpstr>
      <vt:lpstr>Activity 3: REFLECTION Test your knowledge… (pg.56)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Puberty </dc:title>
  <dc:creator>HILLMAN Alissa [Willetton Senior High School]</dc:creator>
  <cp:lastModifiedBy>HILLMAN Alissa [Willetton Senior High School]</cp:lastModifiedBy>
  <cp:revision>49</cp:revision>
  <dcterms:created xsi:type="dcterms:W3CDTF">2024-01-01T07:33:11Z</dcterms:created>
  <dcterms:modified xsi:type="dcterms:W3CDTF">2024-02-13T07:44:20Z</dcterms:modified>
</cp:coreProperties>
</file>