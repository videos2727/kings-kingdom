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4"/>
  </p:notesMasterIdLst>
  <p:sldIdLst>
    <p:sldId id="531" r:id="rId2"/>
    <p:sldId id="532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59"/>
    <p:restoredTop sz="78120"/>
  </p:normalViewPr>
  <p:slideViewPr>
    <p:cSldViewPr snapToGrid="0">
      <p:cViewPr varScale="1">
        <p:scale>
          <a:sx n="86" d="100"/>
          <a:sy n="86" d="100"/>
        </p:scale>
        <p:origin x="768" y="192"/>
      </p:cViewPr>
      <p:guideLst/>
    </p:cSldViewPr>
  </p:slideViewPr>
  <p:notesTextViewPr>
    <p:cViewPr>
      <p:scale>
        <a:sx n="95" d="100"/>
        <a:sy n="9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4D34C-5C6A-9C48-84B5-DFD67AD4DB5B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2DD31-2467-7440-A20C-1CB67E22C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– use this slide as a way of answering your question box questions during lessons. </a:t>
            </a:r>
          </a:p>
          <a:p>
            <a:r>
              <a:rPr lang="en-US" b="1" dirty="0"/>
              <a:t>Write the question, followed by the answer on the slide so students can read and follow along.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B391-AD80-4F6E-9BF0-18FDDB2634B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90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OPTIONAL – use this slide as a way of answering your question box questions during lessons. </a:t>
            </a:r>
          </a:p>
          <a:p>
            <a:r>
              <a:rPr lang="en-US" b="1" dirty="0"/>
              <a:t>Write the question, followed by the answer on the slide so students can read and follow along.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B391-AD80-4F6E-9BF0-18FDDB2634B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871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9C5A860-F335-4252-AA00-24FB67ED2982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401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8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AB227A3-19CE-4153-81CE-64EB7AB094B3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2569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6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2/13/24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74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2/13/24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5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2/13/24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23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7AC4E36-FABE-47EB-AA7F-C19A93824617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414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199CE6B-5DE6-4A2D-B72E-5E8969F9F56F}" type="datetime1">
              <a:rPr lang="en-US" smtClean="0"/>
              <a:t>2/13/24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2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1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2/13/24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4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481A142-DA77-4A5F-AD1F-14E6C18F0F5F}" type="datetime1">
              <a:rPr lang="en-US" smtClean="0"/>
              <a:t>2/13/24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995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BD586750-10B9-735F-4089-5059FEF02B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0338E-20A0-9A31-4678-0077AE2B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125537"/>
            <a:ext cx="10572000" cy="37324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YOUR Questions Answered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9CF8A01-EAD7-5CA2-2070-A8F005C2FE35}"/>
              </a:ext>
            </a:extLst>
          </p:cNvPr>
          <p:cNvSpPr/>
          <p:nvPr/>
        </p:nvSpPr>
        <p:spPr>
          <a:xfrm>
            <a:off x="5598696" y="188994"/>
            <a:ext cx="6348482" cy="293653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28F99-8C82-A34C-3CA2-DBA68B98A1E6}"/>
              </a:ext>
            </a:extLst>
          </p:cNvPr>
          <p:cNvSpPr txBox="1"/>
          <p:nvPr/>
        </p:nvSpPr>
        <p:spPr>
          <a:xfrm>
            <a:off x="5823597" y="364599"/>
            <a:ext cx="6088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43953C7-543E-3F2E-2302-5FABCDED3AFE}"/>
              </a:ext>
            </a:extLst>
          </p:cNvPr>
          <p:cNvSpPr/>
          <p:nvPr/>
        </p:nvSpPr>
        <p:spPr>
          <a:xfrm>
            <a:off x="107265" y="188994"/>
            <a:ext cx="5170588" cy="25895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2AF9E-390F-E020-D254-902EDF7F7FED}"/>
              </a:ext>
            </a:extLst>
          </p:cNvPr>
          <p:cNvSpPr txBox="1"/>
          <p:nvPr/>
        </p:nvSpPr>
        <p:spPr>
          <a:xfrm>
            <a:off x="264257" y="366594"/>
            <a:ext cx="5013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7233F67-D272-562D-FCB2-97428D4EF553}"/>
              </a:ext>
            </a:extLst>
          </p:cNvPr>
          <p:cNvSpPr/>
          <p:nvPr/>
        </p:nvSpPr>
        <p:spPr>
          <a:xfrm>
            <a:off x="5277853" y="3700776"/>
            <a:ext cx="6723389" cy="1845571"/>
          </a:xfrm>
          <a:prstGeom prst="wedgeRoundRectCallout">
            <a:avLst>
              <a:gd name="adj1" fmla="val -21042"/>
              <a:gd name="adj2" fmla="val 676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A2F3C-9882-8BF6-7751-C27622C0CCB1}"/>
              </a:ext>
            </a:extLst>
          </p:cNvPr>
          <p:cNvSpPr txBox="1"/>
          <p:nvPr/>
        </p:nvSpPr>
        <p:spPr>
          <a:xfrm>
            <a:off x="5365618" y="3742815"/>
            <a:ext cx="67233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6A972AD-43D7-CA90-150A-A43C7677C8BF}"/>
              </a:ext>
            </a:extLst>
          </p:cNvPr>
          <p:cNvSpPr/>
          <p:nvPr/>
        </p:nvSpPr>
        <p:spPr>
          <a:xfrm>
            <a:off x="102426" y="3439692"/>
            <a:ext cx="4806458" cy="2169045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2E540-3AB1-A1AC-91C9-710B87420603}"/>
              </a:ext>
            </a:extLst>
          </p:cNvPr>
          <p:cNvSpPr txBox="1"/>
          <p:nvPr/>
        </p:nvSpPr>
        <p:spPr>
          <a:xfrm>
            <a:off x="264257" y="3523317"/>
            <a:ext cx="4644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24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/>
      <p:bldP spid="10" grpId="0" animBg="1"/>
      <p:bldP spid="12" grpId="0"/>
      <p:bldP spid="13" grpId="0" animBg="1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BD586750-10B9-735F-4089-5059FEF02B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0338E-20A0-9A31-4678-0077AE2BD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125537"/>
            <a:ext cx="10572000" cy="37324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YOUR Questions Answered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29CF8A01-EAD7-5CA2-2070-A8F005C2FE35}"/>
              </a:ext>
            </a:extLst>
          </p:cNvPr>
          <p:cNvSpPr/>
          <p:nvPr/>
        </p:nvSpPr>
        <p:spPr>
          <a:xfrm>
            <a:off x="5598696" y="188994"/>
            <a:ext cx="6348482" cy="293653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28F99-8C82-A34C-3CA2-DBA68B98A1E6}"/>
              </a:ext>
            </a:extLst>
          </p:cNvPr>
          <p:cNvSpPr txBox="1"/>
          <p:nvPr/>
        </p:nvSpPr>
        <p:spPr>
          <a:xfrm>
            <a:off x="5823597" y="364599"/>
            <a:ext cx="6088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43953C7-543E-3F2E-2302-5FABCDED3AFE}"/>
              </a:ext>
            </a:extLst>
          </p:cNvPr>
          <p:cNvSpPr/>
          <p:nvPr/>
        </p:nvSpPr>
        <p:spPr>
          <a:xfrm>
            <a:off x="107265" y="188994"/>
            <a:ext cx="5170588" cy="25895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2AF9E-390F-E020-D254-902EDF7F7FED}"/>
              </a:ext>
            </a:extLst>
          </p:cNvPr>
          <p:cNvSpPr txBox="1"/>
          <p:nvPr/>
        </p:nvSpPr>
        <p:spPr>
          <a:xfrm>
            <a:off x="264257" y="366594"/>
            <a:ext cx="5013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7233F67-D272-562D-FCB2-97428D4EF553}"/>
              </a:ext>
            </a:extLst>
          </p:cNvPr>
          <p:cNvSpPr/>
          <p:nvPr/>
        </p:nvSpPr>
        <p:spPr>
          <a:xfrm>
            <a:off x="5277853" y="3700776"/>
            <a:ext cx="6723389" cy="1845571"/>
          </a:xfrm>
          <a:prstGeom prst="wedgeRoundRectCallout">
            <a:avLst>
              <a:gd name="adj1" fmla="val -21042"/>
              <a:gd name="adj2" fmla="val 676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A2F3C-9882-8BF6-7751-C27622C0CCB1}"/>
              </a:ext>
            </a:extLst>
          </p:cNvPr>
          <p:cNvSpPr txBox="1"/>
          <p:nvPr/>
        </p:nvSpPr>
        <p:spPr>
          <a:xfrm>
            <a:off x="5365618" y="3742815"/>
            <a:ext cx="67233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6A972AD-43D7-CA90-150A-A43C7677C8BF}"/>
              </a:ext>
            </a:extLst>
          </p:cNvPr>
          <p:cNvSpPr/>
          <p:nvPr/>
        </p:nvSpPr>
        <p:spPr>
          <a:xfrm>
            <a:off x="102426" y="3439692"/>
            <a:ext cx="4806458" cy="2169045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2E540-3AB1-A1AC-91C9-710B87420603}"/>
              </a:ext>
            </a:extLst>
          </p:cNvPr>
          <p:cNvSpPr txBox="1"/>
          <p:nvPr/>
        </p:nvSpPr>
        <p:spPr>
          <a:xfrm>
            <a:off x="264257" y="3523317"/>
            <a:ext cx="4644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01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/>
      <p:bldP spid="10" grpId="0" animBg="1"/>
      <p:bldP spid="12" grpId="0"/>
      <p:bldP spid="13" grpId="0" animBg="1"/>
      <p:bldP spid="14" grpId="0"/>
    </p:bld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{DFE112B3-B3AF-6641-A96C-3FBD75E88EF4}tf10001071</Template>
  <TotalTime>7430</TotalTime>
  <Words>112</Words>
  <Application>Microsoft Macintosh PowerPoint</Application>
  <PresentationFormat>Widescreen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Gill Sans MT</vt:lpstr>
      <vt:lpstr>Impact</vt:lpstr>
      <vt:lpstr>Badge</vt:lpstr>
      <vt:lpstr>YOUR Questions Answered</vt:lpstr>
      <vt:lpstr>YOUR Questions Answered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Puberty </dc:title>
  <dc:creator>HILLMAN Alissa [Willetton Senior High School]</dc:creator>
  <cp:lastModifiedBy>HILLMAN Alissa [Willetton Senior High School]</cp:lastModifiedBy>
  <cp:revision>53</cp:revision>
  <dcterms:created xsi:type="dcterms:W3CDTF">2024-01-01T07:33:11Z</dcterms:created>
  <dcterms:modified xsi:type="dcterms:W3CDTF">2024-02-13T07:47:31Z</dcterms:modified>
</cp:coreProperties>
</file>